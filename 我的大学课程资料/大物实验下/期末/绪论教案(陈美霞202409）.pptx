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2"/>
  </p:notesMasterIdLst>
  <p:sldIdLst>
    <p:sldId id="256" r:id="rId3"/>
    <p:sldId id="264" r:id="rId4"/>
    <p:sldId id="575" r:id="rId5"/>
    <p:sldId id="576" r:id="rId6"/>
    <p:sldId id="577" r:id="rId7"/>
    <p:sldId id="579" r:id="rId8"/>
    <p:sldId id="580" r:id="rId9"/>
    <p:sldId id="581" r:id="rId10"/>
    <p:sldId id="582" r:id="rId11"/>
    <p:sldId id="578" r:id="rId12"/>
    <p:sldId id="440" r:id="rId13"/>
    <p:sldId id="263" r:id="rId14"/>
    <p:sldId id="423" r:id="rId15"/>
    <p:sldId id="265" r:id="rId16"/>
    <p:sldId id="424" r:id="rId17"/>
    <p:sldId id="425" r:id="rId18"/>
    <p:sldId id="426" r:id="rId19"/>
    <p:sldId id="266" r:id="rId20"/>
    <p:sldId id="446" r:id="rId21"/>
    <p:sldId id="487" r:id="rId22"/>
    <p:sldId id="441" r:id="rId23"/>
    <p:sldId id="572" r:id="rId24"/>
    <p:sldId id="573" r:id="rId25"/>
    <p:sldId id="267" r:id="rId26"/>
    <p:sldId id="268" r:id="rId27"/>
    <p:sldId id="269" r:id="rId28"/>
    <p:sldId id="270" r:id="rId29"/>
    <p:sldId id="271" r:id="rId30"/>
    <p:sldId id="477" r:id="rId31"/>
    <p:sldId id="478" r:id="rId32"/>
    <p:sldId id="479" r:id="rId33"/>
    <p:sldId id="462" r:id="rId34"/>
    <p:sldId id="463" r:id="rId35"/>
    <p:sldId id="464" r:id="rId36"/>
    <p:sldId id="465" r:id="rId37"/>
    <p:sldId id="466" r:id="rId38"/>
    <p:sldId id="467" r:id="rId39"/>
    <p:sldId id="468" r:id="rId40"/>
    <p:sldId id="442" r:id="rId41"/>
    <p:sldId id="443" r:id="rId42"/>
    <p:sldId id="469" r:id="rId43"/>
    <p:sldId id="276" r:id="rId44"/>
    <p:sldId id="277" r:id="rId45"/>
    <p:sldId id="420" r:id="rId46"/>
    <p:sldId id="278" r:id="rId47"/>
    <p:sldId id="279" r:id="rId48"/>
    <p:sldId id="428" r:id="rId49"/>
    <p:sldId id="281" r:id="rId50"/>
    <p:sldId id="282" r:id="rId51"/>
    <p:sldId id="445" r:id="rId52"/>
    <p:sldId id="283" r:id="rId53"/>
    <p:sldId id="284" r:id="rId54"/>
    <p:sldId id="480" r:id="rId55"/>
    <p:sldId id="481" r:id="rId56"/>
    <p:sldId id="482" r:id="rId57"/>
    <p:sldId id="287" r:id="rId58"/>
    <p:sldId id="288" r:id="rId59"/>
    <p:sldId id="289" r:id="rId60"/>
    <p:sldId id="290" r:id="rId61"/>
    <p:sldId id="293" r:id="rId62"/>
    <p:sldId id="291" r:id="rId63"/>
    <p:sldId id="450" r:id="rId64"/>
    <p:sldId id="430" r:id="rId65"/>
    <p:sldId id="292" r:id="rId66"/>
    <p:sldId id="295" r:id="rId67"/>
    <p:sldId id="431" r:id="rId68"/>
    <p:sldId id="296" r:id="rId69"/>
    <p:sldId id="452" r:id="rId70"/>
    <p:sldId id="297" r:id="rId71"/>
    <p:sldId id="454" r:id="rId72"/>
    <p:sldId id="298" r:id="rId73"/>
    <p:sldId id="484" r:id="rId74"/>
    <p:sldId id="457" r:id="rId75"/>
    <p:sldId id="456" r:id="rId76"/>
    <p:sldId id="458" r:id="rId77"/>
    <p:sldId id="459" r:id="rId78"/>
    <p:sldId id="447" r:id="rId79"/>
    <p:sldId id="301" r:id="rId80"/>
    <p:sldId id="302" r:id="rId81"/>
    <p:sldId id="485" r:id="rId82"/>
    <p:sldId id="433" r:id="rId83"/>
    <p:sldId id="471" r:id="rId84"/>
    <p:sldId id="555" r:id="rId85"/>
    <p:sldId id="556" r:id="rId86"/>
    <p:sldId id="557" r:id="rId87"/>
    <p:sldId id="558" r:id="rId88"/>
    <p:sldId id="559" r:id="rId89"/>
    <p:sldId id="560" r:id="rId90"/>
    <p:sldId id="561" r:id="rId91"/>
    <p:sldId id="562" r:id="rId92"/>
    <p:sldId id="563" r:id="rId93"/>
    <p:sldId id="564" r:id="rId94"/>
    <p:sldId id="565" r:id="rId95"/>
    <p:sldId id="305" r:id="rId96"/>
    <p:sldId id="306" r:id="rId97"/>
    <p:sldId id="307" r:id="rId98"/>
    <p:sldId id="310" r:id="rId99"/>
    <p:sldId id="311" r:id="rId100"/>
    <p:sldId id="312" r:id="rId101"/>
  </p:sldIdLst>
  <p:sldSz cx="9144000" cy="6858000" type="screen4x3"/>
  <p:notesSz cx="6858000" cy="9144000"/>
  <p:defaultTextStyle>
    <a:defPPr>
      <a:defRPr lang="zh-CN"/>
    </a:defPPr>
    <a:lvl1pPr algn="l" rtl="0" eaLnBrk="0" fontAlgn="base" hangingPunct="0">
      <a:spcBef>
        <a:spcPct val="0"/>
      </a:spcBef>
      <a:spcAft>
        <a:spcPct val="0"/>
      </a:spcAft>
      <a:defRPr sz="2000" b="1" kern="1200">
        <a:solidFill>
          <a:schemeClr val="tx1"/>
        </a:solidFill>
        <a:latin typeface="Times New Roman" panose="02020603050405020304" pitchFamily="18" charset="0"/>
        <a:ea typeface="楷体_GB2312"/>
        <a:cs typeface="楷体_GB2312"/>
      </a:defRPr>
    </a:lvl1pPr>
    <a:lvl2pPr marL="457200" algn="l" rtl="0" eaLnBrk="0" fontAlgn="base" hangingPunct="0">
      <a:spcBef>
        <a:spcPct val="0"/>
      </a:spcBef>
      <a:spcAft>
        <a:spcPct val="0"/>
      </a:spcAft>
      <a:defRPr sz="2000" b="1" kern="1200">
        <a:solidFill>
          <a:schemeClr val="tx1"/>
        </a:solidFill>
        <a:latin typeface="Times New Roman" panose="02020603050405020304" pitchFamily="18" charset="0"/>
        <a:ea typeface="楷体_GB2312"/>
        <a:cs typeface="楷体_GB2312"/>
      </a:defRPr>
    </a:lvl2pPr>
    <a:lvl3pPr marL="914400" algn="l" rtl="0" eaLnBrk="0" fontAlgn="base" hangingPunct="0">
      <a:spcBef>
        <a:spcPct val="0"/>
      </a:spcBef>
      <a:spcAft>
        <a:spcPct val="0"/>
      </a:spcAft>
      <a:defRPr sz="2000" b="1" kern="1200">
        <a:solidFill>
          <a:schemeClr val="tx1"/>
        </a:solidFill>
        <a:latin typeface="Times New Roman" panose="02020603050405020304" pitchFamily="18" charset="0"/>
        <a:ea typeface="楷体_GB2312"/>
        <a:cs typeface="楷体_GB2312"/>
      </a:defRPr>
    </a:lvl3pPr>
    <a:lvl4pPr marL="1371600" algn="l" rtl="0" eaLnBrk="0" fontAlgn="base" hangingPunct="0">
      <a:spcBef>
        <a:spcPct val="0"/>
      </a:spcBef>
      <a:spcAft>
        <a:spcPct val="0"/>
      </a:spcAft>
      <a:defRPr sz="2000" b="1" kern="1200">
        <a:solidFill>
          <a:schemeClr val="tx1"/>
        </a:solidFill>
        <a:latin typeface="Times New Roman" panose="02020603050405020304" pitchFamily="18" charset="0"/>
        <a:ea typeface="楷体_GB2312"/>
        <a:cs typeface="楷体_GB2312"/>
      </a:defRPr>
    </a:lvl4pPr>
    <a:lvl5pPr marL="1828800" algn="l" rtl="0" eaLnBrk="0" fontAlgn="base" hangingPunct="0">
      <a:spcBef>
        <a:spcPct val="0"/>
      </a:spcBef>
      <a:spcAft>
        <a:spcPct val="0"/>
      </a:spcAft>
      <a:defRPr sz="2000" b="1" kern="1200">
        <a:solidFill>
          <a:schemeClr val="tx1"/>
        </a:solidFill>
        <a:latin typeface="Times New Roman" panose="02020603050405020304" pitchFamily="18" charset="0"/>
        <a:ea typeface="楷体_GB2312"/>
        <a:cs typeface="楷体_GB2312"/>
      </a:defRPr>
    </a:lvl5pPr>
    <a:lvl6pPr marL="2286000" algn="l" defTabSz="914400" rtl="0" eaLnBrk="1" latinLnBrk="0" hangingPunct="1">
      <a:defRPr sz="2000" b="1" kern="1200">
        <a:solidFill>
          <a:schemeClr val="tx1"/>
        </a:solidFill>
        <a:latin typeface="Times New Roman" panose="02020603050405020304" pitchFamily="18" charset="0"/>
        <a:ea typeface="楷体_GB2312"/>
        <a:cs typeface="楷体_GB2312"/>
      </a:defRPr>
    </a:lvl6pPr>
    <a:lvl7pPr marL="2743200" algn="l" defTabSz="914400" rtl="0" eaLnBrk="1" latinLnBrk="0" hangingPunct="1">
      <a:defRPr sz="2000" b="1" kern="1200">
        <a:solidFill>
          <a:schemeClr val="tx1"/>
        </a:solidFill>
        <a:latin typeface="Times New Roman" panose="02020603050405020304" pitchFamily="18" charset="0"/>
        <a:ea typeface="楷体_GB2312"/>
        <a:cs typeface="楷体_GB2312"/>
      </a:defRPr>
    </a:lvl7pPr>
    <a:lvl8pPr marL="3200400" algn="l" defTabSz="914400" rtl="0" eaLnBrk="1" latinLnBrk="0" hangingPunct="1">
      <a:defRPr sz="2000" b="1" kern="1200">
        <a:solidFill>
          <a:schemeClr val="tx1"/>
        </a:solidFill>
        <a:latin typeface="Times New Roman" panose="02020603050405020304" pitchFamily="18" charset="0"/>
        <a:ea typeface="楷体_GB2312"/>
        <a:cs typeface="楷体_GB2312"/>
      </a:defRPr>
    </a:lvl8pPr>
    <a:lvl9pPr marL="3657600" algn="l" defTabSz="914400" rtl="0" eaLnBrk="1" latinLnBrk="0" hangingPunct="1">
      <a:defRPr sz="2000" b="1" kern="1200">
        <a:solidFill>
          <a:schemeClr val="tx1"/>
        </a:solidFill>
        <a:latin typeface="Times New Roman" panose="02020603050405020304" pitchFamily="18" charset="0"/>
        <a:ea typeface="楷体_GB2312"/>
        <a:cs typeface="楷体_GB2312"/>
      </a:defRPr>
    </a:lvl9pPr>
  </p:defaultTextStyle>
  <p:extLst>
    <p:ext uri="{EFAFB233-063F-42B5-8137-9DF3F51BA10A}">
      <p15:sldGuideLst xmlns:p15="http://schemas.microsoft.com/office/powerpoint/2012/main">
        <p15:guide id="1" orient="horz" pos="213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4DC3"/>
    <a:srgbClr val="FF0000"/>
    <a:srgbClr val="00808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61"/>
    <p:restoredTop sz="94660"/>
  </p:normalViewPr>
  <p:slideViewPr>
    <p:cSldViewPr>
      <p:cViewPr varScale="1">
        <p:scale>
          <a:sx n="60" d="100"/>
          <a:sy n="60" d="100"/>
        </p:scale>
        <p:origin x="1148" y="44"/>
      </p:cViewPr>
      <p:guideLst>
        <p:guide orient="horz" pos="2136"/>
        <p:guide pos="2880"/>
      </p:guideLst>
    </p:cSldViewPr>
  </p:slideViewPr>
  <p:notesTextViewPr>
    <p:cViewPr>
      <p:scale>
        <a:sx n="100" d="100"/>
        <a:sy n="100" d="100"/>
      </p:scale>
      <p:origin x="0" y="0"/>
    </p:cViewPr>
  </p:notesTextViewPr>
  <p:sorterViewPr showFormatting="0">
    <p:cViewPr>
      <p:scale>
        <a:sx n="66" d="100"/>
        <a:sy n="66" d="100"/>
      </p:scale>
      <p:origin x="0" y="74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386B4E3-DA96-7CAF-F255-17DBA21B46C8}"/>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 typeface="Arial" panose="020B0604020202020204" pitchFamily="34" charset="0"/>
              <a:buNone/>
              <a:defRPr kumimoji="0" sz="1200" b="0">
                <a:ea typeface="宋体" panose="02010600030101010101" pitchFamily="2" charset="-122"/>
                <a:cs typeface="+mn-cs"/>
              </a:defRPr>
            </a:lvl1pPr>
          </a:lstStyle>
          <a:p>
            <a:pPr>
              <a:defRPr/>
            </a:pPr>
            <a:endParaRPr lang="zh-CN" altLang="zh-CN"/>
          </a:p>
        </p:txBody>
      </p:sp>
      <p:sp>
        <p:nvSpPr>
          <p:cNvPr id="2051" name="Rectangle 3">
            <a:extLst>
              <a:ext uri="{FF2B5EF4-FFF2-40B4-BE49-F238E27FC236}">
                <a16:creationId xmlns:a16="http://schemas.microsoft.com/office/drawing/2014/main" id="{9A352BB6-C97C-2D39-9559-2F067B0B6FAF}"/>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kumimoji="0" sz="1200" b="0">
                <a:ea typeface="宋体" panose="02010600030101010101" pitchFamily="2" charset="-122"/>
                <a:cs typeface="+mn-cs"/>
              </a:defRPr>
            </a:lvl1pPr>
          </a:lstStyle>
          <a:p>
            <a:pPr>
              <a:defRPr/>
            </a:pPr>
            <a:endParaRPr lang="zh-CN" altLang="zh-CN"/>
          </a:p>
        </p:txBody>
      </p:sp>
      <p:sp>
        <p:nvSpPr>
          <p:cNvPr id="7172" name="Rectangle 4">
            <a:extLst>
              <a:ext uri="{FF2B5EF4-FFF2-40B4-BE49-F238E27FC236}">
                <a16:creationId xmlns:a16="http://schemas.microsoft.com/office/drawing/2014/main" id="{B27C25A3-CD3C-C0CA-B05E-BF967FCF57F3}"/>
              </a:ext>
            </a:extLst>
          </p:cNvPr>
          <p:cNvSpPr>
            <a:spLocks noGrp="1" noRot="1" noChangeAspect="1" noChangeArrowheads="1" noTextEdit="1"/>
          </p:cNvSpPr>
          <p:nvPr>
            <p:ph type="sldImg"/>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F4E9B03D-5962-39F3-2FCF-AD7F635A6F1A}"/>
              </a:ext>
            </a:extLst>
          </p:cNvPr>
          <p:cNvSpPr>
            <a:spLocks noGrp="1" noChangeArrowheads="1" noTextEdit="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ctr" anchorCtr="0" compatLnSpc="1"/>
          <a:lstStyle/>
          <a:p>
            <a:pPr lvl="0"/>
            <a:r>
              <a:rPr lang="zh-CN" noProof="0"/>
              <a:t>            </a:t>
            </a:r>
          </a:p>
          <a:p>
            <a:pPr lvl="1"/>
            <a:r>
              <a:rPr lang="zh-CN" noProof="0"/>
              <a:t>   </a:t>
            </a:r>
          </a:p>
          <a:p>
            <a:pPr lvl="2"/>
            <a:r>
              <a:rPr lang="zh-CN" noProof="0"/>
              <a:t>   </a:t>
            </a:r>
          </a:p>
          <a:p>
            <a:pPr lvl="3"/>
            <a:r>
              <a:rPr lang="zh-CN" noProof="0"/>
              <a:t>   </a:t>
            </a:r>
          </a:p>
          <a:p>
            <a:pPr lvl="4"/>
            <a:r>
              <a:rPr lang="zh-CN" noProof="0"/>
              <a:t>   </a:t>
            </a:r>
          </a:p>
        </p:txBody>
      </p:sp>
      <p:sp>
        <p:nvSpPr>
          <p:cNvPr id="2054" name="Rectangle 6">
            <a:extLst>
              <a:ext uri="{FF2B5EF4-FFF2-40B4-BE49-F238E27FC236}">
                <a16:creationId xmlns:a16="http://schemas.microsoft.com/office/drawing/2014/main" id="{3F4E30E7-E1AC-8AE3-3D9A-E981331FD036}"/>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 typeface="Arial" panose="020B0604020202020204" pitchFamily="34" charset="0"/>
              <a:buNone/>
              <a:defRPr kumimoji="0" sz="1200" b="0">
                <a:ea typeface="宋体" panose="02010600030101010101" pitchFamily="2" charset="-122"/>
                <a:cs typeface="+mn-cs"/>
              </a:defRPr>
            </a:lvl1pPr>
          </a:lstStyle>
          <a:p>
            <a:pPr>
              <a:defRPr/>
            </a:pPr>
            <a:endParaRPr lang="zh-CN" altLang="zh-CN"/>
          </a:p>
        </p:txBody>
      </p:sp>
      <p:sp>
        <p:nvSpPr>
          <p:cNvPr id="2055" name="Rectangle 7">
            <a:extLst>
              <a:ext uri="{FF2B5EF4-FFF2-40B4-BE49-F238E27FC236}">
                <a16:creationId xmlns:a16="http://schemas.microsoft.com/office/drawing/2014/main" id="{AC7610ED-BDC1-F0B8-CF22-24645FAB0025}"/>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b="0" noProof="1">
                <a:ea typeface="宋体" panose="02010600030101010101" pitchFamily="2" charset="-122"/>
                <a:cs typeface="+mn-cs"/>
              </a:defRPr>
            </a:lvl1pPr>
          </a:lstStyle>
          <a:p>
            <a:pPr>
              <a:defRPr/>
            </a:pPr>
            <a:fld id="{311B53BF-F2C6-426A-9AF3-8CCE6F6B5CFD}"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543A411E-9F39-CCD2-4B2C-A041EE9CFF51}"/>
              </a:ext>
            </a:extLst>
          </p:cNvPr>
          <p:cNvSpPr>
            <a:spLocks noGrp="1" noRot="1" noChangeAspect="1" noChangeArrowheads="1" noTextEdit="1"/>
          </p:cNvSpPr>
          <p:nvPr>
            <p:ph type="sldImg"/>
          </p:nvPr>
        </p:nvSpPr>
        <p:spPr/>
      </p:sp>
      <p:sp>
        <p:nvSpPr>
          <p:cNvPr id="18435" name="备注占位符 2">
            <a:extLst>
              <a:ext uri="{FF2B5EF4-FFF2-40B4-BE49-F238E27FC236}">
                <a16:creationId xmlns:a16="http://schemas.microsoft.com/office/drawing/2014/main" id="{FE0E6A88-308A-E41C-07AB-D045B79DC9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03A3F9D-403D-A7AB-EA51-E78E9FDEB536}"/>
              </a:ext>
            </a:extLst>
          </p:cNvPr>
          <p:cNvSpPr>
            <a:spLocks noGrp="1" noRot="1" noChangeAspect="1" noChangeArrowheads="1" noTextEdit="1"/>
          </p:cNvSpPr>
          <p:nvPr>
            <p:ph type="sldImg"/>
          </p:nvPr>
        </p:nvSpPr>
        <p:spPr/>
      </p:sp>
      <p:sp>
        <p:nvSpPr>
          <p:cNvPr id="28675" name="Rectangle 3">
            <a:extLst>
              <a:ext uri="{FF2B5EF4-FFF2-40B4-BE49-F238E27FC236}">
                <a16:creationId xmlns:a16="http://schemas.microsoft.com/office/drawing/2014/main" id="{43BC7564-453B-16D9-9CEA-F8262F7A4E0A}"/>
              </a:ext>
            </a:extLst>
          </p:cNvPr>
          <p:cNvSpPr>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4BC6BCDB-DA11-91BF-A13F-BD75E2C380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000" b="1">
                <a:solidFill>
                  <a:schemeClr val="tx1"/>
                </a:solidFill>
                <a:latin typeface="Times New Roman" panose="02020603050405020304" pitchFamily="18" charset="0"/>
                <a:ea typeface="楷体_GB2312"/>
                <a:cs typeface="楷体_GB2312"/>
              </a:defRPr>
            </a:lvl1pPr>
            <a:lvl2pPr marL="742950" indent="-285750">
              <a:defRPr sz="2000" b="1">
                <a:solidFill>
                  <a:schemeClr val="tx1"/>
                </a:solidFill>
                <a:latin typeface="Times New Roman" panose="02020603050405020304" pitchFamily="18" charset="0"/>
                <a:ea typeface="楷体_GB2312"/>
                <a:cs typeface="楷体_GB2312"/>
              </a:defRPr>
            </a:lvl2pPr>
            <a:lvl3pPr marL="1143000" indent="-228600">
              <a:defRPr sz="2000" b="1">
                <a:solidFill>
                  <a:schemeClr val="tx1"/>
                </a:solidFill>
                <a:latin typeface="Times New Roman" panose="02020603050405020304" pitchFamily="18" charset="0"/>
                <a:ea typeface="楷体_GB2312"/>
                <a:cs typeface="楷体_GB2312"/>
              </a:defRPr>
            </a:lvl3pPr>
            <a:lvl4pPr marL="1600200" indent="-228600">
              <a:defRPr sz="2000" b="1">
                <a:solidFill>
                  <a:schemeClr val="tx1"/>
                </a:solidFill>
                <a:latin typeface="Times New Roman" panose="02020603050405020304" pitchFamily="18" charset="0"/>
                <a:ea typeface="楷体_GB2312"/>
                <a:cs typeface="楷体_GB2312"/>
              </a:defRPr>
            </a:lvl4pPr>
            <a:lvl5pPr marL="2057400" indent="-228600">
              <a:defRPr sz="20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楷体_GB2312"/>
                <a:cs typeface="楷体_GB2312"/>
              </a:defRPr>
            </a:lvl9pPr>
          </a:lstStyle>
          <a:p>
            <a:fld id="{FF056DF2-3184-401D-B95D-89D239852AB4}" type="slidenum">
              <a:rPr altLang="zh-CN" sz="1200" smtClean="0"/>
              <a:pPr/>
              <a:t>89</a:t>
            </a:fld>
            <a:endParaRPr lang="zh-CN" altLang="zh-CN" sz="1200"/>
          </a:p>
        </p:txBody>
      </p:sp>
      <p:sp>
        <p:nvSpPr>
          <p:cNvPr id="101379" name="Rectangle 2">
            <a:extLst>
              <a:ext uri="{FF2B5EF4-FFF2-40B4-BE49-F238E27FC236}">
                <a16:creationId xmlns:a16="http://schemas.microsoft.com/office/drawing/2014/main" id="{045D8C12-B661-2901-D423-C6A9A3EA1159}"/>
              </a:ext>
            </a:extLst>
          </p:cNvPr>
          <p:cNvSpPr>
            <a:spLocks noGrp="1" noRot="1" noChangeAspect="1" noChangeArrowheads="1" noTextEdit="1"/>
          </p:cNvSpPr>
          <p:nvPr>
            <p:ph type="sldImg"/>
          </p:nvPr>
        </p:nvSpPr>
        <p:spPr/>
      </p:sp>
      <p:sp>
        <p:nvSpPr>
          <p:cNvPr id="101380" name="Rectangle 3">
            <a:extLst>
              <a:ext uri="{FF2B5EF4-FFF2-40B4-BE49-F238E27FC236}">
                <a16:creationId xmlns:a16="http://schemas.microsoft.com/office/drawing/2014/main" id="{9E7D5E3A-E520-ED7A-0781-17D29C319C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lang="zh-CN" altLang="en-US" noProof="1"/>
              <a:t>单击此处编辑母版标题样式</a:t>
            </a:r>
            <a:endParaRPr lang="en-US" noProof="1"/>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en-US" noProof="1"/>
          </a:p>
        </p:txBody>
      </p:sp>
      <p:sp>
        <p:nvSpPr>
          <p:cNvPr id="4" name="日期占位符 3">
            <a:extLst>
              <a:ext uri="{FF2B5EF4-FFF2-40B4-BE49-F238E27FC236}">
                <a16:creationId xmlns:a16="http://schemas.microsoft.com/office/drawing/2014/main" id="{5DD28E21-11FC-09C5-C22A-17A721A69CFF}"/>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FF06B81C-7268-9218-6A6B-FA50AF928DD4}"/>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253B14D0-F08D-9156-54FA-3DA12DDEF55B}"/>
              </a:ext>
            </a:extLst>
          </p:cNvPr>
          <p:cNvSpPr>
            <a:spLocks noGrp="1"/>
          </p:cNvSpPr>
          <p:nvPr>
            <p:ph type="sldNum" sz="quarter" idx="12"/>
          </p:nvPr>
        </p:nvSpPr>
        <p:spPr/>
        <p:txBody>
          <a:bodyPr/>
          <a:lstStyle>
            <a:lvl1pPr>
              <a:defRPr/>
            </a:lvl1pPr>
          </a:lstStyle>
          <a:p>
            <a:pPr>
              <a:defRPr/>
            </a:pPr>
            <a:fld id="{F1DB545D-B879-4568-BF6A-9EB6DD5983EA}" type="slidenum">
              <a:rPr lang="zh-CN" altLang="zh-CN"/>
              <a:pPr>
                <a:defRPr/>
              </a:pPr>
              <a:t>‹#›</a:t>
            </a:fld>
            <a:endParaRPr lang="zh-CN" altLang="zh-CN"/>
          </a:p>
        </p:txBody>
      </p:sp>
    </p:spTree>
    <p:extLst>
      <p:ext uri="{BB962C8B-B14F-4D97-AF65-F5344CB8AC3E}">
        <p14:creationId xmlns:p14="http://schemas.microsoft.com/office/powerpoint/2010/main" val="289527031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a:extLst>
              <a:ext uri="{FF2B5EF4-FFF2-40B4-BE49-F238E27FC236}">
                <a16:creationId xmlns:a16="http://schemas.microsoft.com/office/drawing/2014/main" id="{5D4C2465-3524-A797-454A-6EAAF7200CDC}"/>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FE2235A9-5AA5-27DE-1C02-214AC2C2F2E2}"/>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F7B9739F-EC85-87EE-07E2-81FECD39848C}"/>
              </a:ext>
            </a:extLst>
          </p:cNvPr>
          <p:cNvSpPr>
            <a:spLocks noGrp="1"/>
          </p:cNvSpPr>
          <p:nvPr>
            <p:ph type="sldNum" sz="quarter" idx="12"/>
          </p:nvPr>
        </p:nvSpPr>
        <p:spPr/>
        <p:txBody>
          <a:bodyPr/>
          <a:lstStyle>
            <a:lvl1pPr>
              <a:defRPr/>
            </a:lvl1pPr>
          </a:lstStyle>
          <a:p>
            <a:pPr>
              <a:defRPr/>
            </a:pPr>
            <a:fld id="{8214BE92-403C-4D3E-B1AA-1A1734B1B893}" type="slidenum">
              <a:rPr lang="zh-CN" altLang="zh-CN"/>
              <a:pPr>
                <a:defRPr/>
              </a:pPr>
              <a:t>‹#›</a:t>
            </a:fld>
            <a:endParaRPr lang="zh-CN" altLang="zh-CN"/>
          </a:p>
        </p:txBody>
      </p:sp>
    </p:spTree>
    <p:extLst>
      <p:ext uri="{BB962C8B-B14F-4D97-AF65-F5344CB8AC3E}">
        <p14:creationId xmlns:p14="http://schemas.microsoft.com/office/powerpoint/2010/main" val="1253268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a:extLst>
              <a:ext uri="{FF2B5EF4-FFF2-40B4-BE49-F238E27FC236}">
                <a16:creationId xmlns:a16="http://schemas.microsoft.com/office/drawing/2014/main" id="{2C62780A-4371-CEB2-123B-D78FBEFF4030}"/>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5D75818A-660F-8C4B-BC6D-84F4E2E5FD7B}"/>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4ADEAD37-1317-12F1-04DF-52CA7F6E7635}"/>
              </a:ext>
            </a:extLst>
          </p:cNvPr>
          <p:cNvSpPr>
            <a:spLocks noGrp="1"/>
          </p:cNvSpPr>
          <p:nvPr>
            <p:ph type="sldNum" sz="quarter" idx="12"/>
          </p:nvPr>
        </p:nvSpPr>
        <p:spPr/>
        <p:txBody>
          <a:bodyPr/>
          <a:lstStyle>
            <a:lvl1pPr>
              <a:defRPr/>
            </a:lvl1pPr>
          </a:lstStyle>
          <a:p>
            <a:pPr>
              <a:defRPr/>
            </a:pPr>
            <a:fld id="{17018023-3B77-4D1F-B1CB-5D668CAB3394}" type="slidenum">
              <a:rPr lang="zh-CN" altLang="zh-CN"/>
              <a:pPr>
                <a:defRPr/>
              </a:pPr>
              <a:t>‹#›</a:t>
            </a:fld>
            <a:endParaRPr lang="zh-CN" altLang="zh-CN"/>
          </a:p>
        </p:txBody>
      </p:sp>
    </p:spTree>
    <p:extLst>
      <p:ext uri="{BB962C8B-B14F-4D97-AF65-F5344CB8AC3E}">
        <p14:creationId xmlns:p14="http://schemas.microsoft.com/office/powerpoint/2010/main" val="116106984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日期占位符 3">
            <a:extLst>
              <a:ext uri="{FF2B5EF4-FFF2-40B4-BE49-F238E27FC236}">
                <a16:creationId xmlns:a16="http://schemas.microsoft.com/office/drawing/2014/main" id="{A5A9497B-69EF-85E5-D6CB-A1ECCC003A21}"/>
              </a:ext>
            </a:extLst>
          </p:cNvPr>
          <p:cNvSpPr>
            <a:spLocks noGrp="1"/>
          </p:cNvSpPr>
          <p:nvPr>
            <p:ph type="dt" sz="half" idx="10"/>
          </p:nvPr>
        </p:nvSpPr>
        <p:spPr/>
        <p:txBody>
          <a:bodyPr/>
          <a:lstStyle>
            <a:lvl1pPr>
              <a:defRPr/>
            </a:lvl1pPr>
          </a:lstStyle>
          <a:p>
            <a:pPr>
              <a:defRPr/>
            </a:pPr>
            <a:endParaRPr lang="zh-CN" altLang="zh-CN"/>
          </a:p>
        </p:txBody>
      </p:sp>
      <p:sp>
        <p:nvSpPr>
          <p:cNvPr id="6" name="页脚占位符 4">
            <a:extLst>
              <a:ext uri="{FF2B5EF4-FFF2-40B4-BE49-F238E27FC236}">
                <a16:creationId xmlns:a16="http://schemas.microsoft.com/office/drawing/2014/main" id="{9D245725-20D6-01CA-AD2A-9DCE11C58790}"/>
              </a:ext>
            </a:extLst>
          </p:cNvPr>
          <p:cNvSpPr>
            <a:spLocks noGrp="1"/>
          </p:cNvSpPr>
          <p:nvPr>
            <p:ph type="ftr" sz="quarter" idx="11"/>
          </p:nvPr>
        </p:nvSpPr>
        <p:spPr/>
        <p:txBody>
          <a:bodyPr/>
          <a:lstStyle>
            <a:lvl1pPr>
              <a:defRPr/>
            </a:lvl1pPr>
          </a:lstStyle>
          <a:p>
            <a:pPr>
              <a:defRPr/>
            </a:pPr>
            <a:endParaRPr lang="zh-CN" altLang="zh-CN"/>
          </a:p>
        </p:txBody>
      </p:sp>
      <p:sp>
        <p:nvSpPr>
          <p:cNvPr id="7" name="灯片编号占位符 5">
            <a:extLst>
              <a:ext uri="{FF2B5EF4-FFF2-40B4-BE49-F238E27FC236}">
                <a16:creationId xmlns:a16="http://schemas.microsoft.com/office/drawing/2014/main" id="{09B05477-0CCE-B1C4-F8C4-1F6E8B1CBA17}"/>
              </a:ext>
            </a:extLst>
          </p:cNvPr>
          <p:cNvSpPr>
            <a:spLocks noGrp="1"/>
          </p:cNvSpPr>
          <p:nvPr>
            <p:ph type="sldNum" sz="quarter" idx="12"/>
          </p:nvPr>
        </p:nvSpPr>
        <p:spPr/>
        <p:txBody>
          <a:bodyPr/>
          <a:lstStyle>
            <a:lvl1pPr>
              <a:defRPr/>
            </a:lvl1pPr>
          </a:lstStyle>
          <a:p>
            <a:pPr>
              <a:defRPr/>
            </a:pPr>
            <a:fld id="{1DAC70CD-C0E2-48C7-8153-F1F0139FFED7}" type="slidenum">
              <a:rPr lang="zh-CN" altLang="zh-CN"/>
              <a:pPr>
                <a:defRPr/>
              </a:pPr>
              <a:t>‹#›</a:t>
            </a:fld>
            <a:endParaRPr lang="zh-CN" altLang="zh-CN"/>
          </a:p>
        </p:txBody>
      </p:sp>
    </p:spTree>
    <p:extLst>
      <p:ext uri="{BB962C8B-B14F-4D97-AF65-F5344CB8AC3E}">
        <p14:creationId xmlns:p14="http://schemas.microsoft.com/office/powerpoint/2010/main" val="239726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日期占位符 3">
            <a:extLst>
              <a:ext uri="{FF2B5EF4-FFF2-40B4-BE49-F238E27FC236}">
                <a16:creationId xmlns:a16="http://schemas.microsoft.com/office/drawing/2014/main" id="{D88B8961-15B0-DE53-40CD-6C732ADA1FEF}"/>
              </a:ext>
            </a:extLst>
          </p:cNvPr>
          <p:cNvSpPr>
            <a:spLocks noGrp="1"/>
          </p:cNvSpPr>
          <p:nvPr>
            <p:ph type="dt" sz="half" idx="10"/>
          </p:nvPr>
        </p:nvSpPr>
        <p:spPr/>
        <p:txBody>
          <a:bodyPr/>
          <a:lstStyle>
            <a:lvl1pPr>
              <a:defRPr/>
            </a:lvl1pPr>
          </a:lstStyle>
          <a:p>
            <a:pPr>
              <a:defRPr/>
            </a:pPr>
            <a:endParaRPr lang="zh-CN" altLang="zh-CN"/>
          </a:p>
        </p:txBody>
      </p:sp>
      <p:sp>
        <p:nvSpPr>
          <p:cNvPr id="8" name="页脚占位符 4">
            <a:extLst>
              <a:ext uri="{FF2B5EF4-FFF2-40B4-BE49-F238E27FC236}">
                <a16:creationId xmlns:a16="http://schemas.microsoft.com/office/drawing/2014/main" id="{CAF6C8E9-FCAA-F4FB-3C39-647CC7A53BEF}"/>
              </a:ext>
            </a:extLst>
          </p:cNvPr>
          <p:cNvSpPr>
            <a:spLocks noGrp="1"/>
          </p:cNvSpPr>
          <p:nvPr>
            <p:ph type="ftr" sz="quarter" idx="11"/>
          </p:nvPr>
        </p:nvSpPr>
        <p:spPr/>
        <p:txBody>
          <a:bodyPr/>
          <a:lstStyle>
            <a:lvl1pPr>
              <a:defRPr/>
            </a:lvl1pPr>
          </a:lstStyle>
          <a:p>
            <a:pPr>
              <a:defRPr/>
            </a:pPr>
            <a:endParaRPr lang="zh-CN" altLang="zh-CN"/>
          </a:p>
        </p:txBody>
      </p:sp>
      <p:sp>
        <p:nvSpPr>
          <p:cNvPr id="9" name="灯片编号占位符 5">
            <a:extLst>
              <a:ext uri="{FF2B5EF4-FFF2-40B4-BE49-F238E27FC236}">
                <a16:creationId xmlns:a16="http://schemas.microsoft.com/office/drawing/2014/main" id="{90E9B5F5-FF1D-8CC6-562D-98B1241EE5C4}"/>
              </a:ext>
            </a:extLst>
          </p:cNvPr>
          <p:cNvSpPr>
            <a:spLocks noGrp="1"/>
          </p:cNvSpPr>
          <p:nvPr>
            <p:ph type="sldNum" sz="quarter" idx="12"/>
          </p:nvPr>
        </p:nvSpPr>
        <p:spPr/>
        <p:txBody>
          <a:bodyPr/>
          <a:lstStyle>
            <a:lvl1pPr>
              <a:defRPr/>
            </a:lvl1pPr>
          </a:lstStyle>
          <a:p>
            <a:pPr>
              <a:defRPr/>
            </a:pPr>
            <a:fld id="{B88D8A14-BB1C-406B-82A5-A961454BD7E8}" type="slidenum">
              <a:rPr lang="zh-CN" altLang="zh-CN"/>
              <a:pPr>
                <a:defRPr/>
              </a:pPr>
              <a:t>‹#›</a:t>
            </a:fld>
            <a:endParaRPr lang="zh-CN" altLang="zh-CN"/>
          </a:p>
        </p:txBody>
      </p:sp>
    </p:spTree>
    <p:extLst>
      <p:ext uri="{BB962C8B-B14F-4D97-AF65-F5344CB8AC3E}">
        <p14:creationId xmlns:p14="http://schemas.microsoft.com/office/powerpoint/2010/main" val="2792606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日期占位符 3">
            <a:extLst>
              <a:ext uri="{FF2B5EF4-FFF2-40B4-BE49-F238E27FC236}">
                <a16:creationId xmlns:a16="http://schemas.microsoft.com/office/drawing/2014/main" id="{20EC3AE9-9732-5DBA-92FB-8687FD67CE39}"/>
              </a:ext>
            </a:extLst>
          </p:cNvPr>
          <p:cNvSpPr>
            <a:spLocks noGrp="1"/>
          </p:cNvSpPr>
          <p:nvPr>
            <p:ph type="dt" sz="half" idx="10"/>
          </p:nvPr>
        </p:nvSpPr>
        <p:spPr/>
        <p:txBody>
          <a:bodyPr/>
          <a:lstStyle>
            <a:lvl1pPr>
              <a:defRPr/>
            </a:lvl1pPr>
          </a:lstStyle>
          <a:p>
            <a:pPr>
              <a:defRPr/>
            </a:pPr>
            <a:endParaRPr lang="zh-CN" altLang="zh-CN"/>
          </a:p>
        </p:txBody>
      </p:sp>
      <p:sp>
        <p:nvSpPr>
          <p:cNvPr id="4" name="页脚占位符 4">
            <a:extLst>
              <a:ext uri="{FF2B5EF4-FFF2-40B4-BE49-F238E27FC236}">
                <a16:creationId xmlns:a16="http://schemas.microsoft.com/office/drawing/2014/main" id="{6FA9D9DD-0863-D2FA-2762-0BACFAC7A12D}"/>
              </a:ext>
            </a:extLst>
          </p:cNvPr>
          <p:cNvSpPr>
            <a:spLocks noGrp="1"/>
          </p:cNvSpPr>
          <p:nvPr>
            <p:ph type="ftr" sz="quarter" idx="11"/>
          </p:nvPr>
        </p:nvSpPr>
        <p:spPr/>
        <p:txBody>
          <a:bodyPr/>
          <a:lstStyle>
            <a:lvl1pPr>
              <a:defRPr/>
            </a:lvl1pPr>
          </a:lstStyle>
          <a:p>
            <a:pPr>
              <a:defRPr/>
            </a:pPr>
            <a:endParaRPr lang="zh-CN" altLang="zh-CN"/>
          </a:p>
        </p:txBody>
      </p:sp>
      <p:sp>
        <p:nvSpPr>
          <p:cNvPr id="5" name="灯片编号占位符 5">
            <a:extLst>
              <a:ext uri="{FF2B5EF4-FFF2-40B4-BE49-F238E27FC236}">
                <a16:creationId xmlns:a16="http://schemas.microsoft.com/office/drawing/2014/main" id="{EB61EF4C-83E4-F4AD-7A10-B4A78FCCC336}"/>
              </a:ext>
            </a:extLst>
          </p:cNvPr>
          <p:cNvSpPr>
            <a:spLocks noGrp="1"/>
          </p:cNvSpPr>
          <p:nvPr>
            <p:ph type="sldNum" sz="quarter" idx="12"/>
          </p:nvPr>
        </p:nvSpPr>
        <p:spPr/>
        <p:txBody>
          <a:bodyPr/>
          <a:lstStyle>
            <a:lvl1pPr>
              <a:defRPr/>
            </a:lvl1pPr>
          </a:lstStyle>
          <a:p>
            <a:pPr>
              <a:defRPr/>
            </a:pPr>
            <a:fld id="{A4537D15-964F-4B76-865C-5CD66ABB1CB9}" type="slidenum">
              <a:rPr lang="zh-CN" altLang="zh-CN"/>
              <a:pPr>
                <a:defRPr/>
              </a:pPr>
              <a:t>‹#›</a:t>
            </a:fld>
            <a:endParaRPr lang="zh-CN" altLang="zh-CN"/>
          </a:p>
        </p:txBody>
      </p:sp>
    </p:spTree>
    <p:extLst>
      <p:ext uri="{BB962C8B-B14F-4D97-AF65-F5344CB8AC3E}">
        <p14:creationId xmlns:p14="http://schemas.microsoft.com/office/powerpoint/2010/main" val="288019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159FE47-950B-2AFF-B456-8515F362A3A0}"/>
              </a:ext>
            </a:extLst>
          </p:cNvPr>
          <p:cNvSpPr>
            <a:spLocks noGrp="1"/>
          </p:cNvSpPr>
          <p:nvPr>
            <p:ph type="dt" sz="half" idx="10"/>
          </p:nvPr>
        </p:nvSpPr>
        <p:spPr/>
        <p:txBody>
          <a:bodyPr/>
          <a:lstStyle>
            <a:lvl1pPr>
              <a:defRPr/>
            </a:lvl1pPr>
          </a:lstStyle>
          <a:p>
            <a:pPr>
              <a:defRPr/>
            </a:pPr>
            <a:endParaRPr lang="zh-CN" altLang="zh-CN"/>
          </a:p>
        </p:txBody>
      </p:sp>
      <p:sp>
        <p:nvSpPr>
          <p:cNvPr id="3" name="页脚占位符 4">
            <a:extLst>
              <a:ext uri="{FF2B5EF4-FFF2-40B4-BE49-F238E27FC236}">
                <a16:creationId xmlns:a16="http://schemas.microsoft.com/office/drawing/2014/main" id="{057757B3-CAF3-4D2C-BD6B-570A4620594F}"/>
              </a:ext>
            </a:extLst>
          </p:cNvPr>
          <p:cNvSpPr>
            <a:spLocks noGrp="1"/>
          </p:cNvSpPr>
          <p:nvPr>
            <p:ph type="ftr" sz="quarter" idx="11"/>
          </p:nvPr>
        </p:nvSpPr>
        <p:spPr/>
        <p:txBody>
          <a:bodyPr/>
          <a:lstStyle>
            <a:lvl1pPr>
              <a:defRPr/>
            </a:lvl1pPr>
          </a:lstStyle>
          <a:p>
            <a:pPr>
              <a:defRPr/>
            </a:pPr>
            <a:endParaRPr lang="zh-CN" altLang="zh-CN"/>
          </a:p>
        </p:txBody>
      </p:sp>
      <p:sp>
        <p:nvSpPr>
          <p:cNvPr id="4" name="灯片编号占位符 5">
            <a:extLst>
              <a:ext uri="{FF2B5EF4-FFF2-40B4-BE49-F238E27FC236}">
                <a16:creationId xmlns:a16="http://schemas.microsoft.com/office/drawing/2014/main" id="{16D8D5B9-CA04-40D9-FDF2-D79CA8F38F92}"/>
              </a:ext>
            </a:extLst>
          </p:cNvPr>
          <p:cNvSpPr>
            <a:spLocks noGrp="1"/>
          </p:cNvSpPr>
          <p:nvPr>
            <p:ph type="sldNum" sz="quarter" idx="12"/>
          </p:nvPr>
        </p:nvSpPr>
        <p:spPr/>
        <p:txBody>
          <a:bodyPr/>
          <a:lstStyle>
            <a:lvl1pPr>
              <a:defRPr/>
            </a:lvl1pPr>
          </a:lstStyle>
          <a:p>
            <a:pPr>
              <a:defRPr/>
            </a:pPr>
            <a:fld id="{4C00EB3A-33C7-448B-A08E-A1F8589C68E7}" type="slidenum">
              <a:rPr lang="zh-CN" altLang="zh-CN"/>
              <a:pPr>
                <a:defRPr/>
              </a:pPr>
              <a:t>‹#›</a:t>
            </a:fld>
            <a:endParaRPr lang="zh-CN" altLang="zh-CN"/>
          </a:p>
        </p:txBody>
      </p:sp>
    </p:spTree>
    <p:extLst>
      <p:ext uri="{BB962C8B-B14F-4D97-AF65-F5344CB8AC3E}">
        <p14:creationId xmlns:p14="http://schemas.microsoft.com/office/powerpoint/2010/main" val="543733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2" name="标题 1"/>
          <p:cNvSpPr>
            <a:spLocks noGrp="1"/>
          </p:cNvSpPr>
          <p:nvPr>
            <p:ph type="title"/>
          </p:nvPr>
        </p:nvSpPr>
        <p:spPr>
          <a:xfrm>
            <a:off x="457205" y="285728"/>
            <a:ext cx="8230993" cy="696626"/>
          </a:xfrm>
        </p:spPr>
        <p:txBody>
          <a:bodyPr/>
          <a:lstStyle>
            <a:lvl1pPr algn="ctr">
              <a:defRPr sz="3600" b="0"/>
            </a:lvl1pPr>
          </a:lstStyle>
          <a:p>
            <a:r>
              <a:rPr lang="zh-CN" altLang="en-US" noProof="1"/>
              <a:t>单击此处编辑母版标题样式</a:t>
            </a:r>
            <a:endParaRPr lang="en-US" noProof="1"/>
          </a:p>
        </p:txBody>
      </p:sp>
      <p:sp>
        <p:nvSpPr>
          <p:cNvPr id="5" name="日期占位符 3">
            <a:extLst>
              <a:ext uri="{FF2B5EF4-FFF2-40B4-BE49-F238E27FC236}">
                <a16:creationId xmlns:a16="http://schemas.microsoft.com/office/drawing/2014/main" id="{D36A276A-8702-CADD-9B69-214AC88B67A4}"/>
              </a:ext>
            </a:extLst>
          </p:cNvPr>
          <p:cNvSpPr>
            <a:spLocks noGrp="1"/>
          </p:cNvSpPr>
          <p:nvPr>
            <p:ph type="dt" sz="half" idx="10"/>
          </p:nvPr>
        </p:nvSpPr>
        <p:spPr/>
        <p:txBody>
          <a:bodyPr/>
          <a:lstStyle>
            <a:lvl1pPr>
              <a:defRPr/>
            </a:lvl1pPr>
          </a:lstStyle>
          <a:p>
            <a:pPr>
              <a:defRPr/>
            </a:pPr>
            <a:endParaRPr lang="zh-CN" altLang="zh-CN"/>
          </a:p>
        </p:txBody>
      </p:sp>
      <p:sp>
        <p:nvSpPr>
          <p:cNvPr id="6" name="页脚占位符 4">
            <a:extLst>
              <a:ext uri="{FF2B5EF4-FFF2-40B4-BE49-F238E27FC236}">
                <a16:creationId xmlns:a16="http://schemas.microsoft.com/office/drawing/2014/main" id="{31239798-8281-EB00-9E25-42AB67ABE000}"/>
              </a:ext>
            </a:extLst>
          </p:cNvPr>
          <p:cNvSpPr>
            <a:spLocks noGrp="1"/>
          </p:cNvSpPr>
          <p:nvPr>
            <p:ph type="ftr" sz="quarter" idx="11"/>
          </p:nvPr>
        </p:nvSpPr>
        <p:spPr/>
        <p:txBody>
          <a:bodyPr/>
          <a:lstStyle>
            <a:lvl1pPr>
              <a:defRPr/>
            </a:lvl1pPr>
          </a:lstStyle>
          <a:p>
            <a:pPr>
              <a:defRPr/>
            </a:pPr>
            <a:endParaRPr lang="zh-CN" altLang="zh-CN"/>
          </a:p>
        </p:txBody>
      </p:sp>
      <p:sp>
        <p:nvSpPr>
          <p:cNvPr id="7" name="灯片编号占位符 5">
            <a:extLst>
              <a:ext uri="{FF2B5EF4-FFF2-40B4-BE49-F238E27FC236}">
                <a16:creationId xmlns:a16="http://schemas.microsoft.com/office/drawing/2014/main" id="{4743FBAC-1EF9-5783-1FAC-DD372AFD3D22}"/>
              </a:ext>
            </a:extLst>
          </p:cNvPr>
          <p:cNvSpPr>
            <a:spLocks noGrp="1"/>
          </p:cNvSpPr>
          <p:nvPr>
            <p:ph type="sldNum" sz="quarter" idx="12"/>
          </p:nvPr>
        </p:nvSpPr>
        <p:spPr/>
        <p:txBody>
          <a:bodyPr/>
          <a:lstStyle>
            <a:lvl1pPr>
              <a:defRPr/>
            </a:lvl1pPr>
          </a:lstStyle>
          <a:p>
            <a:pPr>
              <a:defRPr/>
            </a:pPr>
            <a:fld id="{5CCD47EC-E134-4EB8-8552-9737718C247A}" type="slidenum">
              <a:rPr lang="zh-CN" altLang="zh-CN"/>
              <a:pPr>
                <a:defRPr/>
              </a:pPr>
              <a:t>‹#›</a:t>
            </a:fld>
            <a:endParaRPr lang="zh-CN" altLang="zh-CN"/>
          </a:p>
        </p:txBody>
      </p:sp>
    </p:spTree>
    <p:extLst>
      <p:ext uri="{BB962C8B-B14F-4D97-AF65-F5344CB8AC3E}">
        <p14:creationId xmlns:p14="http://schemas.microsoft.com/office/powerpoint/2010/main" val="3181083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lstStyle>
            <a:lvl1pPr algn="l">
              <a:defRPr sz="2400" b="0"/>
            </a:lvl1pPr>
          </a:lstStyle>
          <a:p>
            <a:r>
              <a:rPr lang="zh-CN" altLang="en-US" noProof="1"/>
              <a:t>单击此处编辑母版标题样式</a:t>
            </a:r>
            <a:endParaRPr lang="en-US" noProof="1"/>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日期占位符 3">
            <a:extLst>
              <a:ext uri="{FF2B5EF4-FFF2-40B4-BE49-F238E27FC236}">
                <a16:creationId xmlns:a16="http://schemas.microsoft.com/office/drawing/2014/main" id="{B2BF77CF-2CA5-CC87-02C8-F75F6F47B783}"/>
              </a:ext>
            </a:extLst>
          </p:cNvPr>
          <p:cNvSpPr>
            <a:spLocks noGrp="1"/>
          </p:cNvSpPr>
          <p:nvPr>
            <p:ph type="dt" sz="half" idx="10"/>
          </p:nvPr>
        </p:nvSpPr>
        <p:spPr/>
        <p:txBody>
          <a:bodyPr/>
          <a:lstStyle>
            <a:lvl1pPr>
              <a:defRPr/>
            </a:lvl1pPr>
          </a:lstStyle>
          <a:p>
            <a:pPr>
              <a:defRPr/>
            </a:pPr>
            <a:endParaRPr lang="zh-CN" altLang="zh-CN"/>
          </a:p>
        </p:txBody>
      </p:sp>
      <p:sp>
        <p:nvSpPr>
          <p:cNvPr id="6" name="页脚占位符 4">
            <a:extLst>
              <a:ext uri="{FF2B5EF4-FFF2-40B4-BE49-F238E27FC236}">
                <a16:creationId xmlns:a16="http://schemas.microsoft.com/office/drawing/2014/main" id="{A9525889-28F0-760E-E6E8-879F1006F75C}"/>
              </a:ext>
            </a:extLst>
          </p:cNvPr>
          <p:cNvSpPr>
            <a:spLocks noGrp="1"/>
          </p:cNvSpPr>
          <p:nvPr>
            <p:ph type="ftr" sz="quarter" idx="11"/>
          </p:nvPr>
        </p:nvSpPr>
        <p:spPr/>
        <p:txBody>
          <a:bodyPr/>
          <a:lstStyle>
            <a:lvl1pPr>
              <a:defRPr/>
            </a:lvl1pPr>
          </a:lstStyle>
          <a:p>
            <a:pPr>
              <a:defRPr/>
            </a:pPr>
            <a:endParaRPr lang="zh-CN" altLang="zh-CN"/>
          </a:p>
        </p:txBody>
      </p:sp>
      <p:sp>
        <p:nvSpPr>
          <p:cNvPr id="7" name="灯片编号占位符 5">
            <a:extLst>
              <a:ext uri="{FF2B5EF4-FFF2-40B4-BE49-F238E27FC236}">
                <a16:creationId xmlns:a16="http://schemas.microsoft.com/office/drawing/2014/main" id="{03A78DB1-7B00-97DC-2F35-64713F304B39}"/>
              </a:ext>
            </a:extLst>
          </p:cNvPr>
          <p:cNvSpPr>
            <a:spLocks noGrp="1"/>
          </p:cNvSpPr>
          <p:nvPr>
            <p:ph type="sldNum" sz="quarter" idx="12"/>
          </p:nvPr>
        </p:nvSpPr>
        <p:spPr/>
        <p:txBody>
          <a:bodyPr/>
          <a:lstStyle>
            <a:lvl1pPr>
              <a:defRPr/>
            </a:lvl1pPr>
          </a:lstStyle>
          <a:p>
            <a:pPr>
              <a:defRPr/>
            </a:pPr>
            <a:fld id="{DCA26B90-CB75-4CDA-AA5A-916B1EA04BC5}" type="slidenum">
              <a:rPr lang="zh-CN" altLang="zh-CN"/>
              <a:pPr>
                <a:defRPr/>
              </a:pPr>
              <a:t>‹#›</a:t>
            </a:fld>
            <a:endParaRPr lang="zh-CN" altLang="zh-CN"/>
          </a:p>
        </p:txBody>
      </p:sp>
    </p:spTree>
    <p:extLst>
      <p:ext uri="{BB962C8B-B14F-4D97-AF65-F5344CB8AC3E}">
        <p14:creationId xmlns:p14="http://schemas.microsoft.com/office/powerpoint/2010/main" val="2650628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a:extLst>
              <a:ext uri="{FF2B5EF4-FFF2-40B4-BE49-F238E27FC236}">
                <a16:creationId xmlns:a16="http://schemas.microsoft.com/office/drawing/2014/main" id="{9B6264C0-DA00-1A7E-B7F3-03519511D009}"/>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5FA42C5E-89E4-ABEE-9FDF-24CDC04D19EB}"/>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C8107F39-1D81-6EDC-9AE3-B6E9D1B1AB19}"/>
              </a:ext>
            </a:extLst>
          </p:cNvPr>
          <p:cNvSpPr>
            <a:spLocks noGrp="1"/>
          </p:cNvSpPr>
          <p:nvPr>
            <p:ph type="sldNum" sz="quarter" idx="12"/>
          </p:nvPr>
        </p:nvSpPr>
        <p:spPr/>
        <p:txBody>
          <a:bodyPr/>
          <a:lstStyle>
            <a:lvl1pPr>
              <a:defRPr/>
            </a:lvl1pPr>
          </a:lstStyle>
          <a:p>
            <a:pPr>
              <a:defRPr/>
            </a:pPr>
            <a:fld id="{FB260F9A-FBBB-444B-AF68-1F54BEFA695B}" type="slidenum">
              <a:rPr lang="zh-CN" altLang="zh-CN"/>
              <a:pPr>
                <a:defRPr/>
              </a:pPr>
              <a:t>‹#›</a:t>
            </a:fld>
            <a:endParaRPr lang="zh-CN" altLang="zh-CN"/>
          </a:p>
        </p:txBody>
      </p:sp>
    </p:spTree>
    <p:extLst>
      <p:ext uri="{BB962C8B-B14F-4D97-AF65-F5344CB8AC3E}">
        <p14:creationId xmlns:p14="http://schemas.microsoft.com/office/powerpoint/2010/main" val="269198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a:xfrm>
            <a:off x="457200" y="274639"/>
            <a:ext cx="66151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a:extLst>
              <a:ext uri="{FF2B5EF4-FFF2-40B4-BE49-F238E27FC236}">
                <a16:creationId xmlns:a16="http://schemas.microsoft.com/office/drawing/2014/main" id="{4760804C-D8B7-C425-278C-1D97094B9C11}"/>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4529D154-6A32-6F20-8AE7-C10D2D373B70}"/>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A6C0321D-002C-681E-7410-A726EBDDC090}"/>
              </a:ext>
            </a:extLst>
          </p:cNvPr>
          <p:cNvSpPr>
            <a:spLocks noGrp="1"/>
          </p:cNvSpPr>
          <p:nvPr>
            <p:ph type="sldNum" sz="quarter" idx="12"/>
          </p:nvPr>
        </p:nvSpPr>
        <p:spPr/>
        <p:txBody>
          <a:bodyPr/>
          <a:lstStyle>
            <a:lvl1pPr>
              <a:defRPr/>
            </a:lvl1pPr>
          </a:lstStyle>
          <a:p>
            <a:pPr>
              <a:defRPr/>
            </a:pPr>
            <a:fld id="{29DF9811-2ADB-496B-B126-CED106DD5BD6}" type="slidenum">
              <a:rPr lang="zh-CN" altLang="zh-CN"/>
              <a:pPr>
                <a:defRPr/>
              </a:pPr>
              <a:t>‹#›</a:t>
            </a:fld>
            <a:endParaRPr lang="zh-CN" altLang="zh-CN"/>
          </a:p>
        </p:txBody>
      </p:sp>
    </p:spTree>
    <p:extLst>
      <p:ext uri="{BB962C8B-B14F-4D97-AF65-F5344CB8AC3E}">
        <p14:creationId xmlns:p14="http://schemas.microsoft.com/office/powerpoint/2010/main" val="2030549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lang="zh-CN" altLang="en-US" noProof="1"/>
              <a:t>单击此处编辑母版标题样式</a:t>
            </a:r>
            <a:endParaRPr lang="en-US" noProof="1"/>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en-US" noProof="1"/>
          </a:p>
        </p:txBody>
      </p:sp>
      <p:sp>
        <p:nvSpPr>
          <p:cNvPr id="4" name="日期占位符 3">
            <a:extLst>
              <a:ext uri="{FF2B5EF4-FFF2-40B4-BE49-F238E27FC236}">
                <a16:creationId xmlns:a16="http://schemas.microsoft.com/office/drawing/2014/main" id="{F8662E4E-1553-4C29-7F5D-C948E548A187}"/>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7477A4F2-1307-CCEF-0C1B-38D4CA5F9424}"/>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191F0962-7574-7212-507C-BB1DFD1BAAF0}"/>
              </a:ext>
            </a:extLst>
          </p:cNvPr>
          <p:cNvSpPr>
            <a:spLocks noGrp="1"/>
          </p:cNvSpPr>
          <p:nvPr>
            <p:ph type="sldNum" sz="quarter" idx="12"/>
          </p:nvPr>
        </p:nvSpPr>
        <p:spPr/>
        <p:txBody>
          <a:bodyPr/>
          <a:lstStyle>
            <a:lvl1pPr>
              <a:defRPr/>
            </a:lvl1pPr>
          </a:lstStyle>
          <a:p>
            <a:pPr>
              <a:defRPr/>
            </a:pPr>
            <a:fld id="{BFFA0BFC-570D-4DB1-A304-215F644C1A89}" type="slidenum">
              <a:rPr lang="zh-CN" altLang="zh-CN"/>
              <a:pPr>
                <a:defRPr/>
              </a:pPr>
              <a:t>‹#›</a:t>
            </a:fld>
            <a:endParaRPr lang="zh-CN" altLang="zh-CN"/>
          </a:p>
        </p:txBody>
      </p:sp>
    </p:spTree>
    <p:extLst>
      <p:ext uri="{BB962C8B-B14F-4D97-AF65-F5344CB8AC3E}">
        <p14:creationId xmlns:p14="http://schemas.microsoft.com/office/powerpoint/2010/main" val="240644660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a:extLst>
              <a:ext uri="{FF2B5EF4-FFF2-40B4-BE49-F238E27FC236}">
                <a16:creationId xmlns:a16="http://schemas.microsoft.com/office/drawing/2014/main" id="{38AB7D83-6E34-8BBA-20B7-7B171D839CC7}"/>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67D6EA13-526F-8454-0EAB-3DF3DBBCDCA7}"/>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F9CB1591-3807-A5ED-ED4D-E2FF3099EBB2}"/>
              </a:ext>
            </a:extLst>
          </p:cNvPr>
          <p:cNvSpPr>
            <a:spLocks noGrp="1"/>
          </p:cNvSpPr>
          <p:nvPr>
            <p:ph type="sldNum" sz="quarter" idx="12"/>
          </p:nvPr>
        </p:nvSpPr>
        <p:spPr/>
        <p:txBody>
          <a:bodyPr/>
          <a:lstStyle>
            <a:lvl1pPr>
              <a:defRPr/>
            </a:lvl1pPr>
          </a:lstStyle>
          <a:p>
            <a:pPr>
              <a:defRPr/>
            </a:pPr>
            <a:fld id="{6A47B99A-471F-4927-9A9A-665EDCCBE02A}" type="slidenum">
              <a:rPr lang="zh-CN" altLang="zh-CN"/>
              <a:pPr>
                <a:defRPr/>
              </a:pPr>
              <a:t>‹#›</a:t>
            </a:fld>
            <a:endParaRPr lang="zh-CN" altLang="zh-CN"/>
          </a:p>
        </p:txBody>
      </p:sp>
    </p:spTree>
    <p:extLst>
      <p:ext uri="{BB962C8B-B14F-4D97-AF65-F5344CB8AC3E}">
        <p14:creationId xmlns:p14="http://schemas.microsoft.com/office/powerpoint/2010/main" val="707948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a:extLst>
              <a:ext uri="{FF2B5EF4-FFF2-40B4-BE49-F238E27FC236}">
                <a16:creationId xmlns:a16="http://schemas.microsoft.com/office/drawing/2014/main" id="{A36C21A1-D2DE-7D52-D199-1723E9E06EF5}"/>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822245F7-A81F-F5D8-E8E4-5676E304EF39}"/>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D09310A7-9D83-E01F-FB04-665B4B8D962E}"/>
              </a:ext>
            </a:extLst>
          </p:cNvPr>
          <p:cNvSpPr>
            <a:spLocks noGrp="1"/>
          </p:cNvSpPr>
          <p:nvPr>
            <p:ph type="sldNum" sz="quarter" idx="12"/>
          </p:nvPr>
        </p:nvSpPr>
        <p:spPr/>
        <p:txBody>
          <a:bodyPr/>
          <a:lstStyle>
            <a:lvl1pPr>
              <a:defRPr/>
            </a:lvl1pPr>
          </a:lstStyle>
          <a:p>
            <a:pPr>
              <a:defRPr/>
            </a:pPr>
            <a:fld id="{FB1EE540-B4CD-4360-88C1-F8C95FC9C7B8}" type="slidenum">
              <a:rPr lang="zh-CN" altLang="zh-CN"/>
              <a:pPr>
                <a:defRPr/>
              </a:pPr>
              <a:t>‹#›</a:t>
            </a:fld>
            <a:endParaRPr lang="zh-CN" altLang="zh-CN"/>
          </a:p>
        </p:txBody>
      </p:sp>
    </p:spTree>
    <p:extLst>
      <p:ext uri="{BB962C8B-B14F-4D97-AF65-F5344CB8AC3E}">
        <p14:creationId xmlns:p14="http://schemas.microsoft.com/office/powerpoint/2010/main" val="422476172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日期占位符 3">
            <a:extLst>
              <a:ext uri="{FF2B5EF4-FFF2-40B4-BE49-F238E27FC236}">
                <a16:creationId xmlns:a16="http://schemas.microsoft.com/office/drawing/2014/main" id="{6E5354AC-BF62-E73D-500C-084EE59152FB}"/>
              </a:ext>
            </a:extLst>
          </p:cNvPr>
          <p:cNvSpPr>
            <a:spLocks noGrp="1"/>
          </p:cNvSpPr>
          <p:nvPr>
            <p:ph type="dt" sz="half" idx="10"/>
          </p:nvPr>
        </p:nvSpPr>
        <p:spPr/>
        <p:txBody>
          <a:bodyPr/>
          <a:lstStyle>
            <a:lvl1pPr>
              <a:defRPr/>
            </a:lvl1pPr>
          </a:lstStyle>
          <a:p>
            <a:pPr>
              <a:defRPr/>
            </a:pPr>
            <a:endParaRPr lang="zh-CN" altLang="zh-CN"/>
          </a:p>
        </p:txBody>
      </p:sp>
      <p:sp>
        <p:nvSpPr>
          <p:cNvPr id="6" name="页脚占位符 4">
            <a:extLst>
              <a:ext uri="{FF2B5EF4-FFF2-40B4-BE49-F238E27FC236}">
                <a16:creationId xmlns:a16="http://schemas.microsoft.com/office/drawing/2014/main" id="{521C8E30-667D-AF1D-6628-0DD6E24DE0C2}"/>
              </a:ext>
            </a:extLst>
          </p:cNvPr>
          <p:cNvSpPr>
            <a:spLocks noGrp="1"/>
          </p:cNvSpPr>
          <p:nvPr>
            <p:ph type="ftr" sz="quarter" idx="11"/>
          </p:nvPr>
        </p:nvSpPr>
        <p:spPr/>
        <p:txBody>
          <a:bodyPr/>
          <a:lstStyle>
            <a:lvl1pPr>
              <a:defRPr/>
            </a:lvl1pPr>
          </a:lstStyle>
          <a:p>
            <a:pPr>
              <a:defRPr/>
            </a:pPr>
            <a:endParaRPr lang="zh-CN" altLang="zh-CN"/>
          </a:p>
        </p:txBody>
      </p:sp>
      <p:sp>
        <p:nvSpPr>
          <p:cNvPr id="7" name="灯片编号占位符 5">
            <a:extLst>
              <a:ext uri="{FF2B5EF4-FFF2-40B4-BE49-F238E27FC236}">
                <a16:creationId xmlns:a16="http://schemas.microsoft.com/office/drawing/2014/main" id="{D67F5DD8-7303-4BCF-B8F4-107FA296E5FA}"/>
              </a:ext>
            </a:extLst>
          </p:cNvPr>
          <p:cNvSpPr>
            <a:spLocks noGrp="1"/>
          </p:cNvSpPr>
          <p:nvPr>
            <p:ph type="sldNum" sz="quarter" idx="12"/>
          </p:nvPr>
        </p:nvSpPr>
        <p:spPr/>
        <p:txBody>
          <a:bodyPr/>
          <a:lstStyle>
            <a:lvl1pPr>
              <a:defRPr/>
            </a:lvl1pPr>
          </a:lstStyle>
          <a:p>
            <a:pPr>
              <a:defRPr/>
            </a:pPr>
            <a:fld id="{4532DFF3-3AAB-42A9-BCB4-57AB0C046DEE}" type="slidenum">
              <a:rPr lang="zh-CN" altLang="zh-CN"/>
              <a:pPr>
                <a:defRPr/>
              </a:pPr>
              <a:t>‹#›</a:t>
            </a:fld>
            <a:endParaRPr lang="zh-CN" altLang="zh-CN"/>
          </a:p>
        </p:txBody>
      </p:sp>
    </p:spTree>
    <p:extLst>
      <p:ext uri="{BB962C8B-B14F-4D97-AF65-F5344CB8AC3E}">
        <p14:creationId xmlns:p14="http://schemas.microsoft.com/office/powerpoint/2010/main" val="20407335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日期占位符 3">
            <a:extLst>
              <a:ext uri="{FF2B5EF4-FFF2-40B4-BE49-F238E27FC236}">
                <a16:creationId xmlns:a16="http://schemas.microsoft.com/office/drawing/2014/main" id="{04F07596-37EB-FFC9-C003-69411F65793F}"/>
              </a:ext>
            </a:extLst>
          </p:cNvPr>
          <p:cNvSpPr>
            <a:spLocks noGrp="1"/>
          </p:cNvSpPr>
          <p:nvPr>
            <p:ph type="dt" sz="half" idx="10"/>
          </p:nvPr>
        </p:nvSpPr>
        <p:spPr/>
        <p:txBody>
          <a:bodyPr/>
          <a:lstStyle>
            <a:lvl1pPr>
              <a:defRPr/>
            </a:lvl1pPr>
          </a:lstStyle>
          <a:p>
            <a:pPr>
              <a:defRPr/>
            </a:pPr>
            <a:endParaRPr lang="zh-CN" altLang="zh-CN"/>
          </a:p>
        </p:txBody>
      </p:sp>
      <p:sp>
        <p:nvSpPr>
          <p:cNvPr id="8" name="页脚占位符 4">
            <a:extLst>
              <a:ext uri="{FF2B5EF4-FFF2-40B4-BE49-F238E27FC236}">
                <a16:creationId xmlns:a16="http://schemas.microsoft.com/office/drawing/2014/main" id="{B45F7B1F-1F31-B54E-D68A-764FC86F7D55}"/>
              </a:ext>
            </a:extLst>
          </p:cNvPr>
          <p:cNvSpPr>
            <a:spLocks noGrp="1"/>
          </p:cNvSpPr>
          <p:nvPr>
            <p:ph type="ftr" sz="quarter" idx="11"/>
          </p:nvPr>
        </p:nvSpPr>
        <p:spPr/>
        <p:txBody>
          <a:bodyPr/>
          <a:lstStyle>
            <a:lvl1pPr>
              <a:defRPr/>
            </a:lvl1pPr>
          </a:lstStyle>
          <a:p>
            <a:pPr>
              <a:defRPr/>
            </a:pPr>
            <a:endParaRPr lang="zh-CN" altLang="zh-CN"/>
          </a:p>
        </p:txBody>
      </p:sp>
      <p:sp>
        <p:nvSpPr>
          <p:cNvPr id="9" name="灯片编号占位符 5">
            <a:extLst>
              <a:ext uri="{FF2B5EF4-FFF2-40B4-BE49-F238E27FC236}">
                <a16:creationId xmlns:a16="http://schemas.microsoft.com/office/drawing/2014/main" id="{328E7752-D48C-7B09-9ADE-BD823F49A1C0}"/>
              </a:ext>
            </a:extLst>
          </p:cNvPr>
          <p:cNvSpPr>
            <a:spLocks noGrp="1"/>
          </p:cNvSpPr>
          <p:nvPr>
            <p:ph type="sldNum" sz="quarter" idx="12"/>
          </p:nvPr>
        </p:nvSpPr>
        <p:spPr/>
        <p:txBody>
          <a:bodyPr/>
          <a:lstStyle>
            <a:lvl1pPr>
              <a:defRPr/>
            </a:lvl1pPr>
          </a:lstStyle>
          <a:p>
            <a:pPr>
              <a:defRPr/>
            </a:pPr>
            <a:fld id="{CA6B2771-F1E1-409F-94B3-71A584AB3CF5}" type="slidenum">
              <a:rPr lang="zh-CN" altLang="zh-CN"/>
              <a:pPr>
                <a:defRPr/>
              </a:pPr>
              <a:t>‹#›</a:t>
            </a:fld>
            <a:endParaRPr lang="zh-CN" altLang="zh-CN"/>
          </a:p>
        </p:txBody>
      </p:sp>
    </p:spTree>
    <p:extLst>
      <p:ext uri="{BB962C8B-B14F-4D97-AF65-F5344CB8AC3E}">
        <p14:creationId xmlns:p14="http://schemas.microsoft.com/office/powerpoint/2010/main" val="2858055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日期占位符 3">
            <a:extLst>
              <a:ext uri="{FF2B5EF4-FFF2-40B4-BE49-F238E27FC236}">
                <a16:creationId xmlns:a16="http://schemas.microsoft.com/office/drawing/2014/main" id="{0E87AB0E-D487-0846-2036-5E2D8AD7777A}"/>
              </a:ext>
            </a:extLst>
          </p:cNvPr>
          <p:cNvSpPr>
            <a:spLocks noGrp="1"/>
          </p:cNvSpPr>
          <p:nvPr>
            <p:ph type="dt" sz="half" idx="10"/>
          </p:nvPr>
        </p:nvSpPr>
        <p:spPr/>
        <p:txBody>
          <a:bodyPr/>
          <a:lstStyle>
            <a:lvl1pPr>
              <a:defRPr/>
            </a:lvl1pPr>
          </a:lstStyle>
          <a:p>
            <a:pPr>
              <a:defRPr/>
            </a:pPr>
            <a:endParaRPr lang="zh-CN" altLang="zh-CN"/>
          </a:p>
        </p:txBody>
      </p:sp>
      <p:sp>
        <p:nvSpPr>
          <p:cNvPr id="4" name="页脚占位符 4">
            <a:extLst>
              <a:ext uri="{FF2B5EF4-FFF2-40B4-BE49-F238E27FC236}">
                <a16:creationId xmlns:a16="http://schemas.microsoft.com/office/drawing/2014/main" id="{919B2DE8-E0DF-3040-3C94-4D4E798524D3}"/>
              </a:ext>
            </a:extLst>
          </p:cNvPr>
          <p:cNvSpPr>
            <a:spLocks noGrp="1"/>
          </p:cNvSpPr>
          <p:nvPr>
            <p:ph type="ftr" sz="quarter" idx="11"/>
          </p:nvPr>
        </p:nvSpPr>
        <p:spPr/>
        <p:txBody>
          <a:bodyPr/>
          <a:lstStyle>
            <a:lvl1pPr>
              <a:defRPr/>
            </a:lvl1pPr>
          </a:lstStyle>
          <a:p>
            <a:pPr>
              <a:defRPr/>
            </a:pPr>
            <a:endParaRPr lang="zh-CN" altLang="zh-CN"/>
          </a:p>
        </p:txBody>
      </p:sp>
      <p:sp>
        <p:nvSpPr>
          <p:cNvPr id="5" name="灯片编号占位符 5">
            <a:extLst>
              <a:ext uri="{FF2B5EF4-FFF2-40B4-BE49-F238E27FC236}">
                <a16:creationId xmlns:a16="http://schemas.microsoft.com/office/drawing/2014/main" id="{2775D325-835F-B196-4884-E55579C3D4ED}"/>
              </a:ext>
            </a:extLst>
          </p:cNvPr>
          <p:cNvSpPr>
            <a:spLocks noGrp="1"/>
          </p:cNvSpPr>
          <p:nvPr>
            <p:ph type="sldNum" sz="quarter" idx="12"/>
          </p:nvPr>
        </p:nvSpPr>
        <p:spPr/>
        <p:txBody>
          <a:bodyPr/>
          <a:lstStyle>
            <a:lvl1pPr>
              <a:defRPr/>
            </a:lvl1pPr>
          </a:lstStyle>
          <a:p>
            <a:pPr>
              <a:defRPr/>
            </a:pPr>
            <a:fld id="{EC926447-5F62-41D5-89B6-CD8D1EF73DA0}" type="slidenum">
              <a:rPr lang="zh-CN" altLang="zh-CN"/>
              <a:pPr>
                <a:defRPr/>
              </a:pPr>
              <a:t>‹#›</a:t>
            </a:fld>
            <a:endParaRPr lang="zh-CN" altLang="zh-CN"/>
          </a:p>
        </p:txBody>
      </p:sp>
    </p:spTree>
    <p:extLst>
      <p:ext uri="{BB962C8B-B14F-4D97-AF65-F5344CB8AC3E}">
        <p14:creationId xmlns:p14="http://schemas.microsoft.com/office/powerpoint/2010/main" val="26939683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F74E2DD-A44D-90B4-66E8-3485CE315D35}"/>
              </a:ext>
            </a:extLst>
          </p:cNvPr>
          <p:cNvSpPr>
            <a:spLocks noGrp="1"/>
          </p:cNvSpPr>
          <p:nvPr>
            <p:ph type="dt" sz="half" idx="10"/>
          </p:nvPr>
        </p:nvSpPr>
        <p:spPr/>
        <p:txBody>
          <a:bodyPr/>
          <a:lstStyle>
            <a:lvl1pPr>
              <a:defRPr/>
            </a:lvl1pPr>
          </a:lstStyle>
          <a:p>
            <a:pPr>
              <a:defRPr/>
            </a:pPr>
            <a:endParaRPr lang="zh-CN" altLang="zh-CN"/>
          </a:p>
        </p:txBody>
      </p:sp>
      <p:sp>
        <p:nvSpPr>
          <p:cNvPr id="3" name="页脚占位符 4">
            <a:extLst>
              <a:ext uri="{FF2B5EF4-FFF2-40B4-BE49-F238E27FC236}">
                <a16:creationId xmlns:a16="http://schemas.microsoft.com/office/drawing/2014/main" id="{F675A3C2-8D7F-5233-0F32-748FF994DA24}"/>
              </a:ext>
            </a:extLst>
          </p:cNvPr>
          <p:cNvSpPr>
            <a:spLocks noGrp="1"/>
          </p:cNvSpPr>
          <p:nvPr>
            <p:ph type="ftr" sz="quarter" idx="11"/>
          </p:nvPr>
        </p:nvSpPr>
        <p:spPr/>
        <p:txBody>
          <a:bodyPr/>
          <a:lstStyle>
            <a:lvl1pPr>
              <a:defRPr/>
            </a:lvl1pPr>
          </a:lstStyle>
          <a:p>
            <a:pPr>
              <a:defRPr/>
            </a:pPr>
            <a:endParaRPr lang="zh-CN" altLang="zh-CN"/>
          </a:p>
        </p:txBody>
      </p:sp>
      <p:sp>
        <p:nvSpPr>
          <p:cNvPr id="4" name="灯片编号占位符 5">
            <a:extLst>
              <a:ext uri="{FF2B5EF4-FFF2-40B4-BE49-F238E27FC236}">
                <a16:creationId xmlns:a16="http://schemas.microsoft.com/office/drawing/2014/main" id="{7971C716-513B-257D-4225-2DFAF306A53A}"/>
              </a:ext>
            </a:extLst>
          </p:cNvPr>
          <p:cNvSpPr>
            <a:spLocks noGrp="1"/>
          </p:cNvSpPr>
          <p:nvPr>
            <p:ph type="sldNum" sz="quarter" idx="12"/>
          </p:nvPr>
        </p:nvSpPr>
        <p:spPr/>
        <p:txBody>
          <a:bodyPr/>
          <a:lstStyle>
            <a:lvl1pPr>
              <a:defRPr/>
            </a:lvl1pPr>
          </a:lstStyle>
          <a:p>
            <a:pPr>
              <a:defRPr/>
            </a:pPr>
            <a:fld id="{E1CB5C38-06B0-4A80-97E6-780E37EB8F49}" type="slidenum">
              <a:rPr lang="zh-CN" altLang="zh-CN"/>
              <a:pPr>
                <a:defRPr/>
              </a:pPr>
              <a:t>‹#›</a:t>
            </a:fld>
            <a:endParaRPr lang="zh-CN" altLang="zh-CN"/>
          </a:p>
        </p:txBody>
      </p:sp>
    </p:spTree>
    <p:extLst>
      <p:ext uri="{BB962C8B-B14F-4D97-AF65-F5344CB8AC3E}">
        <p14:creationId xmlns:p14="http://schemas.microsoft.com/office/powerpoint/2010/main" val="422192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2" name="标题 1"/>
          <p:cNvSpPr>
            <a:spLocks noGrp="1"/>
          </p:cNvSpPr>
          <p:nvPr>
            <p:ph type="title"/>
          </p:nvPr>
        </p:nvSpPr>
        <p:spPr>
          <a:xfrm>
            <a:off x="457205" y="285728"/>
            <a:ext cx="8230993" cy="696626"/>
          </a:xfrm>
        </p:spPr>
        <p:txBody>
          <a:bodyPr/>
          <a:lstStyle>
            <a:lvl1pPr algn="ctr">
              <a:defRPr sz="3600" b="0"/>
            </a:lvl1pPr>
          </a:lstStyle>
          <a:p>
            <a:r>
              <a:rPr lang="zh-CN" altLang="en-US" noProof="1"/>
              <a:t>单击此处编辑母版标题样式</a:t>
            </a:r>
            <a:endParaRPr lang="en-US" noProof="1"/>
          </a:p>
        </p:txBody>
      </p:sp>
      <p:sp>
        <p:nvSpPr>
          <p:cNvPr id="5" name="日期占位符 3">
            <a:extLst>
              <a:ext uri="{FF2B5EF4-FFF2-40B4-BE49-F238E27FC236}">
                <a16:creationId xmlns:a16="http://schemas.microsoft.com/office/drawing/2014/main" id="{F41CE3D6-1868-5B54-4818-76A1BCC41E7B}"/>
              </a:ext>
            </a:extLst>
          </p:cNvPr>
          <p:cNvSpPr>
            <a:spLocks noGrp="1"/>
          </p:cNvSpPr>
          <p:nvPr>
            <p:ph type="dt" sz="half" idx="10"/>
          </p:nvPr>
        </p:nvSpPr>
        <p:spPr/>
        <p:txBody>
          <a:bodyPr/>
          <a:lstStyle>
            <a:lvl1pPr>
              <a:defRPr/>
            </a:lvl1pPr>
          </a:lstStyle>
          <a:p>
            <a:pPr>
              <a:defRPr/>
            </a:pPr>
            <a:endParaRPr lang="zh-CN" altLang="zh-CN"/>
          </a:p>
        </p:txBody>
      </p:sp>
      <p:sp>
        <p:nvSpPr>
          <p:cNvPr id="6" name="页脚占位符 4">
            <a:extLst>
              <a:ext uri="{FF2B5EF4-FFF2-40B4-BE49-F238E27FC236}">
                <a16:creationId xmlns:a16="http://schemas.microsoft.com/office/drawing/2014/main" id="{16E25FCD-2DCE-62EC-6E01-6FAADF8A162E}"/>
              </a:ext>
            </a:extLst>
          </p:cNvPr>
          <p:cNvSpPr>
            <a:spLocks noGrp="1"/>
          </p:cNvSpPr>
          <p:nvPr>
            <p:ph type="ftr" sz="quarter" idx="11"/>
          </p:nvPr>
        </p:nvSpPr>
        <p:spPr/>
        <p:txBody>
          <a:bodyPr/>
          <a:lstStyle>
            <a:lvl1pPr>
              <a:defRPr/>
            </a:lvl1pPr>
          </a:lstStyle>
          <a:p>
            <a:pPr>
              <a:defRPr/>
            </a:pPr>
            <a:endParaRPr lang="zh-CN" altLang="zh-CN"/>
          </a:p>
        </p:txBody>
      </p:sp>
      <p:sp>
        <p:nvSpPr>
          <p:cNvPr id="7" name="灯片编号占位符 5">
            <a:extLst>
              <a:ext uri="{FF2B5EF4-FFF2-40B4-BE49-F238E27FC236}">
                <a16:creationId xmlns:a16="http://schemas.microsoft.com/office/drawing/2014/main" id="{01E625E1-FBE9-8CF4-A5F0-EAF4619747C8}"/>
              </a:ext>
            </a:extLst>
          </p:cNvPr>
          <p:cNvSpPr>
            <a:spLocks noGrp="1"/>
          </p:cNvSpPr>
          <p:nvPr>
            <p:ph type="sldNum" sz="quarter" idx="12"/>
          </p:nvPr>
        </p:nvSpPr>
        <p:spPr/>
        <p:txBody>
          <a:bodyPr/>
          <a:lstStyle>
            <a:lvl1pPr>
              <a:defRPr/>
            </a:lvl1pPr>
          </a:lstStyle>
          <a:p>
            <a:pPr>
              <a:defRPr/>
            </a:pPr>
            <a:fld id="{ABB3BD0A-6B40-4EB9-A501-0C53F39A4D05}" type="slidenum">
              <a:rPr lang="zh-CN" altLang="zh-CN"/>
              <a:pPr>
                <a:defRPr/>
              </a:pPr>
              <a:t>‹#›</a:t>
            </a:fld>
            <a:endParaRPr lang="zh-CN" altLang="zh-CN"/>
          </a:p>
        </p:txBody>
      </p:sp>
    </p:spTree>
    <p:extLst>
      <p:ext uri="{BB962C8B-B14F-4D97-AF65-F5344CB8AC3E}">
        <p14:creationId xmlns:p14="http://schemas.microsoft.com/office/powerpoint/2010/main" val="8559883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lstStyle>
            <a:lvl1pPr algn="l">
              <a:defRPr sz="2400" b="0"/>
            </a:lvl1pPr>
          </a:lstStyle>
          <a:p>
            <a:r>
              <a:rPr lang="zh-CN" altLang="en-US" noProof="1"/>
              <a:t>单击此处编辑母版标题样式</a:t>
            </a:r>
            <a:endParaRPr lang="en-US" noProof="1"/>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日期占位符 3">
            <a:extLst>
              <a:ext uri="{FF2B5EF4-FFF2-40B4-BE49-F238E27FC236}">
                <a16:creationId xmlns:a16="http://schemas.microsoft.com/office/drawing/2014/main" id="{70DDCD69-6B35-D996-C51E-281DDFA09954}"/>
              </a:ext>
            </a:extLst>
          </p:cNvPr>
          <p:cNvSpPr>
            <a:spLocks noGrp="1"/>
          </p:cNvSpPr>
          <p:nvPr>
            <p:ph type="dt" sz="half" idx="10"/>
          </p:nvPr>
        </p:nvSpPr>
        <p:spPr/>
        <p:txBody>
          <a:bodyPr/>
          <a:lstStyle>
            <a:lvl1pPr>
              <a:defRPr/>
            </a:lvl1pPr>
          </a:lstStyle>
          <a:p>
            <a:pPr>
              <a:defRPr/>
            </a:pPr>
            <a:endParaRPr lang="zh-CN" altLang="zh-CN"/>
          </a:p>
        </p:txBody>
      </p:sp>
      <p:sp>
        <p:nvSpPr>
          <p:cNvPr id="6" name="页脚占位符 4">
            <a:extLst>
              <a:ext uri="{FF2B5EF4-FFF2-40B4-BE49-F238E27FC236}">
                <a16:creationId xmlns:a16="http://schemas.microsoft.com/office/drawing/2014/main" id="{B95A6CC0-AC7B-CFFC-364C-9138AFECC542}"/>
              </a:ext>
            </a:extLst>
          </p:cNvPr>
          <p:cNvSpPr>
            <a:spLocks noGrp="1"/>
          </p:cNvSpPr>
          <p:nvPr>
            <p:ph type="ftr" sz="quarter" idx="11"/>
          </p:nvPr>
        </p:nvSpPr>
        <p:spPr/>
        <p:txBody>
          <a:bodyPr/>
          <a:lstStyle>
            <a:lvl1pPr>
              <a:defRPr/>
            </a:lvl1pPr>
          </a:lstStyle>
          <a:p>
            <a:pPr>
              <a:defRPr/>
            </a:pPr>
            <a:endParaRPr lang="zh-CN" altLang="zh-CN"/>
          </a:p>
        </p:txBody>
      </p:sp>
      <p:sp>
        <p:nvSpPr>
          <p:cNvPr id="7" name="灯片编号占位符 5">
            <a:extLst>
              <a:ext uri="{FF2B5EF4-FFF2-40B4-BE49-F238E27FC236}">
                <a16:creationId xmlns:a16="http://schemas.microsoft.com/office/drawing/2014/main" id="{25ACA6F0-C07F-2536-5292-8515A1A7F379}"/>
              </a:ext>
            </a:extLst>
          </p:cNvPr>
          <p:cNvSpPr>
            <a:spLocks noGrp="1"/>
          </p:cNvSpPr>
          <p:nvPr>
            <p:ph type="sldNum" sz="quarter" idx="12"/>
          </p:nvPr>
        </p:nvSpPr>
        <p:spPr/>
        <p:txBody>
          <a:bodyPr/>
          <a:lstStyle>
            <a:lvl1pPr>
              <a:defRPr/>
            </a:lvl1pPr>
          </a:lstStyle>
          <a:p>
            <a:pPr>
              <a:defRPr/>
            </a:pPr>
            <a:fld id="{3547E827-E912-40DB-85E7-F45A549CB53F}" type="slidenum">
              <a:rPr lang="zh-CN" altLang="zh-CN"/>
              <a:pPr>
                <a:defRPr/>
              </a:pPr>
              <a:t>‹#›</a:t>
            </a:fld>
            <a:endParaRPr lang="zh-CN" altLang="zh-CN"/>
          </a:p>
        </p:txBody>
      </p:sp>
    </p:spTree>
    <p:extLst>
      <p:ext uri="{BB962C8B-B14F-4D97-AF65-F5344CB8AC3E}">
        <p14:creationId xmlns:p14="http://schemas.microsoft.com/office/powerpoint/2010/main" val="34740949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a:extLst>
              <a:ext uri="{FF2B5EF4-FFF2-40B4-BE49-F238E27FC236}">
                <a16:creationId xmlns:a16="http://schemas.microsoft.com/office/drawing/2014/main" id="{B9D1CBF4-38F5-7830-350D-6BE631FA90EF}"/>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07A0818A-B36B-5491-6A10-DA2F9E78F1CC}"/>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56C5D112-E2F1-FD03-0A53-F93F36CA5268}"/>
              </a:ext>
            </a:extLst>
          </p:cNvPr>
          <p:cNvSpPr>
            <a:spLocks noGrp="1"/>
          </p:cNvSpPr>
          <p:nvPr>
            <p:ph type="sldNum" sz="quarter" idx="12"/>
          </p:nvPr>
        </p:nvSpPr>
        <p:spPr/>
        <p:txBody>
          <a:bodyPr/>
          <a:lstStyle>
            <a:lvl1pPr>
              <a:defRPr/>
            </a:lvl1pPr>
          </a:lstStyle>
          <a:p>
            <a:pPr>
              <a:defRPr/>
            </a:pPr>
            <a:fld id="{D5E252B8-885C-434A-8CE2-311FE6D86274}" type="slidenum">
              <a:rPr lang="zh-CN" altLang="zh-CN"/>
              <a:pPr>
                <a:defRPr/>
              </a:pPr>
              <a:t>‹#›</a:t>
            </a:fld>
            <a:endParaRPr lang="zh-CN" altLang="zh-CN"/>
          </a:p>
        </p:txBody>
      </p:sp>
    </p:spTree>
    <p:extLst>
      <p:ext uri="{BB962C8B-B14F-4D97-AF65-F5344CB8AC3E}">
        <p14:creationId xmlns:p14="http://schemas.microsoft.com/office/powerpoint/2010/main" val="21485188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a:xfrm>
            <a:off x="457200" y="274639"/>
            <a:ext cx="66151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a:extLst>
              <a:ext uri="{FF2B5EF4-FFF2-40B4-BE49-F238E27FC236}">
                <a16:creationId xmlns:a16="http://schemas.microsoft.com/office/drawing/2014/main" id="{CF4F0286-34C6-BDF2-0799-C5BFE73E514B}"/>
              </a:ext>
            </a:extLst>
          </p:cNvPr>
          <p:cNvSpPr>
            <a:spLocks noGrp="1"/>
          </p:cNvSpPr>
          <p:nvPr>
            <p:ph type="dt" sz="half" idx="10"/>
          </p:nvPr>
        </p:nvSpPr>
        <p:spPr/>
        <p:txBody>
          <a:bodyPr/>
          <a:lstStyle>
            <a:lvl1pPr>
              <a:defRPr/>
            </a:lvl1pPr>
          </a:lstStyle>
          <a:p>
            <a:pPr>
              <a:defRPr/>
            </a:pPr>
            <a:endParaRPr lang="zh-CN" altLang="zh-CN"/>
          </a:p>
        </p:txBody>
      </p:sp>
      <p:sp>
        <p:nvSpPr>
          <p:cNvPr id="5" name="页脚占位符 4">
            <a:extLst>
              <a:ext uri="{FF2B5EF4-FFF2-40B4-BE49-F238E27FC236}">
                <a16:creationId xmlns:a16="http://schemas.microsoft.com/office/drawing/2014/main" id="{AB9818BB-21E9-1DE8-4217-B364453FE322}"/>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5">
            <a:extLst>
              <a:ext uri="{FF2B5EF4-FFF2-40B4-BE49-F238E27FC236}">
                <a16:creationId xmlns:a16="http://schemas.microsoft.com/office/drawing/2014/main" id="{B4D31259-2ADD-8DD9-32C7-63C3A4D6F88A}"/>
              </a:ext>
            </a:extLst>
          </p:cNvPr>
          <p:cNvSpPr>
            <a:spLocks noGrp="1"/>
          </p:cNvSpPr>
          <p:nvPr>
            <p:ph type="sldNum" sz="quarter" idx="12"/>
          </p:nvPr>
        </p:nvSpPr>
        <p:spPr/>
        <p:txBody>
          <a:bodyPr/>
          <a:lstStyle>
            <a:lvl1pPr>
              <a:defRPr/>
            </a:lvl1pPr>
          </a:lstStyle>
          <a:p>
            <a:pPr>
              <a:defRPr/>
            </a:pPr>
            <a:fld id="{26A9FF93-668A-4913-9264-B8FB832C0279}" type="slidenum">
              <a:rPr lang="zh-CN" altLang="zh-CN"/>
              <a:pPr>
                <a:defRPr/>
              </a:pPr>
              <a:t>‹#›</a:t>
            </a:fld>
            <a:endParaRPr lang="zh-CN" altLang="zh-CN"/>
          </a:p>
        </p:txBody>
      </p:sp>
    </p:spTree>
    <p:extLst>
      <p:ext uri="{BB962C8B-B14F-4D97-AF65-F5344CB8AC3E}">
        <p14:creationId xmlns:p14="http://schemas.microsoft.com/office/powerpoint/2010/main" val="2613778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55000">
              <a:srgbClr val="F3F3F3"/>
            </a:gs>
            <a:gs pos="100000">
              <a:srgbClr val="D2FFFF"/>
            </a:gs>
          </a:gsLst>
          <a:lin ang="5400000" scaled="1"/>
        </a:gradFill>
        <a:effectLst/>
      </p:bgPr>
    </p:bg>
    <p:spTree>
      <p:nvGrpSpPr>
        <p:cNvPr id="1" name=""/>
        <p:cNvGrpSpPr/>
        <p:nvPr/>
      </p:nvGrpSpPr>
      <p:grpSpPr>
        <a:xfrm>
          <a:off x="0" y="0"/>
          <a:ext cx="0" cy="0"/>
          <a:chOff x="0" y="0"/>
          <a:chExt cx="0" cy="0"/>
        </a:xfrm>
      </p:grpSpPr>
      <p:pic>
        <p:nvPicPr>
          <p:cNvPr id="1026" name="图片 7">
            <a:extLst>
              <a:ext uri="{FF2B5EF4-FFF2-40B4-BE49-F238E27FC236}">
                <a16:creationId xmlns:a16="http://schemas.microsoft.com/office/drawing/2014/main" id="{B0448049-DDC2-0007-6850-DA55ACC3A655}"/>
              </a:ext>
            </a:extLst>
          </p:cNvPr>
          <p:cNvPicPr>
            <a:picLocks noChangeAspect="1" noChangeArrowheads="1"/>
          </p:cNvPicPr>
          <p:nvPr/>
        </p:nvPicPr>
        <p:blipFill>
          <a:blip r:embed="rId13">
            <a:lum bright="12000" contrast="40000"/>
            <a:extLst>
              <a:ext uri="{28A0092B-C50C-407E-A947-70E740481C1C}">
                <a14:useLocalDpi xmlns:a14="http://schemas.microsoft.com/office/drawing/2010/main" val="0"/>
              </a:ext>
            </a:extLst>
          </a:blip>
          <a:srcRect/>
          <a:stretch>
            <a:fillRect/>
          </a:stretch>
        </p:blipFill>
        <p:spPr bwMode="auto">
          <a:xfrm>
            <a:off x="6667500" y="4914900"/>
            <a:ext cx="24765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EDAB2477-F6FF-A706-B385-D1AE289C2ED8}"/>
              </a:ext>
            </a:extLst>
          </p:cNvPr>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anchor="ctr"/>
          <a:lstStyle/>
          <a:p>
            <a:pPr algn="ctr" eaLnBrk="1" hangingPunct="1">
              <a:buFont typeface="Arial" panose="020B0604020202020204" pitchFamily="34" charset="0"/>
              <a:buNone/>
              <a:defRPr/>
            </a:pPr>
            <a:endParaRPr lang="zh-CN" altLang="en-US" sz="2400" b="0"/>
          </a:p>
        </p:txBody>
      </p:sp>
      <p:sp>
        <p:nvSpPr>
          <p:cNvPr id="11" name="矩形 10">
            <a:extLst>
              <a:ext uri="{FF2B5EF4-FFF2-40B4-BE49-F238E27FC236}">
                <a16:creationId xmlns:a16="http://schemas.microsoft.com/office/drawing/2014/main" id="{1453BA0A-048C-A7A6-A264-F2D3D99B1D2F}"/>
              </a:ext>
            </a:extLst>
          </p:cNvPr>
          <p:cNvSpPr/>
          <p:nvPr/>
        </p:nvSpPr>
        <p:spPr>
          <a:xfrm>
            <a:off x="0" y="40950"/>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buFont typeface="Arial" panose="020B0604020202020204" pitchFamily="34" charset="0"/>
              <a:buNone/>
              <a:defRPr/>
            </a:pPr>
            <a:endParaRPr lang="zh-CN" altLang="en-US" sz="2400" b="0"/>
          </a:p>
        </p:txBody>
      </p:sp>
      <p:pic>
        <p:nvPicPr>
          <p:cNvPr id="1033" name="图片 8">
            <a:extLst>
              <a:ext uri="{FF2B5EF4-FFF2-40B4-BE49-F238E27FC236}">
                <a16:creationId xmlns:a16="http://schemas.microsoft.com/office/drawing/2014/main" id="{CB4DD816-136A-18CC-FBD9-CDFB5E55905F}"/>
              </a:ext>
            </a:extLst>
          </p:cNvPr>
          <p:cNvPicPr>
            <a:picLocks noChangeAspect="1" noChangeArrowheads="1"/>
          </p:cNvPicPr>
          <p:nvPr/>
        </p:nvPicPr>
        <p:blipFill>
          <a:blip r:embed="rId14">
            <a:lum bright="34000" contrast="40000"/>
            <a:extLst>
              <a:ext uri="{28A0092B-C50C-407E-A947-70E740481C1C}">
                <a14:useLocalDpi xmlns:a14="http://schemas.microsoft.com/office/drawing/2010/main" val="0"/>
              </a:ext>
            </a:extLst>
          </a:blip>
          <a:srcRect/>
          <a:stretch>
            <a:fillRect/>
          </a:stretch>
        </p:blipFill>
        <p:spPr bwMode="auto">
          <a:xfrm>
            <a:off x="0" y="6419850"/>
            <a:ext cx="91440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 name="标题占位符 1">
            <a:extLst>
              <a:ext uri="{FF2B5EF4-FFF2-40B4-BE49-F238E27FC236}">
                <a16:creationId xmlns:a16="http://schemas.microsoft.com/office/drawing/2014/main" id="{1E43E195-8DB0-5ECB-D6A2-A00AB55C5B6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35" name="文本占位符 2">
            <a:extLst>
              <a:ext uri="{FF2B5EF4-FFF2-40B4-BE49-F238E27FC236}">
                <a16:creationId xmlns:a16="http://schemas.microsoft.com/office/drawing/2014/main" id="{E1748B62-EEB1-B46C-8AF1-EC1184A29489}"/>
              </a:ext>
            </a:extLst>
          </p:cNvPr>
          <p:cNvSpPr>
            <a:spLocks noGrp="1" noChangeArrowheads="1"/>
          </p:cNvSpPr>
          <p:nvPr>
            <p:ph type="body"/>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日期占位符 3">
            <a:extLst>
              <a:ext uri="{FF2B5EF4-FFF2-40B4-BE49-F238E27FC236}">
                <a16:creationId xmlns:a16="http://schemas.microsoft.com/office/drawing/2014/main" id="{AA88A1F2-63C7-4DE7-E086-487919A7E492}"/>
              </a:ext>
            </a:extLst>
          </p:cNvPr>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buFont typeface="Arial" panose="020B0604020202020204" pitchFamily="34" charset="0"/>
              <a:buNone/>
              <a:defRPr kumimoji="0" sz="1200" b="0">
                <a:solidFill>
                  <a:schemeClr val="tx1">
                    <a:tint val="75000"/>
                  </a:schemeClr>
                </a:solidFill>
                <a:ea typeface="宋体" panose="02010600030101010101" pitchFamily="2" charset="-122"/>
                <a:cs typeface="+mn-cs"/>
              </a:defRPr>
            </a:lvl1pPr>
          </a:lstStyle>
          <a:p>
            <a:pPr>
              <a:defRPr/>
            </a:pPr>
            <a:endParaRPr lang="zh-CN" altLang="zh-CN"/>
          </a:p>
        </p:txBody>
      </p:sp>
      <p:sp>
        <p:nvSpPr>
          <p:cNvPr id="5" name="页脚占位符 4">
            <a:extLst>
              <a:ext uri="{FF2B5EF4-FFF2-40B4-BE49-F238E27FC236}">
                <a16:creationId xmlns:a16="http://schemas.microsoft.com/office/drawing/2014/main" id="{2A5D8204-B94B-AC08-76DE-952EC13FC9DC}"/>
              </a:ext>
            </a:extLst>
          </p:cNvPr>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buFont typeface="Arial" panose="020B0604020202020204" pitchFamily="34" charset="0"/>
              <a:buNone/>
              <a:defRPr kumimoji="0" sz="1200" b="0">
                <a:solidFill>
                  <a:schemeClr val="tx1">
                    <a:tint val="75000"/>
                  </a:schemeClr>
                </a:solidFill>
                <a:ea typeface="宋体" panose="02010600030101010101" pitchFamily="2" charset="-122"/>
                <a:cs typeface="+mn-cs"/>
              </a:defRPr>
            </a:lvl1pPr>
          </a:lstStyle>
          <a:p>
            <a:pPr>
              <a:defRPr/>
            </a:pPr>
            <a:endParaRPr lang="zh-CN" altLang="zh-CN"/>
          </a:p>
        </p:txBody>
      </p:sp>
      <p:sp>
        <p:nvSpPr>
          <p:cNvPr id="6" name="灯片编号占位符 5">
            <a:extLst>
              <a:ext uri="{FF2B5EF4-FFF2-40B4-BE49-F238E27FC236}">
                <a16:creationId xmlns:a16="http://schemas.microsoft.com/office/drawing/2014/main" id="{E326D4B1-A5B9-CFA1-AAF8-EDA185F896C4}"/>
              </a:ext>
            </a:extLst>
          </p:cNvPr>
          <p:cNvSpPr>
            <a:spLocks noGrp="1"/>
          </p:cNvSpPr>
          <p:nvPr>
            <p:ph type="sldNum" sz="quarter" idx="4"/>
          </p:nvPr>
        </p:nvSpPr>
        <p:spPr>
          <a:xfrm>
            <a:off x="6553200" y="6356350"/>
            <a:ext cx="2133600" cy="365125"/>
          </a:xfrm>
          <a:prstGeom prst="rect">
            <a:avLst/>
          </a:prstGeom>
        </p:spPr>
        <p:txBody>
          <a:bodyPr vert="horz" rtlCol="0" anchor="ctr"/>
          <a:lstStyle>
            <a:lvl1pPr algn="r" eaLnBrk="1" hangingPunct="1">
              <a:buFont typeface="Arial" panose="020B0604020202020204" pitchFamily="34" charset="0"/>
              <a:buNone/>
              <a:defRPr sz="1200" b="0" noProof="1">
                <a:solidFill>
                  <a:srgbClr val="898989"/>
                </a:solidFill>
                <a:ea typeface="宋体" panose="02010600030101010101" pitchFamily="2" charset="-122"/>
                <a:cs typeface="+mn-cs"/>
              </a:defRPr>
            </a:lvl1pPr>
          </a:lstStyle>
          <a:p>
            <a:pPr>
              <a:defRPr/>
            </a:pPr>
            <a:fld id="{59EB0DD3-28BE-4B94-A5DF-F2A69CE5FB5B}"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sldLayoutIdLst>
    <p:sldLayoutId id="2147483772" r:id="rId1"/>
    <p:sldLayoutId id="2147483754" r:id="rId2"/>
    <p:sldLayoutId id="2147483773"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2pPr>
      <a:lvl3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3pPr>
      <a:lvl4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4pPr>
      <a:lvl5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accent1"/>
        </a:buClr>
        <a:buSzPct val="50000"/>
        <a:buFont typeface="Wingdings 2" panose="05020102010507070707" pitchFamily="18"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0000"/>
        <a:buFont typeface="Wingdings 2" panose="05020102010507070707" pitchFamily="18" charset="2"/>
        <a:buChar char="³"/>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7B9B57"/>
        </a:buClr>
        <a:buSzPct val="6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8B7396"/>
        </a:buClr>
        <a:buSzPct val="45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E89A53"/>
        </a:buClr>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55000">
              <a:srgbClr val="F3F3F3"/>
            </a:gs>
            <a:gs pos="100000">
              <a:srgbClr val="D2FFFF"/>
            </a:gs>
          </a:gsLst>
          <a:lin ang="5400000" scaled="1"/>
        </a:gradFill>
        <a:effectLst/>
      </p:bgPr>
    </p:bg>
    <p:spTree>
      <p:nvGrpSpPr>
        <p:cNvPr id="1" name=""/>
        <p:cNvGrpSpPr/>
        <p:nvPr/>
      </p:nvGrpSpPr>
      <p:grpSpPr>
        <a:xfrm>
          <a:off x="0" y="0"/>
          <a:ext cx="0" cy="0"/>
          <a:chOff x="0" y="0"/>
          <a:chExt cx="0" cy="0"/>
        </a:xfrm>
      </p:grpSpPr>
      <p:pic>
        <p:nvPicPr>
          <p:cNvPr id="2050" name="图片 7">
            <a:extLst>
              <a:ext uri="{FF2B5EF4-FFF2-40B4-BE49-F238E27FC236}">
                <a16:creationId xmlns:a16="http://schemas.microsoft.com/office/drawing/2014/main" id="{2F90D82F-87E6-7BF2-E95C-C1A13F9816BC}"/>
              </a:ext>
            </a:extLst>
          </p:cNvPr>
          <p:cNvPicPr>
            <a:picLocks noChangeAspect="1" noChangeArrowheads="1"/>
          </p:cNvPicPr>
          <p:nvPr/>
        </p:nvPicPr>
        <p:blipFill>
          <a:blip r:embed="rId13">
            <a:lum bright="12000" contrast="40000"/>
            <a:extLst>
              <a:ext uri="{28A0092B-C50C-407E-A947-70E740481C1C}">
                <a14:useLocalDpi xmlns:a14="http://schemas.microsoft.com/office/drawing/2010/main" val="0"/>
              </a:ext>
            </a:extLst>
          </a:blip>
          <a:srcRect/>
          <a:stretch>
            <a:fillRect/>
          </a:stretch>
        </p:blipFill>
        <p:spPr bwMode="auto">
          <a:xfrm>
            <a:off x="6667500" y="4914900"/>
            <a:ext cx="24765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332F6676-5BDA-50A0-D23A-49A51B0780F5}"/>
              </a:ext>
            </a:extLst>
          </p:cNvPr>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anchor="ctr"/>
          <a:lstStyle/>
          <a:p>
            <a:pPr algn="ctr" eaLnBrk="1" hangingPunct="1">
              <a:buFont typeface="Arial" panose="020B0604020202020204" pitchFamily="34" charset="0"/>
              <a:buNone/>
              <a:defRPr/>
            </a:pPr>
            <a:endParaRPr lang="zh-CN" altLang="en-US" sz="2400" b="0"/>
          </a:p>
        </p:txBody>
      </p:sp>
      <p:sp>
        <p:nvSpPr>
          <p:cNvPr id="11" name="矩形 10">
            <a:extLst>
              <a:ext uri="{FF2B5EF4-FFF2-40B4-BE49-F238E27FC236}">
                <a16:creationId xmlns:a16="http://schemas.microsoft.com/office/drawing/2014/main" id="{2A25C0D7-C433-070E-4C78-55B9405A914D}"/>
              </a:ext>
            </a:extLst>
          </p:cNvPr>
          <p:cNvSpPr/>
          <p:nvPr/>
        </p:nvSpPr>
        <p:spPr>
          <a:xfrm>
            <a:off x="0" y="40950"/>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buFont typeface="Arial" panose="020B0604020202020204" pitchFamily="34" charset="0"/>
              <a:buNone/>
              <a:defRPr/>
            </a:pPr>
            <a:endParaRPr lang="zh-CN" altLang="en-US" sz="2400" b="0"/>
          </a:p>
        </p:txBody>
      </p:sp>
      <p:pic>
        <p:nvPicPr>
          <p:cNvPr id="2057" name="图片 8">
            <a:extLst>
              <a:ext uri="{FF2B5EF4-FFF2-40B4-BE49-F238E27FC236}">
                <a16:creationId xmlns:a16="http://schemas.microsoft.com/office/drawing/2014/main" id="{9C9985F1-C6DC-5ADF-A518-7B805AC35D60}"/>
              </a:ext>
            </a:extLst>
          </p:cNvPr>
          <p:cNvPicPr>
            <a:picLocks noChangeAspect="1" noChangeArrowheads="1"/>
          </p:cNvPicPr>
          <p:nvPr/>
        </p:nvPicPr>
        <p:blipFill>
          <a:blip r:embed="rId14">
            <a:lum bright="34000" contrast="40000"/>
            <a:extLst>
              <a:ext uri="{28A0092B-C50C-407E-A947-70E740481C1C}">
                <a14:useLocalDpi xmlns:a14="http://schemas.microsoft.com/office/drawing/2010/main" val="0"/>
              </a:ext>
            </a:extLst>
          </a:blip>
          <a:srcRect/>
          <a:stretch>
            <a:fillRect/>
          </a:stretch>
        </p:blipFill>
        <p:spPr bwMode="auto">
          <a:xfrm>
            <a:off x="0" y="6419850"/>
            <a:ext cx="91440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 name="标题占位符 1">
            <a:extLst>
              <a:ext uri="{FF2B5EF4-FFF2-40B4-BE49-F238E27FC236}">
                <a16:creationId xmlns:a16="http://schemas.microsoft.com/office/drawing/2014/main" id="{E7BA2D36-1078-D158-3E00-45FD468FE9A4}"/>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059" name="文本占位符 2">
            <a:extLst>
              <a:ext uri="{FF2B5EF4-FFF2-40B4-BE49-F238E27FC236}">
                <a16:creationId xmlns:a16="http://schemas.microsoft.com/office/drawing/2014/main" id="{D0938B5C-834C-61B7-ABB8-CDD011252795}"/>
              </a:ext>
            </a:extLst>
          </p:cNvPr>
          <p:cNvSpPr>
            <a:spLocks noGrp="1" noChangeArrowheads="1"/>
          </p:cNvSpPr>
          <p:nvPr>
            <p:ph type="body"/>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日期占位符 3">
            <a:extLst>
              <a:ext uri="{FF2B5EF4-FFF2-40B4-BE49-F238E27FC236}">
                <a16:creationId xmlns:a16="http://schemas.microsoft.com/office/drawing/2014/main" id="{BE4847A3-498E-BC69-306C-E50D65BD19C7}"/>
              </a:ext>
            </a:extLst>
          </p:cNvPr>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buFont typeface="Arial" panose="020B0604020202020204" pitchFamily="34" charset="0"/>
              <a:buNone/>
              <a:defRPr kumimoji="0" sz="1200" b="0">
                <a:solidFill>
                  <a:schemeClr val="tx1">
                    <a:tint val="75000"/>
                  </a:schemeClr>
                </a:solidFill>
                <a:ea typeface="宋体" panose="02010600030101010101" pitchFamily="2" charset="-122"/>
                <a:cs typeface="+mn-cs"/>
              </a:defRPr>
            </a:lvl1pPr>
          </a:lstStyle>
          <a:p>
            <a:pPr>
              <a:defRPr/>
            </a:pPr>
            <a:endParaRPr lang="zh-CN" altLang="zh-CN"/>
          </a:p>
        </p:txBody>
      </p:sp>
      <p:sp>
        <p:nvSpPr>
          <p:cNvPr id="5" name="页脚占位符 4">
            <a:extLst>
              <a:ext uri="{FF2B5EF4-FFF2-40B4-BE49-F238E27FC236}">
                <a16:creationId xmlns:a16="http://schemas.microsoft.com/office/drawing/2014/main" id="{9DC3DF74-9214-A31D-0338-6033D33E1AA5}"/>
              </a:ext>
            </a:extLst>
          </p:cNvPr>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buFont typeface="Arial" panose="020B0604020202020204" pitchFamily="34" charset="0"/>
              <a:buNone/>
              <a:defRPr kumimoji="0" sz="1200" b="0">
                <a:solidFill>
                  <a:schemeClr val="tx1">
                    <a:tint val="75000"/>
                  </a:schemeClr>
                </a:solidFill>
                <a:ea typeface="宋体" panose="02010600030101010101" pitchFamily="2" charset="-122"/>
                <a:cs typeface="+mn-cs"/>
              </a:defRPr>
            </a:lvl1pPr>
          </a:lstStyle>
          <a:p>
            <a:pPr>
              <a:defRPr/>
            </a:pPr>
            <a:endParaRPr lang="zh-CN" altLang="zh-CN"/>
          </a:p>
        </p:txBody>
      </p:sp>
      <p:sp>
        <p:nvSpPr>
          <p:cNvPr id="6" name="灯片编号占位符 5">
            <a:extLst>
              <a:ext uri="{FF2B5EF4-FFF2-40B4-BE49-F238E27FC236}">
                <a16:creationId xmlns:a16="http://schemas.microsoft.com/office/drawing/2014/main" id="{6F9C3FCB-D3A7-C5B8-1C53-2046EC2BF601}"/>
              </a:ext>
            </a:extLst>
          </p:cNvPr>
          <p:cNvSpPr>
            <a:spLocks noGrp="1"/>
          </p:cNvSpPr>
          <p:nvPr>
            <p:ph type="sldNum" sz="quarter" idx="4"/>
          </p:nvPr>
        </p:nvSpPr>
        <p:spPr>
          <a:xfrm>
            <a:off x="6553200" y="6356350"/>
            <a:ext cx="2133600" cy="365125"/>
          </a:xfrm>
          <a:prstGeom prst="rect">
            <a:avLst/>
          </a:prstGeom>
        </p:spPr>
        <p:txBody>
          <a:bodyPr vert="horz" rtlCol="0" anchor="ctr"/>
          <a:lstStyle>
            <a:lvl1pPr algn="r" eaLnBrk="1" hangingPunct="1">
              <a:buFont typeface="Arial" panose="020B0604020202020204" pitchFamily="34" charset="0"/>
              <a:buNone/>
              <a:defRPr sz="1200" b="0" noProof="1">
                <a:solidFill>
                  <a:srgbClr val="898989"/>
                </a:solidFill>
                <a:ea typeface="宋体" panose="02010600030101010101" pitchFamily="2" charset="-122"/>
                <a:cs typeface="+mn-cs"/>
              </a:defRPr>
            </a:lvl1pPr>
          </a:lstStyle>
          <a:p>
            <a:pPr>
              <a:defRPr/>
            </a:pPr>
            <a:fld id="{E009E341-C3D7-4554-94C9-EE8128B688AB}"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sldLayoutIdLst>
    <p:sldLayoutId id="2147483774" r:id="rId1"/>
    <p:sldLayoutId id="2147483763" r:id="rId2"/>
    <p:sldLayoutId id="2147483775"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2pPr>
      <a:lvl3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3pPr>
      <a:lvl4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4pPr>
      <a:lvl5pPr algn="ctr" rtl="0" eaLnBrk="0" fontAlgn="base" hangingPunct="0">
        <a:spcBef>
          <a:spcPct val="0"/>
        </a:spcBef>
        <a:spcAft>
          <a:spcPct val="0"/>
        </a:spcAft>
        <a:defRPr sz="4400">
          <a:solidFill>
            <a:schemeClr val="tx2"/>
          </a:solidFill>
          <a:latin typeface="Maiandra GD" panose="020E0502030308020204" pitchFamily="34" charset="0"/>
          <a:ea typeface="隶书" panose="02010509060101010101" pitchFamily="49"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accent1"/>
        </a:buClr>
        <a:buSzPct val="50000"/>
        <a:buFont typeface="Wingdings 2" panose="05020102010507070707" pitchFamily="18"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0000"/>
        <a:buFont typeface="Wingdings 2" panose="05020102010507070707" pitchFamily="18" charset="2"/>
        <a:buChar char="³"/>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7B9B57"/>
        </a:buClr>
        <a:buSzPct val="6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8B7396"/>
        </a:buClr>
        <a:buSzPct val="45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E89A53"/>
        </a:buClr>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3.bin"/><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31.wmf"/><Relationship Id="rId18" Type="http://schemas.openxmlformats.org/officeDocument/2006/relationships/oleObject" Target="../embeddings/oleObject14.bin"/><Relationship Id="rId3" Type="http://schemas.openxmlformats.org/officeDocument/2006/relationships/image" Target="../media/image26.emf"/><Relationship Id="rId7" Type="http://schemas.openxmlformats.org/officeDocument/2006/relationships/image" Target="../media/image28.wmf"/><Relationship Id="rId12" Type="http://schemas.openxmlformats.org/officeDocument/2006/relationships/oleObject" Target="../embeddings/oleObject11.bin"/><Relationship Id="rId17" Type="http://schemas.openxmlformats.org/officeDocument/2006/relationships/image" Target="../media/image33.wmf"/><Relationship Id="rId2" Type="http://schemas.openxmlformats.org/officeDocument/2006/relationships/oleObject" Target="../embeddings/oleObject6.bin"/><Relationship Id="rId16"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oleObject" Target="../embeddings/oleObject8.bin"/><Relationship Id="rId11" Type="http://schemas.openxmlformats.org/officeDocument/2006/relationships/image" Target="../media/image30.wmf"/><Relationship Id="rId5" Type="http://schemas.openxmlformats.org/officeDocument/2006/relationships/image" Target="../media/image27.wmf"/><Relationship Id="rId15" Type="http://schemas.openxmlformats.org/officeDocument/2006/relationships/image" Target="../media/image32.emf"/><Relationship Id="rId10" Type="http://schemas.openxmlformats.org/officeDocument/2006/relationships/oleObject" Target="../embeddings/oleObject10.bin"/><Relationship Id="rId19" Type="http://schemas.openxmlformats.org/officeDocument/2006/relationships/image" Target="../media/image34.wmf"/><Relationship Id="rId4" Type="http://schemas.openxmlformats.org/officeDocument/2006/relationships/oleObject" Target="../embeddings/oleObject7.bin"/><Relationship Id="rId9" Type="http://schemas.openxmlformats.org/officeDocument/2006/relationships/image" Target="../media/image29.wmf"/><Relationship Id="rId14"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15.bin"/><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16.bin"/><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image" Target="../media/image37.jpeg"/><Relationship Id="rId1"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18.bin"/><Relationship Id="rId4" Type="http://schemas.openxmlformats.org/officeDocument/2006/relationships/image" Target="../media/image38.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20.bin"/><Relationship Id="rId4" Type="http://schemas.openxmlformats.org/officeDocument/2006/relationships/image" Target="../media/image42.wmf"/></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53.wmf"/><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oleObject" Target="../embeddings/oleObject24.bin"/><Relationship Id="rId5" Type="http://schemas.openxmlformats.org/officeDocument/2006/relationships/image" Target="../media/image52.png"/><Relationship Id="rId4" Type="http://schemas.openxmlformats.org/officeDocument/2006/relationships/image" Target="../media/image51.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25.bin"/><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9.wmf"/><Relationship Id="rId4" Type="http://schemas.openxmlformats.org/officeDocument/2006/relationships/oleObject" Target="../embeddings/oleObject26.bin"/></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59.wmf"/><Relationship Id="rId5" Type="http://schemas.openxmlformats.org/officeDocument/2006/relationships/oleObject" Target="../embeddings/oleObject27.bin"/><Relationship Id="rId4" Type="http://schemas.openxmlformats.org/officeDocument/2006/relationships/image" Target="../media/image5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3.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59.wmf"/><Relationship Id="rId4" Type="http://schemas.openxmlformats.org/officeDocument/2006/relationships/oleObject" Target="../embeddings/oleObject29.bin"/></Relationships>
</file>

<file path=ppt/slides/_rels/slide61.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71.wmf"/><Relationship Id="rId7" Type="http://schemas.openxmlformats.org/officeDocument/2006/relationships/image" Target="../media/image73.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5" Type="http://schemas.openxmlformats.org/officeDocument/2006/relationships/image" Target="../media/image72.wmf"/><Relationship Id="rId4" Type="http://schemas.openxmlformats.org/officeDocument/2006/relationships/oleObject" Target="../embeddings/oleObject32.bin"/><Relationship Id="rId9" Type="http://schemas.openxmlformats.org/officeDocument/2006/relationships/image" Target="../media/image74.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35.bin"/><Relationship Id="rId1" Type="http://schemas.openxmlformats.org/officeDocument/2006/relationships/slideLayout" Target="../slideLayouts/slideLayout7.xml"/><Relationship Id="rId5" Type="http://schemas.openxmlformats.org/officeDocument/2006/relationships/image" Target="../media/image76.emf"/><Relationship Id="rId4" Type="http://schemas.openxmlformats.org/officeDocument/2006/relationships/oleObject" Target="../embeddings/oleObject36.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77.wmf"/><Relationship Id="rId7" Type="http://schemas.openxmlformats.org/officeDocument/2006/relationships/image" Target="../media/image79.w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5" Type="http://schemas.openxmlformats.org/officeDocument/2006/relationships/image" Target="../media/image78.wmf"/><Relationship Id="rId4" Type="http://schemas.openxmlformats.org/officeDocument/2006/relationships/oleObject" Target="../embeddings/oleObject38.bin"/><Relationship Id="rId9" Type="http://schemas.openxmlformats.org/officeDocument/2006/relationships/image" Target="../media/image80.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oleObject" Target="../embeddings/oleObject41.bin"/><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59.wmf"/><Relationship Id="rId7" Type="http://schemas.openxmlformats.org/officeDocument/2006/relationships/image" Target="../media/image84.wmf"/><Relationship Id="rId2"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44.bin"/><Relationship Id="rId11" Type="http://schemas.openxmlformats.org/officeDocument/2006/relationships/image" Target="../media/image86.wmf"/><Relationship Id="rId5" Type="http://schemas.openxmlformats.org/officeDocument/2006/relationships/image" Target="../media/image83.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85.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oleObject" Target="../embeddings/oleObject53.bin"/><Relationship Id="rId3" Type="http://schemas.openxmlformats.org/officeDocument/2006/relationships/image" Target="../media/image87.wmf"/><Relationship Id="rId7" Type="http://schemas.openxmlformats.org/officeDocument/2006/relationships/image" Target="../media/image88.wmf"/><Relationship Id="rId12" Type="http://schemas.openxmlformats.org/officeDocument/2006/relationships/oleObject" Target="../embeddings/oleObject52.bin"/><Relationship Id="rId2" Type="http://schemas.openxmlformats.org/officeDocument/2006/relationships/oleObject" Target="../embeddings/oleObject47.bin"/><Relationship Id="rId16" Type="http://schemas.openxmlformats.org/officeDocument/2006/relationships/image" Target="../media/image92.wmf"/><Relationship Id="rId1" Type="http://schemas.openxmlformats.org/officeDocument/2006/relationships/slideLayout" Target="../slideLayouts/slideLayout4.xml"/><Relationship Id="rId6" Type="http://schemas.openxmlformats.org/officeDocument/2006/relationships/oleObject" Target="../embeddings/oleObject49.bin"/><Relationship Id="rId11" Type="http://schemas.openxmlformats.org/officeDocument/2006/relationships/image" Target="../media/image90.wmf"/><Relationship Id="rId5" Type="http://schemas.openxmlformats.org/officeDocument/2006/relationships/image" Target="../media/image83.wmf"/><Relationship Id="rId15" Type="http://schemas.openxmlformats.org/officeDocument/2006/relationships/oleObject" Target="../embeddings/oleObject54.bin"/><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89.wmf"/><Relationship Id="rId14" Type="http://schemas.openxmlformats.org/officeDocument/2006/relationships/image" Target="../media/image91.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oleObject" Target="../embeddings/oleObject55.bin"/><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oleObject" Target="../embeddings/oleObject56.bin"/><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oleObject" Target="../embeddings/oleObject57.bin"/><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oleObject" Target="../embeddings/oleObject63.bin"/><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103.wmf"/><Relationship Id="rId2" Type="http://schemas.openxmlformats.org/officeDocument/2006/relationships/image" Target="../media/image99.png"/><Relationship Id="rId16" Type="http://schemas.openxmlformats.org/officeDocument/2006/relationships/image" Target="../media/image105.wmf"/><Relationship Id="rId1" Type="http://schemas.openxmlformats.org/officeDocument/2006/relationships/slideLayout" Target="../slideLayouts/slideLayout2.xml"/><Relationship Id="rId6" Type="http://schemas.openxmlformats.org/officeDocument/2006/relationships/image" Target="../media/image100.wmf"/><Relationship Id="rId11" Type="http://schemas.openxmlformats.org/officeDocument/2006/relationships/oleObject" Target="../embeddings/oleObject62.bin"/><Relationship Id="rId5" Type="http://schemas.openxmlformats.org/officeDocument/2006/relationships/oleObject" Target="../embeddings/oleObject59.bin"/><Relationship Id="rId15" Type="http://schemas.openxmlformats.org/officeDocument/2006/relationships/oleObject" Target="../embeddings/oleObject64.bin"/><Relationship Id="rId10" Type="http://schemas.openxmlformats.org/officeDocument/2006/relationships/image" Target="../media/image102.wmf"/><Relationship Id="rId4" Type="http://schemas.openxmlformats.org/officeDocument/2006/relationships/image" Target="../media/image68.wmf"/><Relationship Id="rId9" Type="http://schemas.openxmlformats.org/officeDocument/2006/relationships/oleObject" Target="../embeddings/oleObject61.bin"/><Relationship Id="rId14" Type="http://schemas.openxmlformats.org/officeDocument/2006/relationships/image" Target="../media/image104.wm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oleObject" Target="../embeddings/oleObject67.bin"/><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oleObject" Target="../embeddings/oleObject66.bin"/><Relationship Id="rId5" Type="http://schemas.openxmlformats.org/officeDocument/2006/relationships/image" Target="../media/image59.wmf"/><Relationship Id="rId4" Type="http://schemas.openxmlformats.org/officeDocument/2006/relationships/oleObject" Target="../embeddings/oleObject65.bin"/></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image" Target="../media/image108.png"/><Relationship Id="rId1" Type="http://schemas.openxmlformats.org/officeDocument/2006/relationships/slideLayout" Target="../slideLayouts/slideLayout2.xml"/><Relationship Id="rId4" Type="http://schemas.openxmlformats.org/officeDocument/2006/relationships/image" Target="../media/image59.w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a:extLst>
              <a:ext uri="{FF2B5EF4-FFF2-40B4-BE49-F238E27FC236}">
                <a16:creationId xmlns:a16="http://schemas.microsoft.com/office/drawing/2014/main" id="{FB8CFF80-CBB6-596D-6C52-077B49F113B2}"/>
              </a:ext>
            </a:extLst>
          </p:cNvPr>
          <p:cNvSpPr>
            <a:spLocks noGrp="1" noChangeArrowheads="1"/>
          </p:cNvSpPr>
          <p:nvPr>
            <p:ph type="subTitle" idx="1"/>
          </p:nvPr>
        </p:nvSpPr>
        <p:spPr>
          <a:xfrm>
            <a:off x="3348038" y="4508500"/>
            <a:ext cx="3887787" cy="1223963"/>
          </a:xfrm>
          <a:solidFill>
            <a:schemeClr val="bg1">
              <a:lumMod val="95000"/>
            </a:schemeClr>
          </a:solidFill>
          <a:ln>
            <a:solidFill>
              <a:srgbClr val="002060"/>
            </a:solidFill>
          </a:ln>
        </p:spPr>
        <p:txBody>
          <a:bodyPr rtlCol="0">
            <a:noAutofit/>
          </a:bodyPr>
          <a:lstStyle/>
          <a:p>
            <a:pPr eaLnBrk="1" fontAlgn="auto" hangingPunct="1">
              <a:lnSpc>
                <a:spcPct val="80000"/>
              </a:lnSpc>
              <a:spcAft>
                <a:spcPts val="0"/>
              </a:spcAft>
              <a:buFont typeface="Wingdings 2" panose="05020102010507070707"/>
              <a:buNone/>
              <a:defRPr/>
            </a:pPr>
            <a:r>
              <a:rPr lang="zh-CN" altLang="en-US" sz="2400" b="1" dirty="0">
                <a:ea typeface="隶书" panose="02010509060101010101" pitchFamily="49" charset="-122"/>
              </a:rPr>
              <a:t>           </a:t>
            </a:r>
            <a:endParaRPr lang="en-US" altLang="zh-CN" sz="2400" b="1" dirty="0">
              <a:ea typeface="隶书" panose="02010509060101010101" pitchFamily="49" charset="-122"/>
            </a:endParaRPr>
          </a:p>
          <a:p>
            <a:pPr eaLnBrk="1" fontAlgn="auto" hangingPunct="1">
              <a:lnSpc>
                <a:spcPct val="80000"/>
              </a:lnSpc>
              <a:spcAft>
                <a:spcPts val="0"/>
              </a:spcAft>
              <a:buFont typeface="Wingdings 2" panose="05020102010507070707"/>
              <a:buNone/>
              <a:defRPr/>
            </a:pPr>
            <a:r>
              <a:rPr lang="zh-CN" altLang="en-US" sz="2400" b="1" dirty="0">
                <a:solidFill>
                  <a:srgbClr val="002060"/>
                </a:solidFill>
                <a:ea typeface="隶书" panose="02010509060101010101" pitchFamily="49" charset="-122"/>
              </a:rPr>
              <a:t>                物理学院</a:t>
            </a:r>
            <a:endParaRPr lang="en-US" altLang="zh-CN" sz="2400" b="1" dirty="0">
              <a:solidFill>
                <a:srgbClr val="002060"/>
              </a:solidFill>
              <a:ea typeface="隶书" panose="02010509060101010101" pitchFamily="49" charset="-122"/>
            </a:endParaRPr>
          </a:p>
          <a:p>
            <a:pPr eaLnBrk="1" fontAlgn="auto" hangingPunct="1">
              <a:lnSpc>
                <a:spcPct val="80000"/>
              </a:lnSpc>
              <a:spcAft>
                <a:spcPts val="0"/>
              </a:spcAft>
              <a:buFont typeface="Wingdings 2" panose="05020102010507070707"/>
              <a:buNone/>
              <a:defRPr/>
            </a:pPr>
            <a:r>
              <a:rPr lang="zh-CN" altLang="en-US" sz="2400" b="1" dirty="0">
                <a:solidFill>
                  <a:srgbClr val="002060"/>
                </a:solidFill>
                <a:ea typeface="隶书" panose="02010509060101010101" pitchFamily="49" charset="-122"/>
              </a:rPr>
              <a:t>          大学物理实验中心</a:t>
            </a:r>
          </a:p>
          <a:p>
            <a:pPr eaLnBrk="1" fontAlgn="auto" hangingPunct="1">
              <a:lnSpc>
                <a:spcPct val="80000"/>
              </a:lnSpc>
              <a:spcAft>
                <a:spcPts val="0"/>
              </a:spcAft>
              <a:buFont typeface="Wingdings 2" panose="05020102010507070707"/>
              <a:buNone/>
              <a:defRPr/>
            </a:pPr>
            <a:r>
              <a:rPr lang="zh-CN" altLang="en-US" sz="2400" b="1" dirty="0">
                <a:solidFill>
                  <a:srgbClr val="002060"/>
                </a:solidFill>
                <a:ea typeface="隶书" panose="02010509060101010101" pitchFamily="49" charset="-122"/>
              </a:rPr>
              <a:t>                                  </a:t>
            </a:r>
          </a:p>
        </p:txBody>
      </p:sp>
      <p:sp>
        <p:nvSpPr>
          <p:cNvPr id="8195" name="WordArt 5" descr="白色大理石">
            <a:extLst>
              <a:ext uri="{FF2B5EF4-FFF2-40B4-BE49-F238E27FC236}">
                <a16:creationId xmlns:a16="http://schemas.microsoft.com/office/drawing/2014/main" id="{35114091-C72A-F4D6-9575-27DB78F58256}"/>
              </a:ext>
            </a:extLst>
          </p:cNvPr>
          <p:cNvSpPr>
            <a:spLocks noChangeArrowheads="1" noChangeShapeType="1" noTextEdit="1"/>
          </p:cNvSpPr>
          <p:nvPr/>
        </p:nvSpPr>
        <p:spPr bwMode="auto">
          <a:xfrm>
            <a:off x="762000" y="762000"/>
            <a:ext cx="7696200" cy="1828800"/>
          </a:xfrm>
          <a:prstGeom prst="rect">
            <a:avLst/>
          </a:prstGeom>
        </p:spPr>
        <p:txBody>
          <a:bodyPr wrap="none" fromWordArt="1">
            <a:prstTxWarp prst="textPlain">
              <a:avLst>
                <a:gd name="adj" fmla="val 50000"/>
              </a:avLst>
            </a:prstTxWarp>
            <a:scene3d>
              <a:camera prst="legacyObliqueRight"/>
              <a:lightRig rig="legacyFlat3" dir="r"/>
            </a:scene3d>
            <a:sp3d extrusionH="100000" prstMaterial="legacyMatte">
              <a:extrusionClr>
                <a:srgbClr val="663300"/>
              </a:extrusionClr>
              <a:contourClr>
                <a:srgbClr val="FFFFFF"/>
              </a:contourClr>
            </a:sp3d>
          </a:bodyPr>
          <a:lstStyle/>
          <a:p>
            <a:pPr algn="ctr"/>
            <a:r>
              <a:rPr lang="zh-CN" altLang="en-US" sz="3600" kern="10">
                <a:ln w="9525">
                  <a:round/>
                  <a:headEnd/>
                  <a:tailEnd/>
                </a:ln>
                <a:solidFill>
                  <a:srgbClr val="FFFFFF"/>
                </a:solidFill>
                <a:latin typeface="宋体" panose="02010600030101010101" pitchFamily="2" charset="-122"/>
                <a:ea typeface="宋体" panose="02010600030101010101" pitchFamily="2" charset="-122"/>
              </a:rPr>
              <a:t>大学物理实验</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3">
            <a:extLst>
              <a:ext uri="{FF2B5EF4-FFF2-40B4-BE49-F238E27FC236}">
                <a16:creationId xmlns:a16="http://schemas.microsoft.com/office/drawing/2014/main" id="{407648DD-5120-64AF-51EE-518A62814190}"/>
              </a:ext>
            </a:extLst>
          </p:cNvPr>
          <p:cNvGraphicFramePr>
            <a:graphicFrameLocks noGrp="1" noChangeAspect="1"/>
          </p:cNvGraphicFramePr>
          <p:nvPr>
            <p:ph idx="1"/>
          </p:nvPr>
        </p:nvGraphicFramePr>
        <p:xfrm>
          <a:off x="2786063" y="785813"/>
          <a:ext cx="3481387" cy="5124450"/>
        </p:xfrm>
        <a:graphic>
          <a:graphicData uri="http://schemas.openxmlformats.org/presentationml/2006/ole">
            <mc:AlternateContent xmlns:mc="http://schemas.openxmlformats.org/markup-compatibility/2006">
              <mc:Choice xmlns:v="urn:schemas-microsoft-com:vml" Requires="v">
                <p:oleObj r:id="rId2" imgW="2794000" imgH="4113213" progId="">
                  <p:embed/>
                </p:oleObj>
              </mc:Choice>
              <mc:Fallback>
                <p:oleObj r:id="rId2" imgW="2794000" imgH="4113213" progId="">
                  <p:embed/>
                  <p:pic>
                    <p:nvPicPr>
                      <p:cNvPr id="0"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063" y="785813"/>
                        <a:ext cx="3481387"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3" name="WordArt 4">
            <a:extLst>
              <a:ext uri="{FF2B5EF4-FFF2-40B4-BE49-F238E27FC236}">
                <a16:creationId xmlns:a16="http://schemas.microsoft.com/office/drawing/2014/main" id="{C8C53663-EADC-EBA8-23B4-DCB4FAD00586}"/>
              </a:ext>
            </a:extLst>
          </p:cNvPr>
          <p:cNvSpPr>
            <a:spLocks noChangeArrowheads="1" noChangeShapeType="1" noTextEdit="1"/>
          </p:cNvSpPr>
          <p:nvPr/>
        </p:nvSpPr>
        <p:spPr bwMode="auto">
          <a:xfrm>
            <a:off x="4038600" y="2740025"/>
            <a:ext cx="1066800" cy="2898775"/>
          </a:xfrm>
          <a:prstGeom prst="rect">
            <a:avLst/>
          </a:prstGeom>
        </p:spPr>
        <p:txBody>
          <a:bodyPr wrap="none" fromWordArt="1">
            <a:prstTxWarp prst="textPlain">
              <a:avLst>
                <a:gd name="adj" fmla="val 50000"/>
              </a:avLst>
            </a:prstTxWarp>
          </a:bodyPr>
          <a:lstStyle/>
          <a:p>
            <a:pPr algn="ctr"/>
            <a:r>
              <a:rPr lang="zh-CN" altLang="en-US" sz="3600" kern="10">
                <a:ln w="9525">
                  <a:solidFill>
                    <a:srgbClr val="000000"/>
                  </a:solidFill>
                  <a:round/>
                  <a:headEnd/>
                  <a:tailEnd/>
                </a:ln>
                <a:solidFill>
                  <a:srgbClr val="FF0000"/>
                </a:solidFill>
                <a:latin typeface="宋体" panose="02010600030101010101" pitchFamily="2" charset="-122"/>
                <a:ea typeface="宋体" panose="02010600030101010101" pitchFamily="2" charset="-122"/>
              </a:rPr>
              <a:t>绪</a:t>
            </a:r>
          </a:p>
          <a:p>
            <a:pPr algn="ctr"/>
            <a:endParaRPr lang="zh-CN" altLang="en-US" sz="3600" kern="10">
              <a:ln w="9525">
                <a:solidFill>
                  <a:srgbClr val="000000"/>
                </a:solidFill>
                <a:round/>
                <a:headEnd/>
                <a:tailEnd/>
              </a:ln>
              <a:solidFill>
                <a:srgbClr val="FF0000"/>
              </a:solidFill>
              <a:latin typeface="宋体" panose="02010600030101010101" pitchFamily="2" charset="-122"/>
              <a:ea typeface="宋体" panose="02010600030101010101" pitchFamily="2" charset="-122"/>
            </a:endParaRPr>
          </a:p>
          <a:p>
            <a:pPr algn="ctr"/>
            <a:r>
              <a:rPr lang="zh-CN" altLang="en-US" sz="3600" kern="10">
                <a:ln w="9525">
                  <a:solidFill>
                    <a:srgbClr val="000000"/>
                  </a:solidFill>
                  <a:round/>
                  <a:headEnd/>
                  <a:tailEnd/>
                </a:ln>
                <a:solidFill>
                  <a:srgbClr val="FF0000"/>
                </a:solidFill>
                <a:latin typeface="宋体" panose="02010600030101010101" pitchFamily="2" charset="-122"/>
                <a:ea typeface="宋体" panose="02010600030101010101" pitchFamily="2" charset="-122"/>
              </a:rPr>
              <a:t>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0" fill="hold"/>
                                        <p:tgtEl>
                                          <p:spTgt spid="5123"/>
                                        </p:tgtEl>
                                        <p:attrNameLst>
                                          <p:attrName>ppt_w</p:attrName>
                                        </p:attrNameLst>
                                      </p:cBhvr>
                                      <p:tavLst>
                                        <p:tav tm="0" fmla="#ppt_w*sin(2.5*pi*$)">
                                          <p:val>
                                            <p:fltVal val="0"/>
                                          </p:val>
                                        </p:tav>
                                        <p:tav tm="100000">
                                          <p:val>
                                            <p:fltVal val="1"/>
                                          </p:val>
                                        </p:tav>
                                      </p:tavLst>
                                    </p:anim>
                                    <p:anim calcmode="lin" valueType="num">
                                      <p:cBhvr>
                                        <p:cTn id="8" dur="5000" fill="hold"/>
                                        <p:tgtEl>
                                          <p:spTgt spid="51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AEC8D662-A0B5-F8D3-DC06-EAF1BBB41581}"/>
              </a:ext>
            </a:extLst>
          </p:cNvPr>
          <p:cNvSpPr>
            <a:spLocks noGrp="1" noChangeArrowheads="1"/>
          </p:cNvSpPr>
          <p:nvPr>
            <p:ph type="title"/>
          </p:nvPr>
        </p:nvSpPr>
        <p:spPr/>
        <p:txBody>
          <a:bodyPr/>
          <a:lstStyle/>
          <a:p>
            <a:r>
              <a:rPr lang="zh-CN" altLang="en-US"/>
              <a:t>与大学物理实验相关的竞赛</a:t>
            </a:r>
          </a:p>
        </p:txBody>
      </p:sp>
      <p:sp>
        <p:nvSpPr>
          <p:cNvPr id="10243" name="内容占位符 2">
            <a:extLst>
              <a:ext uri="{FF2B5EF4-FFF2-40B4-BE49-F238E27FC236}">
                <a16:creationId xmlns:a16="http://schemas.microsoft.com/office/drawing/2014/main" id="{6060E5E0-CE9C-0B31-8307-1CF2228F124C}"/>
              </a:ext>
            </a:extLst>
          </p:cNvPr>
          <p:cNvSpPr>
            <a:spLocks noGrp="1" noChangeArrowheads="1"/>
          </p:cNvSpPr>
          <p:nvPr>
            <p:ph idx="1"/>
          </p:nvPr>
        </p:nvSpPr>
        <p:spPr>
          <a:xfrm>
            <a:off x="34925" y="1600200"/>
            <a:ext cx="9109075" cy="4525963"/>
          </a:xfrm>
        </p:spPr>
        <p:txBody>
          <a:bodyPr/>
          <a:lstStyle/>
          <a:p>
            <a:pPr marL="360000" indent="-360000">
              <a:spcBef>
                <a:spcPts val="800"/>
              </a:spcBef>
              <a:defRPr/>
            </a:pPr>
            <a:r>
              <a:rPr lang="en-US" altLang="zh-CN" sz="2600" dirty="0"/>
              <a:t>1.</a:t>
            </a:r>
            <a:r>
              <a:rPr lang="zh-CN" altLang="zh-CN" sz="2400" dirty="0"/>
              <a:t>全国大学生物理实验竞赛（教学赛</a:t>
            </a:r>
            <a:r>
              <a:rPr lang="zh-CN" altLang="en-US" sz="2400" dirty="0"/>
              <a:t>），每两年举办一次，每个学校最多</a:t>
            </a:r>
            <a:r>
              <a:rPr lang="en-US" altLang="zh-CN" sz="2400" dirty="0"/>
              <a:t>4</a:t>
            </a:r>
            <a:r>
              <a:rPr lang="zh-CN" altLang="en-US" sz="2400" dirty="0"/>
              <a:t>名同学参赛。</a:t>
            </a:r>
            <a:endParaRPr lang="en-US" altLang="zh-CN" sz="2400" dirty="0"/>
          </a:p>
          <a:p>
            <a:pPr marL="360000" indent="-360000">
              <a:spcBef>
                <a:spcPts val="800"/>
              </a:spcBef>
              <a:defRPr/>
            </a:pPr>
            <a:r>
              <a:rPr lang="en-US" altLang="zh-CN" sz="2400" dirty="0"/>
              <a:t>2. 2020</a:t>
            </a:r>
            <a:r>
              <a:rPr lang="zh-CN" altLang="zh-CN" sz="2400" dirty="0"/>
              <a:t>年</a:t>
            </a:r>
            <a:r>
              <a:rPr lang="zh-CN" altLang="en-US" sz="2400" dirty="0"/>
              <a:t>起</a:t>
            </a:r>
            <a:r>
              <a:rPr lang="zh-CN" altLang="zh-CN" sz="2400" dirty="0"/>
              <a:t>，全国大学生物理实验竞赛新开启“创新赛”新赛道</a:t>
            </a:r>
            <a:r>
              <a:rPr lang="zh-CN" altLang="en-US" sz="2400" dirty="0"/>
              <a:t>，每个学校最多</a:t>
            </a:r>
            <a:r>
              <a:rPr lang="en-US" altLang="zh-CN" sz="2400" dirty="0"/>
              <a:t>6</a:t>
            </a:r>
            <a:r>
              <a:rPr lang="zh-CN" altLang="en-US" sz="2400" dirty="0"/>
              <a:t>个队，每队最多</a:t>
            </a:r>
            <a:r>
              <a:rPr lang="en-US" altLang="zh-CN" sz="2400" dirty="0"/>
              <a:t>5</a:t>
            </a:r>
            <a:r>
              <a:rPr lang="zh-CN" altLang="en-US" sz="2400" dirty="0"/>
              <a:t>人，每年举办一次。</a:t>
            </a:r>
            <a:endParaRPr lang="en-US" altLang="zh-CN" sz="2400" dirty="0"/>
          </a:p>
          <a:p>
            <a:pPr marL="360000" indent="-360000">
              <a:spcBef>
                <a:spcPts val="800"/>
              </a:spcBef>
              <a:defRPr/>
            </a:pPr>
            <a:r>
              <a:rPr lang="en-US" altLang="zh-CN" sz="2400" dirty="0"/>
              <a:t>3.</a:t>
            </a:r>
            <a:r>
              <a:rPr lang="zh-CN" altLang="en-US" sz="2400" dirty="0"/>
              <a:t>全国大学生物理学术竞赛竞赛（</a:t>
            </a:r>
            <a:r>
              <a:rPr lang="en-US" altLang="zh-CN" sz="2400" dirty="0"/>
              <a:t>CUPT</a:t>
            </a:r>
            <a:r>
              <a:rPr lang="zh-CN" altLang="en-US" sz="2400" dirty="0"/>
              <a:t>）</a:t>
            </a:r>
            <a:r>
              <a:rPr lang="en-US" altLang="zh-CN" sz="2400" dirty="0"/>
              <a:t>,</a:t>
            </a:r>
            <a:r>
              <a:rPr lang="zh-CN" altLang="en-US" sz="2400" dirty="0"/>
              <a:t>每队最多</a:t>
            </a:r>
            <a:r>
              <a:rPr lang="en-US" altLang="zh-CN" sz="2400" dirty="0"/>
              <a:t>5</a:t>
            </a:r>
            <a:r>
              <a:rPr lang="zh-CN" altLang="en-US" sz="2400" dirty="0"/>
              <a:t>人，每年举办一次。</a:t>
            </a:r>
            <a:endParaRPr lang="en-US" altLang="zh-CN" sz="2400" dirty="0"/>
          </a:p>
          <a:p>
            <a:pPr marL="360000" indent="-360000">
              <a:spcBef>
                <a:spcPts val="800"/>
              </a:spcBef>
              <a:defRPr/>
            </a:pPr>
            <a:r>
              <a:rPr lang="en-US" altLang="zh-CN" sz="2400" dirty="0"/>
              <a:t>4.</a:t>
            </a:r>
            <a:r>
              <a:rPr lang="zh-CN" altLang="en-US" sz="2400" dirty="0"/>
              <a:t>全省大学生物理学术竞赛竞赛，</a:t>
            </a:r>
            <a:r>
              <a:rPr lang="en-US" altLang="zh-CN" sz="2400" dirty="0"/>
              <a:t>4</a:t>
            </a:r>
            <a:r>
              <a:rPr lang="zh-CN" altLang="en-US" sz="2400" dirty="0"/>
              <a:t>个队，每队最多</a:t>
            </a:r>
            <a:r>
              <a:rPr lang="en-US" altLang="zh-CN" sz="2400" dirty="0"/>
              <a:t>5</a:t>
            </a:r>
            <a:r>
              <a:rPr lang="zh-CN" altLang="en-US" sz="2400" dirty="0"/>
              <a:t>人，每年举办一次。</a:t>
            </a:r>
            <a:endParaRPr lang="en-US" altLang="zh-CN" sz="2400" dirty="0"/>
          </a:p>
          <a:p>
            <a:pPr marL="360000" indent="-360000">
              <a:spcBef>
                <a:spcPts val="800"/>
              </a:spcBef>
              <a:defRPr/>
            </a:pPr>
            <a:r>
              <a:rPr lang="en-US" altLang="zh-CN" sz="2400" dirty="0"/>
              <a:t>5.</a:t>
            </a:r>
            <a:r>
              <a:rPr lang="zh-CN" altLang="en-US" sz="2400" dirty="0"/>
              <a:t>安徽省</a:t>
            </a:r>
            <a:r>
              <a:rPr lang="zh-CN" altLang="zh-CN" sz="2400" dirty="0"/>
              <a:t>大学生物理实验竞赛</a:t>
            </a:r>
            <a:r>
              <a:rPr lang="zh-CN" altLang="en-US" sz="2400" dirty="0"/>
              <a:t>操作技能及创新赛，</a:t>
            </a:r>
            <a:r>
              <a:rPr lang="en-US" altLang="zh-CN" sz="2400" dirty="0"/>
              <a:t>3- 4</a:t>
            </a:r>
            <a:r>
              <a:rPr lang="zh-CN" altLang="en-US" sz="2400" dirty="0"/>
              <a:t>个队，每队最多</a:t>
            </a:r>
            <a:r>
              <a:rPr lang="en-US" altLang="zh-CN" sz="2400" dirty="0"/>
              <a:t>5</a:t>
            </a:r>
            <a:r>
              <a:rPr lang="zh-CN" altLang="en-US" sz="2400" dirty="0"/>
              <a:t>人，每年举办一次。</a:t>
            </a:r>
            <a:endParaRPr lang="en-US" altLang="zh-CN" sz="2400" dirty="0"/>
          </a:p>
          <a:p>
            <a:pPr>
              <a:defRPr/>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3DDD6680-B1AB-919D-A476-D9AFA2F5F458}"/>
              </a:ext>
            </a:extLst>
          </p:cNvPr>
          <p:cNvSpPr>
            <a:spLocks noGrp="1" noChangeArrowheads="1"/>
          </p:cNvSpPr>
          <p:nvPr>
            <p:ph type="title"/>
          </p:nvPr>
        </p:nvSpPr>
        <p:spPr/>
        <p:txBody>
          <a:bodyPr/>
          <a:lstStyle/>
          <a:p>
            <a:r>
              <a:rPr lang="zh-CN" altLang="en-US"/>
              <a:t>我校学生获得的相关奖项</a:t>
            </a:r>
          </a:p>
        </p:txBody>
      </p:sp>
      <p:sp>
        <p:nvSpPr>
          <p:cNvPr id="11267" name="内容占位符 2">
            <a:extLst>
              <a:ext uri="{FF2B5EF4-FFF2-40B4-BE49-F238E27FC236}">
                <a16:creationId xmlns:a16="http://schemas.microsoft.com/office/drawing/2014/main" id="{46C2B7C1-34AE-2E60-E09E-8572151FC0E7}"/>
              </a:ext>
            </a:extLst>
          </p:cNvPr>
          <p:cNvSpPr>
            <a:spLocks noGrp="1" noChangeArrowheads="1"/>
          </p:cNvSpPr>
          <p:nvPr>
            <p:ph idx="1"/>
          </p:nvPr>
        </p:nvSpPr>
        <p:spPr>
          <a:xfrm>
            <a:off x="323850" y="1600200"/>
            <a:ext cx="8362950" cy="4525963"/>
          </a:xfrm>
        </p:spPr>
        <p:txBody>
          <a:bodyPr/>
          <a:lstStyle/>
          <a:p>
            <a:r>
              <a:rPr lang="en-US" altLang="zh-CN" sz="2000" dirty="0"/>
              <a:t>1.</a:t>
            </a:r>
            <a:r>
              <a:rPr lang="zh-CN" altLang="en-US" sz="2000" dirty="0"/>
              <a:t>已参加</a:t>
            </a:r>
            <a:r>
              <a:rPr lang="zh-CN" altLang="zh-CN" sz="2000" dirty="0"/>
              <a:t>第七</a:t>
            </a:r>
            <a:r>
              <a:rPr lang="zh-CN" altLang="en-US" sz="2000" dirty="0"/>
              <a:t>（</a:t>
            </a:r>
            <a:r>
              <a:rPr lang="en-US" altLang="zh-CN" sz="2000" dirty="0"/>
              <a:t>2021</a:t>
            </a:r>
            <a:r>
              <a:rPr lang="zh-CN" altLang="en-US" sz="2000" dirty="0"/>
              <a:t>年）、九</a:t>
            </a:r>
            <a:r>
              <a:rPr lang="zh-CN" altLang="zh-CN" sz="2000" dirty="0"/>
              <a:t>届</a:t>
            </a:r>
            <a:r>
              <a:rPr lang="zh-CN" altLang="en-US" sz="2000" dirty="0"/>
              <a:t>（</a:t>
            </a:r>
            <a:r>
              <a:rPr lang="en-US" altLang="zh-CN" sz="2000" dirty="0"/>
              <a:t>2023</a:t>
            </a:r>
            <a:r>
              <a:rPr lang="zh-CN" altLang="en-US" sz="2000" dirty="0"/>
              <a:t>年）</a:t>
            </a:r>
            <a:r>
              <a:rPr lang="zh-CN" altLang="zh-CN" sz="2000" dirty="0"/>
              <a:t>全国大学生物理实验竞赛（教学赛</a:t>
            </a:r>
            <a:r>
              <a:rPr lang="zh-CN" altLang="en-US" sz="2000" dirty="0"/>
              <a:t>），分别为南开大学、中山大学，获得国赛一等奖</a:t>
            </a:r>
            <a:r>
              <a:rPr lang="en-US" altLang="zh-CN" sz="2000" dirty="0"/>
              <a:t>1</a:t>
            </a:r>
            <a:r>
              <a:rPr lang="zh-CN" altLang="en-US" sz="2000" dirty="0"/>
              <a:t>项（基础组），二等奖</a:t>
            </a:r>
            <a:r>
              <a:rPr lang="en-US" altLang="zh-CN" sz="2000" dirty="0"/>
              <a:t>4</a:t>
            </a:r>
            <a:r>
              <a:rPr lang="zh-CN" altLang="en-US" sz="2000" dirty="0"/>
              <a:t>项（综合组和基础组各</a:t>
            </a:r>
            <a:r>
              <a:rPr lang="en-US" altLang="zh-CN" sz="2000" dirty="0"/>
              <a:t>2</a:t>
            </a:r>
            <a:r>
              <a:rPr lang="zh-CN" altLang="en-US" sz="2000" dirty="0"/>
              <a:t>项），三等奖</a:t>
            </a:r>
            <a:r>
              <a:rPr lang="en-US" altLang="zh-CN" sz="2000" dirty="0"/>
              <a:t>1</a:t>
            </a:r>
            <a:r>
              <a:rPr lang="zh-CN" altLang="en-US" sz="2000" dirty="0"/>
              <a:t>个（基础组）。</a:t>
            </a:r>
            <a:endParaRPr lang="en-US" altLang="zh-CN" sz="2000" dirty="0"/>
          </a:p>
          <a:p>
            <a:r>
              <a:rPr lang="en-US" altLang="zh-CN" sz="2000" dirty="0"/>
              <a:t>2.</a:t>
            </a:r>
            <a:r>
              <a:rPr lang="zh-CN" altLang="en-US" sz="2000" dirty="0"/>
              <a:t>参加第六、第七届、第八届</a:t>
            </a:r>
            <a:r>
              <a:rPr lang="zh-CN" altLang="zh-CN" sz="2000" dirty="0"/>
              <a:t>全国大学生物理实验竞赛 “创新赛”</a:t>
            </a:r>
            <a:r>
              <a:rPr lang="zh-CN" altLang="en-US" sz="2000" dirty="0"/>
              <a:t>：</a:t>
            </a:r>
            <a:r>
              <a:rPr lang="en-US" altLang="zh-CN" sz="2000" dirty="0"/>
              <a:t>2020</a:t>
            </a:r>
            <a:r>
              <a:rPr lang="zh-CN" altLang="en-US" sz="2000" dirty="0"/>
              <a:t>年获得一等奖</a:t>
            </a:r>
            <a:r>
              <a:rPr lang="en-US" altLang="zh-CN" sz="2000" dirty="0"/>
              <a:t>1</a:t>
            </a:r>
            <a:r>
              <a:rPr lang="zh-CN" altLang="en-US" sz="2000" dirty="0"/>
              <a:t>个，二等奖</a:t>
            </a:r>
            <a:r>
              <a:rPr lang="en-US" altLang="zh-CN" sz="2000" dirty="0"/>
              <a:t>2</a:t>
            </a:r>
            <a:r>
              <a:rPr lang="zh-CN" altLang="en-US" sz="2000" dirty="0"/>
              <a:t>个，三等奖</a:t>
            </a:r>
            <a:r>
              <a:rPr lang="en-US" altLang="zh-CN" sz="2000" dirty="0"/>
              <a:t>1</a:t>
            </a:r>
            <a:r>
              <a:rPr lang="zh-CN" altLang="en-US" sz="2000" dirty="0"/>
              <a:t>个，</a:t>
            </a:r>
            <a:r>
              <a:rPr lang="en-US" altLang="zh-CN" sz="2000" dirty="0"/>
              <a:t>2021</a:t>
            </a:r>
            <a:r>
              <a:rPr lang="zh-CN" altLang="en-US" sz="2000" dirty="0"/>
              <a:t>年，</a:t>
            </a:r>
            <a:r>
              <a:rPr lang="en-US" altLang="zh-CN" sz="2000" dirty="0"/>
              <a:t>4</a:t>
            </a:r>
            <a:r>
              <a:rPr lang="zh-CN" altLang="en-US" sz="2000" dirty="0"/>
              <a:t>个代表队获得</a:t>
            </a:r>
            <a:r>
              <a:rPr lang="en-US" altLang="zh-CN" sz="2000" dirty="0"/>
              <a:t>4</a:t>
            </a:r>
            <a:r>
              <a:rPr lang="zh-CN" altLang="en-US" sz="2000" dirty="0"/>
              <a:t>个一等奖，</a:t>
            </a:r>
            <a:r>
              <a:rPr lang="en-US" altLang="zh-CN" sz="2000" dirty="0"/>
              <a:t>2022</a:t>
            </a:r>
            <a:r>
              <a:rPr lang="zh-CN" altLang="en-US" sz="2000" dirty="0"/>
              <a:t>年</a:t>
            </a:r>
            <a:r>
              <a:rPr lang="en-US" altLang="zh-CN" sz="2000" dirty="0"/>
              <a:t>4</a:t>
            </a:r>
            <a:r>
              <a:rPr lang="zh-CN" altLang="en-US" sz="2000" dirty="0"/>
              <a:t>个一等奖，</a:t>
            </a:r>
            <a:r>
              <a:rPr lang="en-US" altLang="zh-CN" sz="2000" dirty="0"/>
              <a:t>1</a:t>
            </a:r>
            <a:r>
              <a:rPr lang="zh-CN" altLang="en-US" sz="2000" dirty="0"/>
              <a:t>个二等奖，全国只有</a:t>
            </a:r>
            <a:r>
              <a:rPr lang="en-US" altLang="zh-CN" sz="2000" dirty="0"/>
              <a:t>4</a:t>
            </a:r>
            <a:r>
              <a:rPr lang="zh-CN" altLang="en-US" sz="2000" dirty="0"/>
              <a:t>个学校获得这样的好成绩</a:t>
            </a:r>
            <a:r>
              <a:rPr lang="en-US" altLang="zh-CN" sz="2000" dirty="0"/>
              <a:t>,2023</a:t>
            </a:r>
            <a:r>
              <a:rPr lang="zh-CN" altLang="en-US" sz="2000" dirty="0"/>
              <a:t>年</a:t>
            </a:r>
            <a:r>
              <a:rPr lang="en-US" altLang="zh-CN" sz="2000" dirty="0"/>
              <a:t>5</a:t>
            </a:r>
            <a:r>
              <a:rPr lang="zh-CN" altLang="en-US" sz="2000" dirty="0"/>
              <a:t>个一等奖，全国第一名。</a:t>
            </a:r>
            <a:endParaRPr lang="en-US" altLang="zh-CN" sz="2000" dirty="0"/>
          </a:p>
          <a:p>
            <a:r>
              <a:rPr lang="en-US" altLang="zh-CN" sz="2000" dirty="0"/>
              <a:t>3.</a:t>
            </a:r>
            <a:r>
              <a:rPr lang="zh-CN" altLang="en-US" sz="2000" dirty="0"/>
              <a:t>参加</a:t>
            </a:r>
            <a:r>
              <a:rPr lang="en-US" altLang="zh-CN" sz="2000" dirty="0"/>
              <a:t>6</a:t>
            </a:r>
            <a:r>
              <a:rPr lang="zh-CN" altLang="en-US" sz="2000" dirty="0"/>
              <a:t>届全省大学生学术竞赛：一等奖</a:t>
            </a:r>
            <a:r>
              <a:rPr lang="en-US" altLang="zh-CN" sz="2000" dirty="0"/>
              <a:t>13</a:t>
            </a:r>
            <a:r>
              <a:rPr lang="zh-CN" altLang="en-US" sz="2000" dirty="0"/>
              <a:t>个，二等奖</a:t>
            </a:r>
            <a:r>
              <a:rPr lang="en-US" altLang="zh-CN" sz="2000" dirty="0"/>
              <a:t>13</a:t>
            </a:r>
            <a:r>
              <a:rPr lang="zh-CN" altLang="en-US" sz="2000" dirty="0"/>
              <a:t>个，三等奖</a:t>
            </a:r>
            <a:r>
              <a:rPr lang="en-US" altLang="zh-CN" sz="2000" dirty="0"/>
              <a:t>3</a:t>
            </a:r>
            <a:r>
              <a:rPr lang="zh-CN" altLang="en-US" sz="2000" dirty="0"/>
              <a:t>个（第一届</a:t>
            </a:r>
            <a:r>
              <a:rPr lang="en-US" altLang="zh-CN" sz="2000" dirty="0"/>
              <a:t>2</a:t>
            </a:r>
            <a:r>
              <a:rPr lang="zh-CN" altLang="en-US" sz="2000" dirty="0"/>
              <a:t>个队，第二届</a:t>
            </a:r>
            <a:r>
              <a:rPr lang="en-US" altLang="zh-CN" sz="2000" dirty="0"/>
              <a:t>4</a:t>
            </a:r>
            <a:r>
              <a:rPr lang="zh-CN" altLang="en-US" sz="2000" dirty="0"/>
              <a:t>个队，第三届</a:t>
            </a:r>
            <a:r>
              <a:rPr lang="en-US" altLang="zh-CN" sz="2000" dirty="0"/>
              <a:t>7</a:t>
            </a:r>
            <a:r>
              <a:rPr lang="zh-CN" altLang="en-US" sz="2000" dirty="0"/>
              <a:t>个队，第四届</a:t>
            </a:r>
            <a:r>
              <a:rPr lang="en-US" altLang="zh-CN" sz="2000" dirty="0"/>
              <a:t>8</a:t>
            </a:r>
            <a:r>
              <a:rPr lang="zh-CN" altLang="en-US" sz="2000" dirty="0"/>
              <a:t>个队，第五六届都是</a:t>
            </a:r>
            <a:r>
              <a:rPr lang="en-US" altLang="zh-CN" sz="2000" dirty="0"/>
              <a:t>4</a:t>
            </a:r>
            <a:r>
              <a:rPr lang="zh-CN" altLang="en-US" sz="2000" dirty="0"/>
              <a:t>个队），每年的</a:t>
            </a:r>
            <a:r>
              <a:rPr lang="en-US" altLang="zh-CN" sz="2000" dirty="0"/>
              <a:t>5</a:t>
            </a:r>
            <a:r>
              <a:rPr lang="zh-CN" altLang="en-US" sz="2000" dirty="0"/>
              <a:t>到</a:t>
            </a:r>
            <a:r>
              <a:rPr lang="en-US" altLang="zh-CN" sz="2000" dirty="0"/>
              <a:t>8</a:t>
            </a:r>
            <a:r>
              <a:rPr lang="zh-CN" altLang="en-US" sz="2000" dirty="0"/>
              <a:t>月举办。</a:t>
            </a:r>
            <a:endParaRPr lang="en-US" altLang="zh-CN" sz="2000" dirty="0"/>
          </a:p>
          <a:p>
            <a:r>
              <a:rPr lang="en-US" altLang="zh-CN" sz="2000" dirty="0"/>
              <a:t>4.</a:t>
            </a:r>
            <a:r>
              <a:rPr lang="zh-CN" altLang="en-US" sz="2000" dirty="0"/>
              <a:t>参加华东赛两届每届一个队</a:t>
            </a:r>
            <a:r>
              <a:rPr lang="en-US" altLang="zh-CN" sz="2000" dirty="0"/>
              <a:t>,</a:t>
            </a:r>
            <a:r>
              <a:rPr lang="zh-CN" altLang="en-US" sz="2000" dirty="0"/>
              <a:t>获得一等奖</a:t>
            </a:r>
            <a:r>
              <a:rPr lang="en-US" altLang="zh-CN" sz="2000" dirty="0"/>
              <a:t>1</a:t>
            </a:r>
            <a:r>
              <a:rPr lang="zh-CN" altLang="en-US" sz="2000" dirty="0"/>
              <a:t>个，三等奖</a:t>
            </a:r>
            <a:r>
              <a:rPr lang="en-US" altLang="zh-CN" sz="2000" dirty="0"/>
              <a:t>1</a:t>
            </a:r>
            <a:r>
              <a:rPr lang="zh-CN" altLang="en-US" sz="2000" dirty="0"/>
              <a:t>个。</a:t>
            </a:r>
            <a:endParaRPr lang="en-US" altLang="zh-CN" sz="2000" dirty="0"/>
          </a:p>
          <a:p>
            <a:r>
              <a:rPr lang="en-US" altLang="zh-CN" sz="2000" dirty="0"/>
              <a:t>5.</a:t>
            </a:r>
            <a:r>
              <a:rPr lang="zh-CN" altLang="en-US" sz="2000" dirty="0"/>
              <a:t>参加两届安徽省</a:t>
            </a:r>
            <a:r>
              <a:rPr lang="zh-CN" altLang="zh-CN" sz="2000" dirty="0"/>
              <a:t>大学生物理实验竞赛</a:t>
            </a:r>
            <a:r>
              <a:rPr lang="zh-CN" altLang="en-US" sz="2000" dirty="0"/>
              <a:t>操作技能及创新赛，获得操作技能赛一等奖</a:t>
            </a:r>
            <a:r>
              <a:rPr lang="en-US" altLang="zh-CN" sz="2000" dirty="0"/>
              <a:t>2</a:t>
            </a:r>
            <a:r>
              <a:rPr lang="zh-CN" altLang="en-US" sz="2000" dirty="0"/>
              <a:t>个（个人），二等奖</a:t>
            </a:r>
            <a:r>
              <a:rPr lang="en-US" altLang="zh-CN" sz="2000" dirty="0"/>
              <a:t>2</a:t>
            </a:r>
            <a:r>
              <a:rPr lang="zh-CN" altLang="en-US" sz="2000" dirty="0"/>
              <a:t>个，创新赛（团体赛）一等奖</a:t>
            </a:r>
            <a:r>
              <a:rPr lang="en-US" altLang="zh-CN" sz="2000" dirty="0"/>
              <a:t>2</a:t>
            </a:r>
            <a:r>
              <a:rPr lang="zh-CN" altLang="en-US" sz="2000" dirty="0"/>
              <a:t>个、二等奖</a:t>
            </a:r>
            <a:r>
              <a:rPr lang="en-US" altLang="zh-CN" sz="2000" dirty="0"/>
              <a:t>1</a:t>
            </a:r>
            <a:r>
              <a:rPr lang="zh-CN" altLang="en-US" sz="2000" dirty="0"/>
              <a:t>个，三等奖</a:t>
            </a:r>
            <a:r>
              <a:rPr lang="en-US" altLang="zh-CN" sz="2000" dirty="0"/>
              <a:t>1</a:t>
            </a:r>
            <a:r>
              <a:rPr lang="zh-CN" altLang="en-US" sz="2000" dirty="0"/>
              <a:t>个。</a:t>
            </a:r>
            <a:endParaRPr lang="en-US" altLang="zh-CN" sz="2000" dirty="0"/>
          </a:p>
          <a:p>
            <a:endParaRPr lang="en-US" altLang="zh-CN" sz="2400" dirty="0"/>
          </a:p>
          <a:p>
            <a:endParaRPr lang="zh-CN"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F62CA2AD-82AB-8455-480B-153D73BF859D}"/>
              </a:ext>
            </a:extLst>
          </p:cNvPr>
          <p:cNvSpPr>
            <a:spLocks noGrp="1" noChangeArrowheads="1"/>
          </p:cNvSpPr>
          <p:nvPr>
            <p:ph type="title"/>
          </p:nvPr>
        </p:nvSpPr>
        <p:spPr/>
        <p:txBody>
          <a:bodyPr/>
          <a:lstStyle/>
          <a:p>
            <a:r>
              <a:rPr lang="zh-CN" altLang="en-US" sz="4000"/>
              <a:t>全国大学物理实验（教学赛）照片</a:t>
            </a:r>
          </a:p>
        </p:txBody>
      </p:sp>
      <p:pic>
        <p:nvPicPr>
          <p:cNvPr id="12291" name="内容占位符 3">
            <a:extLst>
              <a:ext uri="{FF2B5EF4-FFF2-40B4-BE49-F238E27FC236}">
                <a16:creationId xmlns:a16="http://schemas.microsoft.com/office/drawing/2014/main" id="{8621ACC0-974F-223E-5EE9-82A2B234A88C}"/>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5113" y="2205038"/>
            <a:ext cx="4176712" cy="3422650"/>
          </a:xfrm>
        </p:spPr>
      </p:pic>
      <p:pic>
        <p:nvPicPr>
          <p:cNvPr id="12292" name="图片 4" descr="日历&#10;&#10;中度可信度描述已自动生成">
            <a:extLst>
              <a:ext uri="{FF2B5EF4-FFF2-40B4-BE49-F238E27FC236}">
                <a16:creationId xmlns:a16="http://schemas.microsoft.com/office/drawing/2014/main" id="{39E62129-3EFF-E788-F733-2D56D7F868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2295525"/>
            <a:ext cx="4319588"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文本框 1">
            <a:extLst>
              <a:ext uri="{FF2B5EF4-FFF2-40B4-BE49-F238E27FC236}">
                <a16:creationId xmlns:a16="http://schemas.microsoft.com/office/drawing/2014/main" id="{4F1513DB-BFD2-0AD9-3953-F864781DA4ED}"/>
              </a:ext>
            </a:extLst>
          </p:cNvPr>
          <p:cNvSpPr txBox="1">
            <a:spLocks noChangeArrowheads="1"/>
          </p:cNvSpPr>
          <p:nvPr/>
        </p:nvSpPr>
        <p:spPr bwMode="auto">
          <a:xfrm>
            <a:off x="1476375" y="1557338"/>
            <a:ext cx="1582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Tx/>
              <a:buNone/>
            </a:pPr>
            <a:r>
              <a:rPr lang="zh-CN" altLang="en-US" sz="2000">
                <a:latin typeface="Times New Roman" panose="02020603050405020304" pitchFamily="18" charset="0"/>
                <a:ea typeface="楷体_GB2312"/>
              </a:rPr>
              <a:t>第七届</a:t>
            </a:r>
          </a:p>
        </p:txBody>
      </p:sp>
      <p:sp>
        <p:nvSpPr>
          <p:cNvPr id="12294" name="文本框 2">
            <a:extLst>
              <a:ext uri="{FF2B5EF4-FFF2-40B4-BE49-F238E27FC236}">
                <a16:creationId xmlns:a16="http://schemas.microsoft.com/office/drawing/2014/main" id="{AD9B01B5-2C2B-05E5-08C7-378D04FB299A}"/>
              </a:ext>
            </a:extLst>
          </p:cNvPr>
          <p:cNvSpPr txBox="1">
            <a:spLocks noChangeArrowheads="1"/>
          </p:cNvSpPr>
          <p:nvPr/>
        </p:nvSpPr>
        <p:spPr bwMode="auto">
          <a:xfrm>
            <a:off x="6084888" y="1557338"/>
            <a:ext cx="1582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Tx/>
              <a:buNone/>
            </a:pPr>
            <a:r>
              <a:rPr lang="zh-CN" altLang="en-US" sz="2000">
                <a:latin typeface="Times New Roman" panose="02020603050405020304" pitchFamily="18" charset="0"/>
                <a:ea typeface="楷体_GB2312"/>
              </a:rPr>
              <a:t>第九届</a:t>
            </a:r>
          </a:p>
        </p:txBody>
      </p:sp>
      <p:sp>
        <p:nvSpPr>
          <p:cNvPr id="12295" name="文本框 1">
            <a:extLst>
              <a:ext uri="{FF2B5EF4-FFF2-40B4-BE49-F238E27FC236}">
                <a16:creationId xmlns:a16="http://schemas.microsoft.com/office/drawing/2014/main" id="{9E032A5E-4783-CCE3-C185-A3EFBE93BA5D}"/>
              </a:ext>
            </a:extLst>
          </p:cNvPr>
          <p:cNvSpPr txBox="1">
            <a:spLocks noChangeArrowheads="1"/>
          </p:cNvSpPr>
          <p:nvPr/>
        </p:nvSpPr>
        <p:spPr bwMode="auto">
          <a:xfrm>
            <a:off x="2916238" y="5875338"/>
            <a:ext cx="3168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Tx/>
              <a:buNone/>
            </a:pPr>
            <a:r>
              <a:rPr lang="zh-CN" altLang="en-US" sz="2000">
                <a:latin typeface="Times New Roman" panose="02020603050405020304" pitchFamily="18" charset="0"/>
                <a:ea typeface="楷体_GB2312"/>
              </a:rPr>
              <a:t>作为领队和指导老师</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CD9AE7F8-DB03-B0F4-3FB4-AC8A101D6A8D}"/>
              </a:ext>
            </a:extLst>
          </p:cNvPr>
          <p:cNvSpPr>
            <a:spLocks noGrp="1" noChangeArrowheads="1"/>
          </p:cNvSpPr>
          <p:nvPr>
            <p:ph type="title"/>
          </p:nvPr>
        </p:nvSpPr>
        <p:spPr/>
        <p:txBody>
          <a:bodyPr/>
          <a:lstStyle/>
          <a:p>
            <a:r>
              <a:rPr lang="en-US" altLang="zh-CN"/>
              <a:t>2020</a:t>
            </a:r>
            <a:r>
              <a:rPr lang="zh-CN" altLang="en-US"/>
              <a:t>年</a:t>
            </a:r>
            <a:r>
              <a:rPr lang="en-US" altLang="zh-CN"/>
              <a:t>cupt2</a:t>
            </a:r>
            <a:r>
              <a:rPr lang="zh-CN" altLang="en-US"/>
              <a:t>队风采</a:t>
            </a:r>
          </a:p>
        </p:txBody>
      </p:sp>
      <p:pic>
        <p:nvPicPr>
          <p:cNvPr id="13315" name="内容占位符 4">
            <a:extLst>
              <a:ext uri="{FF2B5EF4-FFF2-40B4-BE49-F238E27FC236}">
                <a16:creationId xmlns:a16="http://schemas.microsoft.com/office/drawing/2014/main" id="{83FA0A18-1D4E-92D0-3B7C-1D767DDEE6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93800" y="1600200"/>
            <a:ext cx="6756400" cy="4525963"/>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50F21278-C099-240D-5B63-39F383B676CF}"/>
              </a:ext>
            </a:extLst>
          </p:cNvPr>
          <p:cNvSpPr>
            <a:spLocks noGrp="1" noChangeArrowheads="1"/>
          </p:cNvSpPr>
          <p:nvPr>
            <p:ph type="title"/>
          </p:nvPr>
        </p:nvSpPr>
        <p:spPr/>
        <p:txBody>
          <a:bodyPr/>
          <a:lstStyle/>
          <a:p>
            <a:r>
              <a:rPr lang="en-US" altLang="zh-CN"/>
              <a:t>2022</a:t>
            </a:r>
            <a:r>
              <a:rPr lang="zh-CN" altLang="en-US"/>
              <a:t>年</a:t>
            </a:r>
            <a:r>
              <a:rPr lang="en-US" altLang="zh-CN"/>
              <a:t>cupt</a:t>
            </a:r>
            <a:r>
              <a:rPr lang="zh-CN" altLang="en-US"/>
              <a:t>团队风采</a:t>
            </a:r>
          </a:p>
        </p:txBody>
      </p:sp>
      <p:pic>
        <p:nvPicPr>
          <p:cNvPr id="14339" name="内容占位符 6" descr="一群人站在建筑前&#10;&#10;描述已自动生成">
            <a:extLst>
              <a:ext uri="{FF2B5EF4-FFF2-40B4-BE49-F238E27FC236}">
                <a16:creationId xmlns:a16="http://schemas.microsoft.com/office/drawing/2014/main" id="{2A291B5C-2C2F-7814-7261-C38F52FC6A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65225" y="1600200"/>
            <a:ext cx="6813550" cy="4525963"/>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内容占位符 5">
            <a:extLst>
              <a:ext uri="{FF2B5EF4-FFF2-40B4-BE49-F238E27FC236}">
                <a16:creationId xmlns:a16="http://schemas.microsoft.com/office/drawing/2014/main" id="{594244A8-5835-5F9E-75FC-D406B56F58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54163" y="1600200"/>
            <a:ext cx="6035675" cy="4525963"/>
          </a:xfrm>
        </p:spPr>
      </p:pic>
      <p:sp>
        <p:nvSpPr>
          <p:cNvPr id="15363" name="标题 1">
            <a:extLst>
              <a:ext uri="{FF2B5EF4-FFF2-40B4-BE49-F238E27FC236}">
                <a16:creationId xmlns:a16="http://schemas.microsoft.com/office/drawing/2014/main" id="{35F57F8D-DD81-1483-38D3-EE66097B8CD3}"/>
              </a:ext>
            </a:extLst>
          </p:cNvPr>
          <p:cNvSpPr>
            <a:spLocks noGrp="1" noChangeArrowheads="1"/>
          </p:cNvSpPr>
          <p:nvPr>
            <p:ph type="title"/>
          </p:nvPr>
        </p:nvSpPr>
        <p:spPr/>
        <p:txBody>
          <a:bodyPr/>
          <a:lstStyle/>
          <a:p>
            <a:r>
              <a:rPr lang="en-US" altLang="zh-CN"/>
              <a:t>2023</a:t>
            </a:r>
            <a:r>
              <a:rPr lang="zh-CN" altLang="en-US"/>
              <a:t>年</a:t>
            </a:r>
            <a:r>
              <a:rPr lang="en-US" altLang="zh-CN"/>
              <a:t>cupt</a:t>
            </a:r>
            <a:r>
              <a:rPr lang="zh-CN" altLang="en-US"/>
              <a:t>团队风采</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2C8D84B7-2996-A1BB-A578-FC118CCC6BB2}"/>
              </a:ext>
            </a:extLst>
          </p:cNvPr>
          <p:cNvSpPr>
            <a:spLocks noGrp="1" noChangeArrowheads="1"/>
          </p:cNvSpPr>
          <p:nvPr>
            <p:ph type="title"/>
          </p:nvPr>
        </p:nvSpPr>
        <p:spPr/>
        <p:txBody>
          <a:bodyPr/>
          <a:lstStyle/>
          <a:p>
            <a:r>
              <a:rPr lang="en-US" altLang="zh-CN"/>
              <a:t>2024</a:t>
            </a:r>
            <a:r>
              <a:rPr lang="zh-CN" altLang="en-US"/>
              <a:t>年</a:t>
            </a:r>
            <a:r>
              <a:rPr lang="en-US" altLang="zh-CN"/>
              <a:t>cupt</a:t>
            </a:r>
            <a:r>
              <a:rPr lang="zh-CN" altLang="en-US"/>
              <a:t>团队风采</a:t>
            </a:r>
          </a:p>
        </p:txBody>
      </p:sp>
      <p:pic>
        <p:nvPicPr>
          <p:cNvPr id="16387" name="内容占位符 4" descr="一群人站在房子前面&#10;&#10;中度可信度描述已自动生成">
            <a:extLst>
              <a:ext uri="{FF2B5EF4-FFF2-40B4-BE49-F238E27FC236}">
                <a16:creationId xmlns:a16="http://schemas.microsoft.com/office/drawing/2014/main" id="{FFABFF74-E8FA-82E0-1D64-B62D6732B58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58925" y="1600200"/>
            <a:ext cx="6026150" cy="4525963"/>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4B68C456-0F1A-945E-4E31-110CA4DC00F2}"/>
              </a:ext>
            </a:extLst>
          </p:cNvPr>
          <p:cNvSpPr>
            <a:spLocks noGrp="1" noChangeArrowheads="1"/>
          </p:cNvSpPr>
          <p:nvPr>
            <p:ph type="title"/>
          </p:nvPr>
        </p:nvSpPr>
        <p:spPr/>
        <p:txBody>
          <a:bodyPr/>
          <a:lstStyle/>
          <a:p>
            <a:r>
              <a:rPr lang="zh-CN" altLang="en-US"/>
              <a:t>实验课表及上课模式</a:t>
            </a:r>
          </a:p>
        </p:txBody>
      </p:sp>
      <p:graphicFrame>
        <p:nvGraphicFramePr>
          <p:cNvPr id="6" name="内容占位符 5">
            <a:extLst>
              <a:ext uri="{FF2B5EF4-FFF2-40B4-BE49-F238E27FC236}">
                <a16:creationId xmlns:a16="http://schemas.microsoft.com/office/drawing/2014/main" id="{C05ED739-37F3-421F-804E-3D8ADA72A6CB}"/>
              </a:ext>
            </a:extLst>
          </p:cNvPr>
          <p:cNvGraphicFramePr>
            <a:graphicFrameLocks noGrp="1"/>
          </p:cNvGraphicFramePr>
          <p:nvPr>
            <p:ph idx="1"/>
          </p:nvPr>
        </p:nvGraphicFramePr>
        <p:xfrm>
          <a:off x="179388" y="2133600"/>
          <a:ext cx="5768977" cy="4205289"/>
        </p:xfrm>
        <a:graphic>
          <a:graphicData uri="http://schemas.openxmlformats.org/drawingml/2006/table">
            <a:tbl>
              <a:tblPr>
                <a:tableStyleId>{073A0DAA-6AF3-43AB-8588-CEC1D06C72B9}</a:tableStyleId>
              </a:tblPr>
              <a:tblGrid>
                <a:gridCol w="610957">
                  <a:extLst>
                    <a:ext uri="{9D8B030D-6E8A-4147-A177-3AD203B41FA5}">
                      <a16:colId xmlns:a16="http://schemas.microsoft.com/office/drawing/2014/main" val="20000"/>
                    </a:ext>
                  </a:extLst>
                </a:gridCol>
                <a:gridCol w="240508">
                  <a:extLst>
                    <a:ext uri="{9D8B030D-6E8A-4147-A177-3AD203B41FA5}">
                      <a16:colId xmlns:a16="http://schemas.microsoft.com/office/drawing/2014/main" val="20001"/>
                    </a:ext>
                  </a:extLst>
                </a:gridCol>
                <a:gridCol w="199483">
                  <a:extLst>
                    <a:ext uri="{9D8B030D-6E8A-4147-A177-3AD203B41FA5}">
                      <a16:colId xmlns:a16="http://schemas.microsoft.com/office/drawing/2014/main" val="20002"/>
                    </a:ext>
                  </a:extLst>
                </a:gridCol>
                <a:gridCol w="199483">
                  <a:extLst>
                    <a:ext uri="{9D8B030D-6E8A-4147-A177-3AD203B41FA5}">
                      <a16:colId xmlns:a16="http://schemas.microsoft.com/office/drawing/2014/main" val="20003"/>
                    </a:ext>
                  </a:extLst>
                </a:gridCol>
                <a:gridCol w="199483">
                  <a:extLst>
                    <a:ext uri="{9D8B030D-6E8A-4147-A177-3AD203B41FA5}">
                      <a16:colId xmlns:a16="http://schemas.microsoft.com/office/drawing/2014/main" val="20004"/>
                    </a:ext>
                  </a:extLst>
                </a:gridCol>
                <a:gridCol w="199483">
                  <a:extLst>
                    <a:ext uri="{9D8B030D-6E8A-4147-A177-3AD203B41FA5}">
                      <a16:colId xmlns:a16="http://schemas.microsoft.com/office/drawing/2014/main" val="20005"/>
                    </a:ext>
                  </a:extLst>
                </a:gridCol>
                <a:gridCol w="348261">
                  <a:extLst>
                    <a:ext uri="{9D8B030D-6E8A-4147-A177-3AD203B41FA5}">
                      <a16:colId xmlns:a16="http://schemas.microsoft.com/office/drawing/2014/main" val="20006"/>
                    </a:ext>
                  </a:extLst>
                </a:gridCol>
                <a:gridCol w="92131">
                  <a:extLst>
                    <a:ext uri="{9D8B030D-6E8A-4147-A177-3AD203B41FA5}">
                      <a16:colId xmlns:a16="http://schemas.microsoft.com/office/drawing/2014/main" val="20007"/>
                    </a:ext>
                  </a:extLst>
                </a:gridCol>
                <a:gridCol w="416774">
                  <a:extLst>
                    <a:ext uri="{9D8B030D-6E8A-4147-A177-3AD203B41FA5}">
                      <a16:colId xmlns:a16="http://schemas.microsoft.com/office/drawing/2014/main" val="20008"/>
                    </a:ext>
                  </a:extLst>
                </a:gridCol>
                <a:gridCol w="92131">
                  <a:extLst>
                    <a:ext uri="{9D8B030D-6E8A-4147-A177-3AD203B41FA5}">
                      <a16:colId xmlns:a16="http://schemas.microsoft.com/office/drawing/2014/main" val="20009"/>
                    </a:ext>
                  </a:extLst>
                </a:gridCol>
                <a:gridCol w="397235">
                  <a:extLst>
                    <a:ext uri="{9D8B030D-6E8A-4147-A177-3AD203B41FA5}">
                      <a16:colId xmlns:a16="http://schemas.microsoft.com/office/drawing/2014/main" val="20010"/>
                    </a:ext>
                  </a:extLst>
                </a:gridCol>
                <a:gridCol w="315205">
                  <a:extLst>
                    <a:ext uri="{9D8B030D-6E8A-4147-A177-3AD203B41FA5}">
                      <a16:colId xmlns:a16="http://schemas.microsoft.com/office/drawing/2014/main" val="20011"/>
                    </a:ext>
                  </a:extLst>
                </a:gridCol>
                <a:gridCol w="972821">
                  <a:extLst>
                    <a:ext uri="{9D8B030D-6E8A-4147-A177-3AD203B41FA5}">
                      <a16:colId xmlns:a16="http://schemas.microsoft.com/office/drawing/2014/main" val="20012"/>
                    </a:ext>
                  </a:extLst>
                </a:gridCol>
                <a:gridCol w="691128">
                  <a:extLst>
                    <a:ext uri="{9D8B030D-6E8A-4147-A177-3AD203B41FA5}">
                      <a16:colId xmlns:a16="http://schemas.microsoft.com/office/drawing/2014/main" val="20013"/>
                    </a:ext>
                  </a:extLst>
                </a:gridCol>
                <a:gridCol w="793894">
                  <a:extLst>
                    <a:ext uri="{9D8B030D-6E8A-4147-A177-3AD203B41FA5}">
                      <a16:colId xmlns:a16="http://schemas.microsoft.com/office/drawing/2014/main" val="20014"/>
                    </a:ext>
                  </a:extLst>
                </a:gridCol>
              </a:tblGrid>
              <a:tr h="807566">
                <a:tc>
                  <a:txBody>
                    <a:bodyPr/>
                    <a:lstStyle/>
                    <a:p>
                      <a:pPr algn="just">
                        <a:lnSpc>
                          <a:spcPts val="1200"/>
                        </a:lnSpc>
                        <a:spcAft>
                          <a:spcPts val="0"/>
                        </a:spcAft>
                      </a:pPr>
                      <a:r>
                        <a:rPr lang="en-US" sz="1000">
                          <a:effectLst/>
                        </a:rPr>
                        <a:t>    </a:t>
                      </a:r>
                      <a:r>
                        <a:rPr lang="zh-CN" sz="1000">
                          <a:effectLst/>
                        </a:rPr>
                        <a:t>组别</a:t>
                      </a:r>
                    </a:p>
                    <a:p>
                      <a:pPr algn="just">
                        <a:lnSpc>
                          <a:spcPts val="1200"/>
                        </a:lnSpc>
                        <a:spcAft>
                          <a:spcPts val="0"/>
                        </a:spcAft>
                      </a:pPr>
                      <a:r>
                        <a:rPr lang="zh-CN" sz="1000">
                          <a:effectLst/>
                        </a:rPr>
                        <a:t>周次</a:t>
                      </a:r>
                      <a:endParaRPr lang="zh-CN" sz="1000">
                        <a:effectLst/>
                        <a:latin typeface="Courier New"/>
                        <a:ea typeface="宋体"/>
                        <a:cs typeface="Times New Roman"/>
                      </a:endParaRPr>
                    </a:p>
                  </a:txBody>
                  <a:tcPr marL="66730" marR="66730" marT="0" marB="0"/>
                </a:tc>
                <a:tc>
                  <a:txBody>
                    <a:bodyPr/>
                    <a:lstStyle/>
                    <a:p>
                      <a:pPr algn="just">
                        <a:lnSpc>
                          <a:spcPts val="1200"/>
                        </a:lnSpc>
                        <a:spcAft>
                          <a:spcPts val="0"/>
                        </a:spcAft>
                      </a:pPr>
                      <a:r>
                        <a:rPr lang="en-US" sz="1000">
                          <a:effectLst/>
                        </a:rPr>
                        <a:t>1</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2</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3</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4</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5</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effectLst/>
                        </a:rPr>
                        <a:t>6</a:t>
                      </a:r>
                      <a:endParaRPr lang="zh-CN" sz="1000" dirty="0">
                        <a:effectLst/>
                        <a:latin typeface="Courier New"/>
                        <a:ea typeface="宋体"/>
                        <a:cs typeface="Times New Roman"/>
                      </a:endParaRPr>
                    </a:p>
                  </a:txBody>
                  <a:tcPr marL="66730" marR="66730" marT="0" marB="0" anchor="ctr"/>
                </a:tc>
                <a:tc hMerge="1">
                  <a:txBody>
                    <a:bodyPr/>
                    <a:lstStyle/>
                    <a:p>
                      <a:pPr algn="just">
                        <a:lnSpc>
                          <a:spcPts val="1200"/>
                        </a:lnSpc>
                        <a:spcAft>
                          <a:spcPts val="0"/>
                        </a:spcAft>
                      </a:pPr>
                      <a:r>
                        <a:rPr lang="en-US" sz="1000" dirty="0">
                          <a:effectLst/>
                        </a:rPr>
                        <a:t>7</a:t>
                      </a:r>
                      <a:endParaRPr lang="zh-CN" sz="1000" dirty="0">
                        <a:effectLst/>
                        <a:latin typeface="Courier New"/>
                        <a:ea typeface="宋体"/>
                        <a:cs typeface="Times New Roman"/>
                      </a:endParaRPr>
                    </a:p>
                  </a:txBody>
                  <a:tcPr marL="66726" marR="66726" marT="0" marB="0" anchor="ctr"/>
                </a:tc>
                <a:tc gridSpan="2">
                  <a:txBody>
                    <a:bodyPr/>
                    <a:lstStyle/>
                    <a:p>
                      <a:pPr algn="just">
                        <a:lnSpc>
                          <a:spcPts val="1200"/>
                        </a:lnSpc>
                        <a:spcAft>
                          <a:spcPts val="0"/>
                        </a:spcAft>
                      </a:pPr>
                      <a:r>
                        <a:rPr lang="en-US" sz="1000" dirty="0">
                          <a:effectLst/>
                        </a:rPr>
                        <a:t>7</a:t>
                      </a:r>
                      <a:endParaRPr lang="zh-CN" sz="1000" dirty="0">
                        <a:effectLst/>
                        <a:latin typeface="Courier New"/>
                        <a:ea typeface="宋体"/>
                        <a:cs typeface="Times New Roman"/>
                      </a:endParaRPr>
                    </a:p>
                  </a:txBody>
                  <a:tcPr marL="66730" marR="66730" marT="0" marB="0" anchor="ctr"/>
                </a:tc>
                <a:tc hMerge="1">
                  <a:txBody>
                    <a:bodyPr/>
                    <a:lstStyle/>
                    <a:p>
                      <a:pPr algn="ctr">
                        <a:lnSpc>
                          <a:spcPts val="1200"/>
                        </a:lnSpc>
                        <a:spcAft>
                          <a:spcPts val="0"/>
                        </a:spcAft>
                      </a:pPr>
                      <a:r>
                        <a:rPr lang="en-US" sz="1000" dirty="0">
                          <a:solidFill>
                            <a:srgbClr val="FF0000"/>
                          </a:solidFill>
                          <a:effectLst/>
                        </a:rPr>
                        <a:t>8</a:t>
                      </a:r>
                      <a:endParaRPr lang="zh-CN" sz="1000" dirty="0">
                        <a:solidFill>
                          <a:srgbClr val="FF0000"/>
                        </a:solidFill>
                        <a:effectLst/>
                        <a:latin typeface="Courier New"/>
                        <a:ea typeface="宋体"/>
                        <a:cs typeface="Times New Roman"/>
                      </a:endParaRPr>
                    </a:p>
                  </a:txBody>
                  <a:tcPr marL="66726" marR="66726" marT="0" marB="0" anchor="ctr"/>
                </a:tc>
                <a:tc>
                  <a:txBody>
                    <a:bodyPr/>
                    <a:lstStyle/>
                    <a:p>
                      <a:pPr algn="just">
                        <a:lnSpc>
                          <a:spcPts val="1200"/>
                        </a:lnSpc>
                        <a:spcAft>
                          <a:spcPts val="0"/>
                        </a:spcAft>
                      </a:pPr>
                      <a:r>
                        <a:rPr lang="en-US" sz="1000" dirty="0">
                          <a:solidFill>
                            <a:srgbClr val="FF0000"/>
                          </a:solidFill>
                          <a:effectLst/>
                        </a:rPr>
                        <a:t>8</a:t>
                      </a:r>
                      <a:endParaRPr lang="zh-CN" sz="1000" dirty="0">
                        <a:solidFill>
                          <a:srgbClr val="FF0000"/>
                        </a:solidFill>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9</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zh-CN" sz="1000">
                          <a:effectLst/>
                        </a:rPr>
                        <a:t>实验名称</a:t>
                      </a:r>
                      <a:endParaRPr lang="zh-CN" sz="1000">
                        <a:effectLst/>
                        <a:latin typeface="Courier New"/>
                        <a:ea typeface="宋体"/>
                        <a:cs typeface="Times New Roman"/>
                      </a:endParaRPr>
                    </a:p>
                  </a:txBody>
                  <a:tcPr marL="66730" marR="66730" marT="0" marB="0" anchor="ctr"/>
                </a:tc>
                <a:tc>
                  <a:txBody>
                    <a:bodyPr/>
                    <a:lstStyle/>
                    <a:p>
                      <a:pPr indent="68580" algn="just">
                        <a:lnSpc>
                          <a:spcPts val="1200"/>
                        </a:lnSpc>
                        <a:spcAft>
                          <a:spcPts val="0"/>
                        </a:spcAft>
                      </a:pPr>
                      <a:r>
                        <a:rPr lang="zh-CN" sz="1000">
                          <a:effectLst/>
                        </a:rPr>
                        <a:t>代</a:t>
                      </a:r>
                    </a:p>
                    <a:p>
                      <a:pPr indent="68580" algn="just">
                        <a:lnSpc>
                          <a:spcPts val="1200"/>
                        </a:lnSpc>
                        <a:spcAft>
                          <a:spcPts val="0"/>
                        </a:spcAft>
                      </a:pPr>
                      <a:r>
                        <a:rPr lang="zh-CN" sz="1000">
                          <a:effectLst/>
                        </a:rPr>
                        <a:t>号</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zh-CN" sz="1000">
                          <a:effectLst/>
                        </a:rPr>
                        <a:t>房间号</a:t>
                      </a:r>
                      <a:endParaRPr lang="zh-CN" sz="100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0"/>
                  </a:ext>
                </a:extLst>
              </a:tr>
              <a:tr h="318825">
                <a:tc rowSpan="2">
                  <a:txBody>
                    <a:bodyPr/>
                    <a:lstStyle/>
                    <a:p>
                      <a:pPr algn="just">
                        <a:lnSpc>
                          <a:spcPts val="1200"/>
                        </a:lnSpc>
                        <a:spcAft>
                          <a:spcPts val="0"/>
                        </a:spcAft>
                      </a:pPr>
                      <a:r>
                        <a:rPr lang="en-US" sz="1000">
                          <a:effectLst/>
                        </a:rPr>
                        <a:t>2</a:t>
                      </a:r>
                      <a:r>
                        <a:rPr lang="zh-CN" sz="1000">
                          <a:effectLst/>
                        </a:rPr>
                        <a:t>、</a:t>
                      </a:r>
                      <a:r>
                        <a:rPr lang="en-US" sz="1000">
                          <a:effectLst/>
                        </a:rPr>
                        <a:t>3</a:t>
                      </a:r>
                      <a:r>
                        <a:rPr lang="zh-CN" sz="1000">
                          <a:effectLst/>
                        </a:rPr>
                        <a:t>、</a:t>
                      </a:r>
                      <a:r>
                        <a:rPr lang="en-US" sz="1000">
                          <a:effectLst/>
                        </a:rPr>
                        <a:t>4</a:t>
                      </a:r>
                      <a:endParaRPr lang="zh-CN" sz="1000">
                        <a:effectLst/>
                        <a:latin typeface="Courier New"/>
                        <a:ea typeface="宋体"/>
                        <a:cs typeface="Times New Roman"/>
                      </a:endParaRPr>
                    </a:p>
                  </a:txBody>
                  <a:tcPr marL="66730" marR="66730" marT="0" marB="0" anchor="ctr"/>
                </a:tc>
                <a:tc gridSpan="12">
                  <a:txBody>
                    <a:bodyPr/>
                    <a:lstStyle/>
                    <a:p>
                      <a:pPr indent="533400" algn="just">
                        <a:lnSpc>
                          <a:spcPts val="1200"/>
                        </a:lnSpc>
                        <a:spcAft>
                          <a:spcPts val="0"/>
                        </a:spcAft>
                      </a:pPr>
                      <a:r>
                        <a:rPr lang="en-US" sz="1000" dirty="0">
                          <a:solidFill>
                            <a:srgbClr val="FF0000"/>
                          </a:solidFill>
                          <a:effectLst/>
                        </a:rPr>
                        <a:t> </a:t>
                      </a:r>
                      <a:endParaRPr lang="zh-CN" sz="1000" dirty="0">
                        <a:solidFill>
                          <a:srgbClr val="FF0000"/>
                        </a:solidFill>
                        <a:effectLst/>
                      </a:endParaRPr>
                    </a:p>
                    <a:p>
                      <a:pPr algn="ctr">
                        <a:lnSpc>
                          <a:spcPts val="1200"/>
                        </a:lnSpc>
                        <a:spcAft>
                          <a:spcPts val="0"/>
                        </a:spcAft>
                      </a:pPr>
                      <a:r>
                        <a:rPr lang="en-US" altLang="zh-CN" sz="1000" dirty="0">
                          <a:effectLst/>
                        </a:rPr>
                        <a:t>1.</a:t>
                      </a:r>
                      <a:r>
                        <a:rPr lang="zh-CN" sz="1000" dirty="0">
                          <a:effectLst/>
                        </a:rPr>
                        <a:t>绪 论</a:t>
                      </a:r>
                      <a:endParaRPr lang="zh-CN" sz="1000" dirty="0">
                        <a:effectLst/>
                        <a:latin typeface="Courier New"/>
                        <a:ea typeface="宋体"/>
                        <a:cs typeface="Times New Roman"/>
                      </a:endParaRPr>
                    </a:p>
                  </a:txBody>
                  <a:tcPr marL="66730" marR="6673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a:lnSpc>
                          <a:spcPts val="1200"/>
                        </a:lnSpc>
                        <a:spcAft>
                          <a:spcPts val="0"/>
                        </a:spcAft>
                      </a:pPr>
                      <a:endParaRPr lang="zh-CN" sz="1000" dirty="0">
                        <a:effectLst/>
                        <a:latin typeface="Courier New"/>
                        <a:ea typeface="宋体"/>
                        <a:cs typeface="Times New Roman"/>
                      </a:endParaRPr>
                    </a:p>
                  </a:txBody>
                  <a:tcPr marL="66726" marR="66726" marT="0" marB="0" anchor="ctr"/>
                </a:tc>
                <a:tc>
                  <a:txBody>
                    <a:bodyPr/>
                    <a:lstStyle/>
                    <a:p>
                      <a:pPr algn="ctr">
                        <a:lnSpc>
                          <a:spcPts val="1200"/>
                        </a:lnSpc>
                        <a:spcAft>
                          <a:spcPts val="0"/>
                        </a:spcAft>
                      </a:pPr>
                      <a:r>
                        <a:rPr lang="en-US" sz="1000" dirty="0">
                          <a:effectLst/>
                        </a:rPr>
                        <a:t> </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latin typeface="Courier New"/>
                          <a:ea typeface="宋体"/>
                          <a:cs typeface="Times New Roman"/>
                        </a:rPr>
                        <a:t>410</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1"/>
                  </a:ext>
                </a:extLst>
              </a:tr>
              <a:tr h="318825">
                <a:tc vMerge="1">
                  <a:txBody>
                    <a:bodyPr/>
                    <a:lstStyle/>
                    <a:p>
                      <a:endParaRPr lang="zh-CN" altLang="en-US"/>
                    </a:p>
                  </a:txBody>
                  <a:tcPr/>
                </a:tc>
                <a:tc>
                  <a:txBody>
                    <a:bodyPr/>
                    <a:lstStyle/>
                    <a:p>
                      <a:pPr algn="just">
                        <a:lnSpc>
                          <a:spcPts val="1200"/>
                        </a:lnSpc>
                        <a:spcAft>
                          <a:spcPts val="0"/>
                        </a:spcAft>
                      </a:pPr>
                      <a:r>
                        <a:rPr lang="en-US" sz="1000">
                          <a:effectLst/>
                        </a:rPr>
                        <a:t>A</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B</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C</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D</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E</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F</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solidFill>
                            <a:schemeClr val="tx1"/>
                          </a:solidFill>
                          <a:effectLst/>
                        </a:rPr>
                        <a:t>G</a:t>
                      </a:r>
                      <a:endParaRPr lang="zh-CN" sz="1000" dirty="0">
                        <a:solidFill>
                          <a:schemeClr val="tx1"/>
                        </a:solidFill>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algn="just">
                        <a:lnSpc>
                          <a:spcPts val="1200"/>
                        </a:lnSpc>
                        <a:spcAft>
                          <a:spcPts val="0"/>
                        </a:spcAft>
                      </a:pPr>
                      <a:r>
                        <a:rPr lang="en-US" sz="1000" dirty="0">
                          <a:solidFill>
                            <a:srgbClr val="FF0000"/>
                          </a:solidFill>
                          <a:effectLst/>
                        </a:rPr>
                        <a:t>H</a:t>
                      </a:r>
                      <a:endParaRPr lang="zh-CN" sz="1000" dirty="0">
                        <a:solidFill>
                          <a:srgbClr val="FF0000"/>
                        </a:solidFill>
                        <a:effectLst/>
                        <a:latin typeface="Courier New"/>
                        <a:ea typeface="宋体"/>
                        <a:cs typeface="Times New Roman"/>
                      </a:endParaRPr>
                    </a:p>
                  </a:txBody>
                  <a:tcPr marL="66730" marR="66730" marT="0" marB="0" anchor="ctr"/>
                </a:tc>
                <a:tc hMerge="1">
                  <a:txBody>
                    <a:bodyPr/>
                    <a:lstStyle/>
                    <a:p>
                      <a:pPr algn="just">
                        <a:lnSpc>
                          <a:spcPts val="1200"/>
                        </a:lnSpc>
                        <a:spcAft>
                          <a:spcPts val="0"/>
                        </a:spcAft>
                      </a:pPr>
                      <a:endParaRPr lang="zh-CN" sz="1000" dirty="0">
                        <a:solidFill>
                          <a:schemeClr val="tx1"/>
                        </a:solidFill>
                        <a:effectLst/>
                        <a:latin typeface="Courier New"/>
                        <a:ea typeface="宋体"/>
                        <a:cs typeface="Times New Roman"/>
                      </a:endParaRPr>
                    </a:p>
                  </a:txBody>
                  <a:tcPr marL="66726" marR="66726" marT="0" marB="0" anchor="ctr"/>
                </a:tc>
                <a:tc>
                  <a:txBody>
                    <a:bodyPr/>
                    <a:lstStyle/>
                    <a:p>
                      <a:pPr algn="just">
                        <a:lnSpc>
                          <a:spcPts val="1200"/>
                        </a:lnSpc>
                        <a:spcAft>
                          <a:spcPts val="0"/>
                        </a:spcAft>
                      </a:pPr>
                      <a:r>
                        <a:rPr lang="en-US" sz="1000">
                          <a:effectLst/>
                        </a:rPr>
                        <a:t>J</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rPr>
                        <a:t>4.</a:t>
                      </a:r>
                      <a:r>
                        <a:rPr lang="zh-CN" sz="1000" dirty="0">
                          <a:effectLst/>
                        </a:rPr>
                        <a:t>三线摆</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A</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215/213</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2"/>
                  </a:ext>
                </a:extLst>
              </a:tr>
              <a:tr h="318825">
                <a:tc rowSpan="2">
                  <a:txBody>
                    <a:bodyPr/>
                    <a:lstStyle/>
                    <a:p>
                      <a:pPr algn="just">
                        <a:lnSpc>
                          <a:spcPts val="1200"/>
                        </a:lnSpc>
                        <a:spcAft>
                          <a:spcPts val="0"/>
                        </a:spcAft>
                      </a:pPr>
                      <a:r>
                        <a:rPr lang="en-US" sz="1000">
                          <a:effectLst/>
                        </a:rPr>
                        <a:t>5</a:t>
                      </a:r>
                      <a:r>
                        <a:rPr lang="zh-CN" sz="1000">
                          <a:effectLst/>
                        </a:rPr>
                        <a:t>、</a:t>
                      </a:r>
                      <a:r>
                        <a:rPr lang="en-US" sz="1000">
                          <a:effectLst/>
                        </a:rPr>
                        <a:t>6</a:t>
                      </a:r>
                      <a:r>
                        <a:rPr lang="zh-CN" sz="1000">
                          <a:effectLst/>
                        </a:rPr>
                        <a:t>、</a:t>
                      </a:r>
                      <a:r>
                        <a:rPr lang="en-US" sz="1000">
                          <a:effectLst/>
                        </a:rPr>
                        <a:t>7</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B</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C</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D</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E</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F</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G</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solidFill>
                            <a:schemeClr val="tx1"/>
                          </a:solidFill>
                          <a:effectLst/>
                        </a:rPr>
                        <a:t>H</a:t>
                      </a:r>
                      <a:endParaRPr lang="zh-CN" sz="1000" dirty="0">
                        <a:solidFill>
                          <a:schemeClr val="tx1"/>
                        </a:solidFill>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algn="just">
                        <a:lnSpc>
                          <a:spcPts val="1200"/>
                        </a:lnSpc>
                        <a:spcAft>
                          <a:spcPts val="0"/>
                        </a:spcAft>
                      </a:pPr>
                      <a:r>
                        <a:rPr lang="en-US" sz="1000" dirty="0">
                          <a:solidFill>
                            <a:srgbClr val="FF0000"/>
                          </a:solidFill>
                          <a:effectLst/>
                        </a:rPr>
                        <a:t>J</a:t>
                      </a:r>
                      <a:endParaRPr lang="zh-CN" sz="1000" dirty="0">
                        <a:solidFill>
                          <a:srgbClr val="FF0000"/>
                        </a:solidFill>
                        <a:effectLst/>
                        <a:latin typeface="Courier New"/>
                        <a:ea typeface="宋体"/>
                        <a:cs typeface="Times New Roman"/>
                      </a:endParaRPr>
                    </a:p>
                  </a:txBody>
                  <a:tcPr marL="66730" marR="66730" marT="0" marB="0" anchor="ctr"/>
                </a:tc>
                <a:tc hMerge="1">
                  <a:txBody>
                    <a:bodyPr/>
                    <a:lstStyle/>
                    <a:p>
                      <a:pPr algn="just">
                        <a:lnSpc>
                          <a:spcPts val="1200"/>
                        </a:lnSpc>
                        <a:spcAft>
                          <a:spcPts val="0"/>
                        </a:spcAft>
                      </a:pPr>
                      <a:endParaRPr lang="zh-CN" sz="1000" dirty="0">
                        <a:solidFill>
                          <a:schemeClr val="tx1"/>
                        </a:solidFill>
                        <a:effectLst/>
                        <a:latin typeface="Courier New"/>
                        <a:ea typeface="宋体"/>
                        <a:cs typeface="Times New Roman"/>
                      </a:endParaRPr>
                    </a:p>
                  </a:txBody>
                  <a:tcPr marL="66726" marR="66726" marT="0" marB="0" anchor="ctr"/>
                </a:tc>
                <a:tc>
                  <a:txBody>
                    <a:bodyPr/>
                    <a:lstStyle/>
                    <a:p>
                      <a:pPr algn="just">
                        <a:lnSpc>
                          <a:spcPts val="1200"/>
                        </a:lnSpc>
                        <a:spcAft>
                          <a:spcPts val="0"/>
                        </a:spcAft>
                      </a:pPr>
                      <a:r>
                        <a:rPr lang="en-US" sz="1000">
                          <a:effectLst/>
                        </a:rPr>
                        <a:t>A</a:t>
                      </a:r>
                      <a:endParaRPr lang="zh-CN" sz="1000">
                        <a:effectLst/>
                        <a:latin typeface="Courier New"/>
                        <a:ea typeface="宋体"/>
                        <a:cs typeface="Times New Roman"/>
                      </a:endParaRPr>
                    </a:p>
                  </a:txBody>
                  <a:tcPr marL="66730" marR="66730" marT="0" marB="0" anchor="ctr"/>
                </a:tc>
                <a:tc>
                  <a:txBody>
                    <a:bodyPr/>
                    <a:lstStyle/>
                    <a:p>
                      <a:pPr indent="133985" algn="just">
                        <a:lnSpc>
                          <a:spcPts val="1200"/>
                        </a:lnSpc>
                        <a:spcAft>
                          <a:spcPts val="0"/>
                        </a:spcAft>
                      </a:pPr>
                      <a:r>
                        <a:rPr lang="en-US" altLang="zh-CN" sz="1000" dirty="0">
                          <a:effectLst/>
                        </a:rPr>
                        <a:t>5.</a:t>
                      </a:r>
                      <a:r>
                        <a:rPr lang="zh-CN" altLang="en-US" sz="1000" dirty="0">
                          <a:effectLst/>
                        </a:rPr>
                        <a:t>电学设计</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latin typeface="Courier New"/>
                          <a:ea typeface="宋体"/>
                          <a:cs typeface="Times New Roman"/>
                        </a:rPr>
                        <a:t>B</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207</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3"/>
                  </a:ext>
                </a:extLst>
              </a:tr>
              <a:tr h="318825">
                <a:tc vMerge="1">
                  <a:txBody>
                    <a:bodyPr/>
                    <a:lstStyle/>
                    <a:p>
                      <a:endParaRPr lang="zh-CN" altLang="en-US"/>
                    </a:p>
                  </a:txBody>
                  <a:tcPr/>
                </a:tc>
                <a:tc>
                  <a:txBody>
                    <a:bodyPr/>
                    <a:lstStyle/>
                    <a:p>
                      <a:pPr algn="just">
                        <a:lnSpc>
                          <a:spcPts val="1200"/>
                        </a:lnSpc>
                        <a:spcAft>
                          <a:spcPts val="0"/>
                        </a:spcAft>
                      </a:pPr>
                      <a:r>
                        <a:rPr lang="en-US" sz="1000">
                          <a:effectLst/>
                        </a:rPr>
                        <a:t>C</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D</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E</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F</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G</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H</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solidFill>
                            <a:schemeClr val="tx1"/>
                          </a:solidFill>
                          <a:effectLst/>
                        </a:rPr>
                        <a:t>J</a:t>
                      </a:r>
                      <a:endParaRPr lang="zh-CN" sz="1000" dirty="0">
                        <a:solidFill>
                          <a:schemeClr val="tx1"/>
                        </a:solidFill>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algn="just">
                        <a:lnSpc>
                          <a:spcPts val="1200"/>
                        </a:lnSpc>
                        <a:spcAft>
                          <a:spcPts val="0"/>
                        </a:spcAft>
                      </a:pPr>
                      <a:r>
                        <a:rPr lang="en-US" sz="1000" dirty="0">
                          <a:solidFill>
                            <a:srgbClr val="FF0000"/>
                          </a:solidFill>
                          <a:effectLst/>
                        </a:rPr>
                        <a:t>A</a:t>
                      </a:r>
                      <a:endParaRPr lang="zh-CN" sz="1000" dirty="0">
                        <a:solidFill>
                          <a:srgbClr val="FF0000"/>
                        </a:solidFill>
                        <a:effectLst/>
                        <a:latin typeface="Courier New"/>
                        <a:ea typeface="宋体"/>
                        <a:cs typeface="Times New Roman"/>
                      </a:endParaRPr>
                    </a:p>
                  </a:txBody>
                  <a:tcPr marL="66730" marR="66730" marT="0" marB="0" anchor="ctr"/>
                </a:tc>
                <a:tc hMerge="1">
                  <a:txBody>
                    <a:bodyPr/>
                    <a:lstStyle/>
                    <a:p>
                      <a:pPr algn="just">
                        <a:lnSpc>
                          <a:spcPts val="1200"/>
                        </a:lnSpc>
                        <a:spcAft>
                          <a:spcPts val="0"/>
                        </a:spcAft>
                      </a:pPr>
                      <a:endParaRPr lang="zh-CN" sz="1000" dirty="0">
                        <a:solidFill>
                          <a:schemeClr val="tx1"/>
                        </a:solidFill>
                        <a:effectLst/>
                        <a:latin typeface="Courier New"/>
                        <a:ea typeface="宋体"/>
                        <a:cs typeface="Times New Roman"/>
                      </a:endParaRPr>
                    </a:p>
                  </a:txBody>
                  <a:tcPr marL="66726" marR="66726" marT="0" marB="0" anchor="ctr"/>
                </a:tc>
                <a:tc>
                  <a:txBody>
                    <a:bodyPr/>
                    <a:lstStyle/>
                    <a:p>
                      <a:pPr algn="just">
                        <a:lnSpc>
                          <a:spcPts val="1200"/>
                        </a:lnSpc>
                        <a:spcAft>
                          <a:spcPts val="0"/>
                        </a:spcAft>
                      </a:pPr>
                      <a:r>
                        <a:rPr lang="en-US" sz="1000">
                          <a:effectLst/>
                        </a:rPr>
                        <a:t>B</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rPr>
                        <a:t>6</a:t>
                      </a:r>
                      <a:r>
                        <a:rPr lang="zh-CN" altLang="en-US" sz="1000" dirty="0">
                          <a:effectLst/>
                        </a:rPr>
                        <a:t>、分光计</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a:effectLst/>
                        </a:rPr>
                        <a:t>C</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201/204</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4"/>
                  </a:ext>
                </a:extLst>
              </a:tr>
              <a:tr h="318825">
                <a:tc rowSpan="2">
                  <a:txBody>
                    <a:bodyPr/>
                    <a:lstStyle/>
                    <a:p>
                      <a:pPr algn="just">
                        <a:lnSpc>
                          <a:spcPts val="1200"/>
                        </a:lnSpc>
                        <a:spcAft>
                          <a:spcPts val="0"/>
                        </a:spcAft>
                      </a:pPr>
                      <a:r>
                        <a:rPr lang="en-US" sz="1000">
                          <a:effectLst/>
                        </a:rPr>
                        <a:t>8</a:t>
                      </a:r>
                      <a:r>
                        <a:rPr lang="zh-CN" sz="1000">
                          <a:effectLst/>
                        </a:rPr>
                        <a:t>、</a:t>
                      </a:r>
                      <a:r>
                        <a:rPr lang="en-US" sz="1000">
                          <a:effectLst/>
                        </a:rPr>
                        <a:t>9</a:t>
                      </a:r>
                      <a:r>
                        <a:rPr lang="zh-CN" sz="1000">
                          <a:effectLst/>
                        </a:rPr>
                        <a:t>、</a:t>
                      </a:r>
                      <a:r>
                        <a:rPr lang="en-US" sz="1000">
                          <a:effectLst/>
                        </a:rPr>
                        <a:t>10</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D</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E</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F</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G</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H</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J</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solidFill>
                            <a:schemeClr val="tx1"/>
                          </a:solidFill>
                          <a:effectLst/>
                        </a:rPr>
                        <a:t>A</a:t>
                      </a:r>
                      <a:endParaRPr lang="zh-CN" sz="1000" dirty="0">
                        <a:solidFill>
                          <a:schemeClr val="tx1"/>
                        </a:solidFill>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algn="just">
                        <a:lnSpc>
                          <a:spcPts val="1200"/>
                        </a:lnSpc>
                        <a:spcAft>
                          <a:spcPts val="0"/>
                        </a:spcAft>
                      </a:pPr>
                      <a:r>
                        <a:rPr lang="en-US" sz="1000" dirty="0">
                          <a:solidFill>
                            <a:srgbClr val="FF0000"/>
                          </a:solidFill>
                          <a:effectLst/>
                        </a:rPr>
                        <a:t>B</a:t>
                      </a:r>
                      <a:endParaRPr lang="zh-CN" sz="1000" dirty="0">
                        <a:solidFill>
                          <a:srgbClr val="FF0000"/>
                        </a:solidFill>
                        <a:effectLst/>
                        <a:latin typeface="Courier New"/>
                        <a:ea typeface="宋体"/>
                        <a:cs typeface="Times New Roman"/>
                      </a:endParaRPr>
                    </a:p>
                  </a:txBody>
                  <a:tcPr marL="66730" marR="66730" marT="0" marB="0" anchor="ctr"/>
                </a:tc>
                <a:tc hMerge="1">
                  <a:txBody>
                    <a:bodyPr/>
                    <a:lstStyle/>
                    <a:p>
                      <a:pPr algn="just">
                        <a:lnSpc>
                          <a:spcPts val="1200"/>
                        </a:lnSpc>
                        <a:spcAft>
                          <a:spcPts val="0"/>
                        </a:spcAft>
                      </a:pPr>
                      <a:endParaRPr lang="zh-CN" sz="1000" dirty="0">
                        <a:solidFill>
                          <a:schemeClr val="tx1"/>
                        </a:solidFill>
                        <a:effectLst/>
                        <a:latin typeface="Courier New"/>
                        <a:ea typeface="宋体"/>
                        <a:cs typeface="Times New Roman"/>
                      </a:endParaRPr>
                    </a:p>
                  </a:txBody>
                  <a:tcPr marL="66726" marR="66726" marT="0" marB="0" anchor="ctr"/>
                </a:tc>
                <a:tc>
                  <a:txBody>
                    <a:bodyPr/>
                    <a:lstStyle/>
                    <a:p>
                      <a:pPr algn="just">
                        <a:lnSpc>
                          <a:spcPts val="1200"/>
                        </a:lnSpc>
                        <a:spcAft>
                          <a:spcPts val="0"/>
                        </a:spcAft>
                      </a:pPr>
                      <a:r>
                        <a:rPr lang="en-US" sz="1000">
                          <a:effectLst/>
                        </a:rPr>
                        <a:t>C</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rPr>
                        <a:t>7.</a:t>
                      </a:r>
                      <a:r>
                        <a:rPr lang="zh-CN" altLang="en-US" sz="1000" dirty="0">
                          <a:effectLst/>
                        </a:rPr>
                        <a:t>混沌</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D</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406</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5"/>
                  </a:ext>
                </a:extLst>
              </a:tr>
              <a:tr h="333661">
                <a:tc vMerge="1">
                  <a:txBody>
                    <a:bodyPr/>
                    <a:lstStyle/>
                    <a:p>
                      <a:endParaRPr lang="zh-CN" altLang="en-US"/>
                    </a:p>
                  </a:txBody>
                  <a:tcPr/>
                </a:tc>
                <a:tc>
                  <a:txBody>
                    <a:bodyPr/>
                    <a:lstStyle/>
                    <a:p>
                      <a:pPr algn="just">
                        <a:lnSpc>
                          <a:spcPts val="1200"/>
                        </a:lnSpc>
                        <a:spcAft>
                          <a:spcPts val="0"/>
                        </a:spcAft>
                      </a:pPr>
                      <a:r>
                        <a:rPr lang="en-US" sz="1000">
                          <a:effectLst/>
                        </a:rPr>
                        <a:t>E</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F</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G</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H</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J</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A</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solidFill>
                            <a:schemeClr val="tx1"/>
                          </a:solidFill>
                          <a:effectLst/>
                        </a:rPr>
                        <a:t>B</a:t>
                      </a:r>
                      <a:endParaRPr lang="zh-CN" sz="1000" dirty="0">
                        <a:solidFill>
                          <a:schemeClr val="tx1"/>
                        </a:solidFill>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algn="just">
                        <a:lnSpc>
                          <a:spcPts val="1200"/>
                        </a:lnSpc>
                        <a:spcAft>
                          <a:spcPts val="0"/>
                        </a:spcAft>
                      </a:pPr>
                      <a:r>
                        <a:rPr lang="en-US" sz="1000" dirty="0">
                          <a:solidFill>
                            <a:srgbClr val="FF0000"/>
                          </a:solidFill>
                          <a:effectLst/>
                        </a:rPr>
                        <a:t>C</a:t>
                      </a:r>
                      <a:endParaRPr lang="zh-CN" sz="1000" dirty="0">
                        <a:solidFill>
                          <a:srgbClr val="FF0000"/>
                        </a:solidFill>
                        <a:effectLst/>
                        <a:latin typeface="Courier New"/>
                        <a:ea typeface="宋体"/>
                        <a:cs typeface="Times New Roman"/>
                      </a:endParaRPr>
                    </a:p>
                  </a:txBody>
                  <a:tcPr marL="66730" marR="66730" marT="0" marB="0" anchor="ctr"/>
                </a:tc>
                <a:tc hMerge="1">
                  <a:txBody>
                    <a:bodyPr/>
                    <a:lstStyle/>
                    <a:p>
                      <a:pPr algn="just">
                        <a:lnSpc>
                          <a:spcPts val="1200"/>
                        </a:lnSpc>
                        <a:spcAft>
                          <a:spcPts val="0"/>
                        </a:spcAft>
                      </a:pPr>
                      <a:endParaRPr lang="zh-CN" sz="1000" dirty="0">
                        <a:solidFill>
                          <a:schemeClr val="tx1"/>
                        </a:solidFill>
                        <a:effectLst/>
                        <a:latin typeface="Courier New"/>
                        <a:ea typeface="宋体"/>
                        <a:cs typeface="Times New Roman"/>
                      </a:endParaRPr>
                    </a:p>
                  </a:txBody>
                  <a:tcPr marL="66726" marR="66726" marT="0" marB="0" anchor="ctr"/>
                </a:tc>
                <a:tc>
                  <a:txBody>
                    <a:bodyPr/>
                    <a:lstStyle/>
                    <a:p>
                      <a:pPr algn="just">
                        <a:lnSpc>
                          <a:spcPts val="1200"/>
                        </a:lnSpc>
                        <a:spcAft>
                          <a:spcPts val="0"/>
                        </a:spcAft>
                      </a:pPr>
                      <a:r>
                        <a:rPr lang="en-US" sz="1000">
                          <a:effectLst/>
                        </a:rPr>
                        <a:t>D</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latin typeface="Courier New"/>
                          <a:ea typeface="宋体"/>
                          <a:cs typeface="Times New Roman"/>
                        </a:rPr>
                        <a:t>8.</a:t>
                      </a:r>
                      <a:r>
                        <a:rPr lang="zh-CN" altLang="en-US" sz="1000" dirty="0">
                          <a:effectLst/>
                          <a:latin typeface="Courier New"/>
                          <a:ea typeface="宋体"/>
                          <a:cs typeface="Times New Roman"/>
                        </a:rPr>
                        <a:t>光电效应</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a:effectLst/>
                        </a:rPr>
                        <a:t>E</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413</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6"/>
                  </a:ext>
                </a:extLst>
              </a:tr>
              <a:tr h="318825">
                <a:tc rowSpan="2">
                  <a:txBody>
                    <a:bodyPr/>
                    <a:lstStyle/>
                    <a:p>
                      <a:pPr algn="just">
                        <a:lnSpc>
                          <a:spcPts val="1200"/>
                        </a:lnSpc>
                        <a:spcAft>
                          <a:spcPts val="0"/>
                        </a:spcAft>
                      </a:pPr>
                      <a:r>
                        <a:rPr lang="en-US" sz="1000" dirty="0">
                          <a:effectLst/>
                        </a:rPr>
                        <a:t>11</a:t>
                      </a:r>
                      <a:r>
                        <a:rPr lang="zh-CN" altLang="en-US" sz="1000" dirty="0">
                          <a:effectLst/>
                        </a:rPr>
                        <a:t>、</a:t>
                      </a:r>
                      <a:r>
                        <a:rPr lang="en-US" altLang="zh-CN" sz="1000" dirty="0">
                          <a:effectLst/>
                        </a:rPr>
                        <a:t>12</a:t>
                      </a:r>
                      <a:r>
                        <a:rPr lang="zh-CN" altLang="en-US" sz="1000" dirty="0">
                          <a:effectLst/>
                        </a:rPr>
                        <a:t>、</a:t>
                      </a:r>
                      <a:r>
                        <a:rPr lang="en-US" altLang="zh-CN" sz="1000" dirty="0">
                          <a:effectLst/>
                        </a:rPr>
                        <a:t>13</a:t>
                      </a:r>
                      <a:endParaRPr lang="zh-CN" sz="1000" dirty="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F</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G</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H</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J</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A</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B</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solidFill>
                            <a:schemeClr val="tx1"/>
                          </a:solidFill>
                          <a:effectLst/>
                        </a:rPr>
                        <a:t>C</a:t>
                      </a:r>
                      <a:endParaRPr lang="zh-CN" sz="1000" dirty="0">
                        <a:solidFill>
                          <a:schemeClr val="tx1"/>
                        </a:solidFill>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marL="72390" indent="-72390" algn="just">
                        <a:lnSpc>
                          <a:spcPts val="1200"/>
                        </a:lnSpc>
                        <a:spcAft>
                          <a:spcPts val="0"/>
                        </a:spcAft>
                      </a:pPr>
                      <a:r>
                        <a:rPr lang="en-US" sz="1000" dirty="0">
                          <a:solidFill>
                            <a:srgbClr val="FF0000"/>
                          </a:solidFill>
                          <a:effectLst/>
                        </a:rPr>
                        <a:t>D</a:t>
                      </a:r>
                      <a:endParaRPr lang="zh-CN" sz="1000" dirty="0">
                        <a:solidFill>
                          <a:srgbClr val="FF0000"/>
                        </a:solidFill>
                        <a:effectLst/>
                        <a:latin typeface="Courier New"/>
                        <a:ea typeface="宋体"/>
                        <a:cs typeface="Times New Roman"/>
                      </a:endParaRPr>
                    </a:p>
                  </a:txBody>
                  <a:tcPr marL="66730" marR="66730" marT="0" marB="0" anchor="ctr"/>
                </a:tc>
                <a:tc hMerge="1">
                  <a:txBody>
                    <a:bodyPr/>
                    <a:lstStyle/>
                    <a:p>
                      <a:pPr marL="72390" indent="-72390" algn="just">
                        <a:lnSpc>
                          <a:spcPts val="1200"/>
                        </a:lnSpc>
                        <a:spcAft>
                          <a:spcPts val="0"/>
                        </a:spcAft>
                      </a:pPr>
                      <a:endParaRPr lang="zh-CN" sz="1000" dirty="0">
                        <a:solidFill>
                          <a:schemeClr val="tx1"/>
                        </a:solidFill>
                        <a:effectLst/>
                        <a:latin typeface="Courier New"/>
                        <a:ea typeface="宋体"/>
                        <a:cs typeface="Times New Roman"/>
                      </a:endParaRPr>
                    </a:p>
                  </a:txBody>
                  <a:tcPr marL="66726" marR="66726" marT="0" marB="0" anchor="ctr"/>
                </a:tc>
                <a:tc>
                  <a:txBody>
                    <a:bodyPr/>
                    <a:lstStyle/>
                    <a:p>
                      <a:pPr marL="72390" indent="-72390" algn="just">
                        <a:lnSpc>
                          <a:spcPts val="1200"/>
                        </a:lnSpc>
                        <a:spcAft>
                          <a:spcPts val="0"/>
                        </a:spcAft>
                      </a:pPr>
                      <a:r>
                        <a:rPr lang="en-US" sz="1000">
                          <a:effectLst/>
                        </a:rPr>
                        <a:t>E</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zh-CN" altLang="en-US" sz="1000" dirty="0">
                          <a:effectLst/>
                          <a:latin typeface="Courier New"/>
                          <a:ea typeface="宋体"/>
                          <a:cs typeface="Times New Roman"/>
                        </a:rPr>
                        <a:t>多普勒</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a:effectLst/>
                        </a:rPr>
                        <a:t>F</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latin typeface="Courier New"/>
                          <a:ea typeface="宋体"/>
                          <a:cs typeface="Times New Roman"/>
                        </a:rPr>
                        <a:t>312/313</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7"/>
                  </a:ext>
                </a:extLst>
              </a:tr>
              <a:tr h="513462">
                <a:tc vMerge="1">
                  <a:txBody>
                    <a:bodyPr/>
                    <a:lstStyle/>
                    <a:p>
                      <a:endParaRPr lang="zh-CN" altLang="en-US"/>
                    </a:p>
                  </a:txBody>
                  <a:tcPr/>
                </a:tc>
                <a:tc>
                  <a:txBody>
                    <a:bodyPr/>
                    <a:lstStyle/>
                    <a:p>
                      <a:pPr algn="just">
                        <a:lnSpc>
                          <a:spcPts val="1200"/>
                        </a:lnSpc>
                        <a:spcAft>
                          <a:spcPts val="0"/>
                        </a:spcAft>
                      </a:pPr>
                      <a:r>
                        <a:rPr lang="en-US" sz="1000">
                          <a:effectLst/>
                        </a:rPr>
                        <a:t>G</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H</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J</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A</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B</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C</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solidFill>
                            <a:schemeClr val="tx1"/>
                          </a:solidFill>
                          <a:effectLst/>
                        </a:rPr>
                        <a:t>D</a:t>
                      </a:r>
                      <a:endParaRPr lang="zh-CN" sz="1000" dirty="0">
                        <a:solidFill>
                          <a:schemeClr val="tx1"/>
                        </a:solidFill>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marL="72390" indent="-72390" algn="just">
                        <a:lnSpc>
                          <a:spcPts val="1200"/>
                        </a:lnSpc>
                        <a:spcAft>
                          <a:spcPts val="0"/>
                        </a:spcAft>
                      </a:pPr>
                      <a:r>
                        <a:rPr lang="en-US" sz="1000" dirty="0">
                          <a:solidFill>
                            <a:srgbClr val="FF0000"/>
                          </a:solidFill>
                          <a:effectLst/>
                        </a:rPr>
                        <a:t>E</a:t>
                      </a:r>
                      <a:endParaRPr lang="zh-CN" sz="1000" dirty="0">
                        <a:solidFill>
                          <a:srgbClr val="FF0000"/>
                        </a:solidFill>
                        <a:effectLst/>
                        <a:latin typeface="Courier New"/>
                        <a:ea typeface="宋体"/>
                        <a:cs typeface="Times New Roman"/>
                      </a:endParaRPr>
                    </a:p>
                  </a:txBody>
                  <a:tcPr marL="66730" marR="66730" marT="0" marB="0" anchor="ctr"/>
                </a:tc>
                <a:tc hMerge="1">
                  <a:txBody>
                    <a:bodyPr/>
                    <a:lstStyle/>
                    <a:p>
                      <a:pPr marL="72390" indent="-72390" algn="just">
                        <a:lnSpc>
                          <a:spcPts val="1200"/>
                        </a:lnSpc>
                        <a:spcAft>
                          <a:spcPts val="0"/>
                        </a:spcAft>
                      </a:pPr>
                      <a:endParaRPr lang="zh-CN" sz="1000" dirty="0">
                        <a:solidFill>
                          <a:schemeClr val="tx1"/>
                        </a:solidFill>
                        <a:effectLst/>
                        <a:latin typeface="Courier New"/>
                        <a:ea typeface="宋体"/>
                        <a:cs typeface="Times New Roman"/>
                      </a:endParaRPr>
                    </a:p>
                  </a:txBody>
                  <a:tcPr marL="66726" marR="66726" marT="0" marB="0" anchor="ctr"/>
                </a:tc>
                <a:tc>
                  <a:txBody>
                    <a:bodyPr/>
                    <a:lstStyle/>
                    <a:p>
                      <a:pPr marL="72390" indent="-72390" algn="just">
                        <a:lnSpc>
                          <a:spcPts val="1200"/>
                        </a:lnSpc>
                        <a:spcAft>
                          <a:spcPts val="0"/>
                        </a:spcAft>
                      </a:pPr>
                      <a:r>
                        <a:rPr lang="en-US" sz="1000">
                          <a:effectLst/>
                        </a:rPr>
                        <a:t>F</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zh-CN" altLang="en-US" sz="1000" dirty="0">
                          <a:effectLst/>
                        </a:rPr>
                        <a:t>密立根</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a:effectLst/>
                        </a:rPr>
                        <a:t>G</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205/203</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8"/>
                  </a:ext>
                </a:extLst>
              </a:tr>
              <a:tr h="318825">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gridSpan="2">
                  <a:txBody>
                    <a:bodyPr/>
                    <a:lstStyle/>
                    <a:p>
                      <a:pPr algn="just">
                        <a:lnSpc>
                          <a:spcPts val="1200"/>
                        </a:lnSpc>
                        <a:spcAft>
                          <a:spcPts val="0"/>
                        </a:spcAft>
                      </a:pPr>
                      <a:r>
                        <a:rPr lang="en-US" sz="1000" dirty="0">
                          <a:effectLst/>
                        </a:rPr>
                        <a:t> </a:t>
                      </a:r>
                      <a:endParaRPr lang="zh-CN" sz="1000" dirty="0">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marL="72390" indent="-72390"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tc>
                <a:tc hMerge="1">
                  <a:txBody>
                    <a:bodyPr/>
                    <a:lstStyle/>
                    <a:p>
                      <a:pPr marL="72390" indent="-72390" algn="just">
                        <a:lnSpc>
                          <a:spcPts val="1200"/>
                        </a:lnSpc>
                        <a:spcAft>
                          <a:spcPts val="0"/>
                        </a:spcAft>
                      </a:pPr>
                      <a:endParaRPr lang="zh-CN" sz="1000">
                        <a:effectLst/>
                        <a:latin typeface="Courier New"/>
                        <a:ea typeface="宋体"/>
                        <a:cs typeface="Times New Roman"/>
                      </a:endParaRPr>
                    </a:p>
                  </a:txBody>
                  <a:tcPr marL="66726" marR="66726" marT="0" marB="0"/>
                </a:tc>
                <a:tc>
                  <a:txBody>
                    <a:bodyPr/>
                    <a:lstStyle/>
                    <a:p>
                      <a:pPr marL="72390" indent="-72390"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rPr>
                        <a:t>2.</a:t>
                      </a:r>
                      <a:r>
                        <a:rPr lang="zh-CN" altLang="en-US" sz="1000" dirty="0">
                          <a:effectLst/>
                        </a:rPr>
                        <a:t>牛顿环</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H</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latin typeface="Courier New"/>
                          <a:ea typeface="宋体"/>
                          <a:cs typeface="Times New Roman"/>
                        </a:rPr>
                        <a:t>310/210</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09"/>
                  </a:ext>
                </a:extLst>
              </a:tr>
              <a:tr h="318825">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a:effectLst/>
                        </a:rPr>
                        <a:t> </a:t>
                      </a:r>
                      <a:endParaRPr lang="zh-CN" sz="1000">
                        <a:effectLst/>
                        <a:latin typeface="Courier New"/>
                        <a:ea typeface="宋体"/>
                        <a:cs typeface="Times New Roman"/>
                      </a:endParaRPr>
                    </a:p>
                  </a:txBody>
                  <a:tcPr marL="66730" marR="66730" marT="0" marB="0" anchor="ctr"/>
                </a:tc>
                <a:tc>
                  <a:txBody>
                    <a:bodyPr/>
                    <a:lstStyle/>
                    <a:p>
                      <a:pPr algn="just">
                        <a:lnSpc>
                          <a:spcPts val="1200"/>
                        </a:lnSpc>
                        <a:spcAft>
                          <a:spcPts val="0"/>
                        </a:spcAft>
                      </a:pPr>
                      <a:r>
                        <a:rPr lang="en-US" sz="1000" dirty="0">
                          <a:effectLst/>
                        </a:rPr>
                        <a:t> </a:t>
                      </a:r>
                      <a:endParaRPr lang="zh-CN" sz="1000" dirty="0">
                        <a:effectLst/>
                        <a:latin typeface="Courier New"/>
                        <a:ea typeface="宋体"/>
                        <a:cs typeface="Times New Roman"/>
                      </a:endParaRPr>
                    </a:p>
                  </a:txBody>
                  <a:tcPr marL="66730" marR="66730" marT="0" marB="0" anchor="ctr"/>
                </a:tc>
                <a:tc gridSpan="2">
                  <a:txBody>
                    <a:bodyPr/>
                    <a:lstStyle/>
                    <a:p>
                      <a:pPr marL="72390" indent="-72390" algn="just">
                        <a:lnSpc>
                          <a:spcPts val="1200"/>
                        </a:lnSpc>
                        <a:spcAft>
                          <a:spcPts val="0"/>
                        </a:spcAft>
                      </a:pPr>
                      <a:r>
                        <a:rPr lang="en-US" sz="1000" dirty="0">
                          <a:effectLst/>
                        </a:rPr>
                        <a:t> </a:t>
                      </a:r>
                      <a:endParaRPr lang="zh-CN" sz="1000" dirty="0">
                        <a:effectLst/>
                        <a:latin typeface="Courier New"/>
                        <a:ea typeface="宋体"/>
                        <a:cs typeface="Times New Roman"/>
                      </a:endParaRPr>
                    </a:p>
                  </a:txBody>
                  <a:tcPr marL="66730" marR="66730" marT="0" marB="0" anchor="ctr"/>
                </a:tc>
                <a:tc hMerge="1">
                  <a:txBody>
                    <a:bodyPr/>
                    <a:lstStyle/>
                    <a:p>
                      <a:endParaRPr lang="zh-CN" altLang="en-US"/>
                    </a:p>
                  </a:txBody>
                  <a:tcPr/>
                </a:tc>
                <a:tc gridSpan="2">
                  <a:txBody>
                    <a:bodyPr/>
                    <a:lstStyle/>
                    <a:p>
                      <a:pPr marL="72390" indent="-72390" algn="just">
                        <a:lnSpc>
                          <a:spcPts val="1200"/>
                        </a:lnSpc>
                        <a:spcAft>
                          <a:spcPts val="0"/>
                        </a:spcAft>
                      </a:pPr>
                      <a:r>
                        <a:rPr lang="en-US" sz="1000" dirty="0">
                          <a:effectLst/>
                        </a:rPr>
                        <a:t> </a:t>
                      </a:r>
                      <a:endParaRPr lang="zh-CN" sz="1000" dirty="0">
                        <a:effectLst/>
                        <a:latin typeface="Courier New"/>
                        <a:ea typeface="宋体"/>
                        <a:cs typeface="Times New Roman"/>
                      </a:endParaRPr>
                    </a:p>
                  </a:txBody>
                  <a:tcPr marL="66730" marR="66730" marT="0" marB="0"/>
                </a:tc>
                <a:tc hMerge="1">
                  <a:txBody>
                    <a:bodyPr/>
                    <a:lstStyle/>
                    <a:p>
                      <a:pPr marL="72390" indent="-72390" algn="just">
                        <a:lnSpc>
                          <a:spcPts val="1200"/>
                        </a:lnSpc>
                        <a:spcAft>
                          <a:spcPts val="0"/>
                        </a:spcAft>
                      </a:pPr>
                      <a:endParaRPr lang="zh-CN" sz="1000" dirty="0">
                        <a:effectLst/>
                        <a:latin typeface="Courier New"/>
                        <a:ea typeface="宋体"/>
                        <a:cs typeface="Times New Roman"/>
                      </a:endParaRPr>
                    </a:p>
                  </a:txBody>
                  <a:tcPr marL="66726" marR="66726" marT="0" marB="0"/>
                </a:tc>
                <a:tc>
                  <a:txBody>
                    <a:bodyPr/>
                    <a:lstStyle/>
                    <a:p>
                      <a:pPr marL="72390" indent="-72390" algn="just">
                        <a:lnSpc>
                          <a:spcPts val="1200"/>
                        </a:lnSpc>
                        <a:spcAft>
                          <a:spcPts val="0"/>
                        </a:spcAft>
                      </a:pPr>
                      <a:r>
                        <a:rPr lang="en-US" sz="1000" dirty="0">
                          <a:effectLst/>
                        </a:rPr>
                        <a:t> </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rPr>
                        <a:t>3.</a:t>
                      </a:r>
                      <a:r>
                        <a:rPr lang="zh-CN" altLang="en-US" sz="1000" dirty="0">
                          <a:effectLst/>
                        </a:rPr>
                        <a:t>导热系数</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altLang="zh-CN" sz="1000" dirty="0">
                          <a:effectLst/>
                          <a:latin typeface="Courier New"/>
                          <a:ea typeface="宋体"/>
                          <a:cs typeface="Times New Roman"/>
                        </a:rPr>
                        <a:t>J</a:t>
                      </a:r>
                      <a:endParaRPr lang="zh-CN" sz="1000" dirty="0">
                        <a:effectLst/>
                        <a:latin typeface="Courier New"/>
                        <a:ea typeface="宋体"/>
                        <a:cs typeface="Times New Roman"/>
                      </a:endParaRPr>
                    </a:p>
                  </a:txBody>
                  <a:tcPr marL="66730" marR="66730" marT="0" marB="0" anchor="ctr"/>
                </a:tc>
                <a:tc>
                  <a:txBody>
                    <a:bodyPr/>
                    <a:lstStyle/>
                    <a:p>
                      <a:pPr algn="ctr">
                        <a:lnSpc>
                          <a:spcPts val="1200"/>
                        </a:lnSpc>
                        <a:spcAft>
                          <a:spcPts val="0"/>
                        </a:spcAft>
                      </a:pPr>
                      <a:r>
                        <a:rPr lang="en-US" sz="1000" dirty="0">
                          <a:effectLst/>
                        </a:rPr>
                        <a:t>208/206</a:t>
                      </a:r>
                      <a:endParaRPr lang="zh-CN" sz="1000" dirty="0">
                        <a:effectLst/>
                        <a:latin typeface="Courier New"/>
                        <a:ea typeface="宋体"/>
                        <a:cs typeface="Times New Roman"/>
                      </a:endParaRPr>
                    </a:p>
                  </a:txBody>
                  <a:tcPr marL="66730" marR="66730" marT="0" marB="0" anchor="ctr"/>
                </a:tc>
                <a:extLst>
                  <a:ext uri="{0D108BD9-81ED-4DB2-BD59-A6C34878D82A}">
                    <a16:rowId xmlns:a16="http://schemas.microsoft.com/office/drawing/2014/main" val="10010"/>
                  </a:ext>
                </a:extLst>
              </a:tr>
            </a:tbl>
          </a:graphicData>
        </a:graphic>
      </p:graphicFrame>
      <p:sp>
        <p:nvSpPr>
          <p:cNvPr id="7" name="矩形 6">
            <a:extLst>
              <a:ext uri="{FF2B5EF4-FFF2-40B4-BE49-F238E27FC236}">
                <a16:creationId xmlns:a16="http://schemas.microsoft.com/office/drawing/2014/main" id="{47ED5DC6-E907-1F1D-0D18-E97596B58539}"/>
              </a:ext>
            </a:extLst>
          </p:cNvPr>
          <p:cNvSpPr/>
          <p:nvPr/>
        </p:nvSpPr>
        <p:spPr>
          <a:xfrm>
            <a:off x="971550" y="1557338"/>
            <a:ext cx="2305050" cy="28733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buFont typeface="Arial" panose="020B0604020202020204" pitchFamily="34" charset="0"/>
              <a:buNone/>
              <a:defRPr/>
            </a:pPr>
            <a:r>
              <a:rPr lang="zh-CN" altLang="en-US" dirty="0"/>
              <a:t>实验循环表</a:t>
            </a:r>
          </a:p>
        </p:txBody>
      </p:sp>
      <p:sp>
        <p:nvSpPr>
          <p:cNvPr id="17578" name="矩形 7">
            <a:extLst>
              <a:ext uri="{FF2B5EF4-FFF2-40B4-BE49-F238E27FC236}">
                <a16:creationId xmlns:a16="http://schemas.microsoft.com/office/drawing/2014/main" id="{74B754F9-C11C-C819-04FE-07606F12CBB7}"/>
              </a:ext>
            </a:extLst>
          </p:cNvPr>
          <p:cNvSpPr>
            <a:spLocks noChangeArrowheads="1"/>
          </p:cNvSpPr>
          <p:nvPr/>
        </p:nvSpPr>
        <p:spPr bwMode="auto">
          <a:xfrm>
            <a:off x="6048375" y="2133600"/>
            <a:ext cx="2916238" cy="292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en-US" altLang="zh-CN" sz="2400">
              <a:solidFill>
                <a:srgbClr val="FF0000"/>
              </a:solidFill>
              <a:latin typeface="Times New Roman" panose="02020603050405020304" pitchFamily="18" charset="0"/>
              <a:ea typeface="楷体_GB2312"/>
            </a:endParaRPr>
          </a:p>
          <a:p>
            <a:pPr eaLnBrk="1" hangingPunct="1">
              <a:spcBef>
                <a:spcPct val="0"/>
              </a:spcBef>
              <a:buClrTx/>
              <a:buSzTx/>
              <a:buFont typeface="Arial" panose="020B0604020202020204" pitchFamily="34" charset="0"/>
              <a:buNone/>
            </a:pPr>
            <a:r>
              <a:rPr lang="zh-CN" altLang="zh-CN" sz="2000">
                <a:latin typeface="Times New Roman" panose="02020603050405020304" pitchFamily="18" charset="0"/>
                <a:ea typeface="楷体_GB2312"/>
              </a:rPr>
              <a:t>由于每个实验项目为</a:t>
            </a:r>
            <a:r>
              <a:rPr lang="en-US" altLang="zh-CN" sz="2000">
                <a:latin typeface="Times New Roman" panose="02020603050405020304" pitchFamily="18" charset="0"/>
                <a:ea typeface="楷体_GB2312"/>
              </a:rPr>
              <a:t>3</a:t>
            </a:r>
            <a:r>
              <a:rPr lang="zh-CN" altLang="zh-CN" sz="2000">
                <a:latin typeface="Times New Roman" panose="02020603050405020304" pitchFamily="18" charset="0"/>
                <a:ea typeface="楷体_GB2312"/>
              </a:rPr>
              <a:t>学时，每次实验课</a:t>
            </a:r>
            <a:r>
              <a:rPr lang="en-US" altLang="zh-CN" sz="2000">
                <a:latin typeface="Times New Roman" panose="02020603050405020304" pitchFamily="18" charset="0"/>
                <a:ea typeface="楷体_GB2312"/>
              </a:rPr>
              <a:t>2</a:t>
            </a:r>
            <a:r>
              <a:rPr lang="zh-CN" altLang="zh-CN" sz="2000">
                <a:latin typeface="Times New Roman" panose="02020603050405020304" pitchFamily="18" charset="0"/>
                <a:ea typeface="楷体_GB2312"/>
              </a:rPr>
              <a:t>学时</a:t>
            </a:r>
            <a:r>
              <a:rPr lang="en-US" altLang="zh-CN" sz="2000">
                <a:latin typeface="Times New Roman" panose="02020603050405020304" pitchFamily="18" charset="0"/>
                <a:ea typeface="楷体_GB2312"/>
              </a:rPr>
              <a:t>,</a:t>
            </a:r>
            <a:r>
              <a:rPr lang="zh-CN" altLang="zh-CN" sz="2000">
                <a:latin typeface="Times New Roman" panose="02020603050405020304" pitchFamily="18" charset="0"/>
                <a:ea typeface="楷体_GB2312"/>
              </a:rPr>
              <a:t>所以要</a:t>
            </a:r>
            <a:r>
              <a:rPr lang="en-US" altLang="zh-CN" sz="2000">
                <a:latin typeface="Times New Roman" panose="02020603050405020304" pitchFamily="18" charset="0"/>
                <a:ea typeface="楷体_GB2312"/>
              </a:rPr>
              <a:t>3</a:t>
            </a:r>
            <a:r>
              <a:rPr lang="zh-CN" altLang="zh-CN" sz="2000">
                <a:latin typeface="Times New Roman" panose="02020603050405020304" pitchFamily="18" charset="0"/>
                <a:ea typeface="楷体_GB2312"/>
              </a:rPr>
              <a:t>周才能完成</a:t>
            </a:r>
            <a:r>
              <a:rPr lang="en-US" altLang="zh-CN" sz="2000">
                <a:latin typeface="Times New Roman" panose="02020603050405020304" pitchFamily="18" charset="0"/>
                <a:ea typeface="楷体_GB2312"/>
              </a:rPr>
              <a:t>2</a:t>
            </a:r>
            <a:r>
              <a:rPr lang="zh-CN" altLang="zh-CN" sz="2000">
                <a:latin typeface="Times New Roman" panose="02020603050405020304" pitchFamily="18" charset="0"/>
                <a:ea typeface="楷体_GB2312"/>
              </a:rPr>
              <a:t>个实验项目</a:t>
            </a:r>
            <a:r>
              <a:rPr lang="zh-CN" altLang="en-US" sz="2000">
                <a:latin typeface="Times New Roman" panose="02020603050405020304" pitchFamily="18" charset="0"/>
                <a:ea typeface="楷体_GB2312"/>
              </a:rPr>
              <a:t>。每个实验项目采取一节理论课讲解及实验仪器介绍加两节课实验操作及数据记录的形式。</a:t>
            </a:r>
          </a:p>
        </p:txBody>
      </p:sp>
      <p:sp>
        <p:nvSpPr>
          <p:cNvPr id="9" name="矩形 8">
            <a:extLst>
              <a:ext uri="{FF2B5EF4-FFF2-40B4-BE49-F238E27FC236}">
                <a16:creationId xmlns:a16="http://schemas.microsoft.com/office/drawing/2014/main" id="{3F175EAD-322F-F32D-511A-D2888E2B913B}"/>
              </a:ext>
            </a:extLst>
          </p:cNvPr>
          <p:cNvSpPr/>
          <p:nvPr/>
        </p:nvSpPr>
        <p:spPr>
          <a:xfrm>
            <a:off x="6372225" y="1547813"/>
            <a:ext cx="1800225" cy="36036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buFont typeface="Arial" panose="020B0604020202020204" pitchFamily="34" charset="0"/>
              <a:buNone/>
              <a:defRPr/>
            </a:pPr>
            <a:r>
              <a:rPr lang="zh-CN" altLang="en-US" dirty="0">
                <a:solidFill>
                  <a:schemeClr val="tx1"/>
                </a:solidFill>
              </a:rPr>
              <a:t>上课模式</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a:extLst>
              <a:ext uri="{FF2B5EF4-FFF2-40B4-BE49-F238E27FC236}">
                <a16:creationId xmlns:a16="http://schemas.microsoft.com/office/drawing/2014/main" id="{D198E2DD-4D79-CCB9-2067-157EFA0DE648}"/>
              </a:ext>
            </a:extLst>
          </p:cNvPr>
          <p:cNvSpPr>
            <a:spLocks noChangeArrowheads="1"/>
          </p:cNvSpPr>
          <p:nvPr/>
        </p:nvSpPr>
        <p:spPr bwMode="auto">
          <a:xfrm>
            <a:off x="395288" y="334963"/>
            <a:ext cx="8248650" cy="455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905000">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nSpc>
                <a:spcPts val="5900"/>
              </a:lnSpc>
              <a:spcBef>
                <a:spcPct val="0"/>
              </a:spcBef>
              <a:buClrTx/>
              <a:buSzTx/>
              <a:buFont typeface="Arial" panose="020B0604020202020204" pitchFamily="34" charset="0"/>
              <a:buNone/>
            </a:pPr>
            <a:r>
              <a:rPr lang="zh-CN" altLang="en-US" sz="4000">
                <a:solidFill>
                  <a:srgbClr val="FF0000"/>
                </a:solidFill>
                <a:latin typeface="华文新魏" panose="02010800040101010101" pitchFamily="2" charset="-122"/>
                <a:ea typeface="华文新魏" panose="02010800040101010101" pitchFamily="2" charset="-122"/>
              </a:rPr>
              <a:t>绪论课的主要教学目的</a:t>
            </a:r>
            <a:r>
              <a:rPr lang="zh-CN" altLang="en-US" sz="4000" b="0">
                <a:solidFill>
                  <a:srgbClr val="FF0000"/>
                </a:solidFill>
                <a:latin typeface="华文新魏" panose="02010800040101010101" pitchFamily="2" charset="-122"/>
                <a:ea typeface="华文新魏" panose="02010800040101010101" pitchFamily="2" charset="-122"/>
              </a:rPr>
              <a:t>：</a:t>
            </a:r>
          </a:p>
          <a:p>
            <a:pPr>
              <a:lnSpc>
                <a:spcPts val="5900"/>
              </a:lnSpc>
              <a:spcBef>
                <a:spcPct val="0"/>
              </a:spcBef>
              <a:buClrTx/>
              <a:buSzTx/>
              <a:buFont typeface="Arial" panose="020B0604020202020204" pitchFamily="34" charset="0"/>
              <a:buNone/>
            </a:pPr>
            <a:r>
              <a:rPr lang="en-US" altLang="zh-CN" b="0">
                <a:latin typeface="华文新魏" panose="02010800040101010101" pitchFamily="2" charset="-122"/>
                <a:ea typeface="华文新魏" panose="02010800040101010101" pitchFamily="2" charset="-122"/>
              </a:rPr>
              <a:t>1. </a:t>
            </a:r>
            <a:r>
              <a:rPr lang="zh-CN" altLang="en-US" b="0">
                <a:latin typeface="华文新魏" panose="02010800040101010101" pitchFamily="2" charset="-122"/>
                <a:ea typeface="华文新魏" panose="02010800040101010101" pitchFamily="2" charset="-122"/>
              </a:rPr>
              <a:t>为什么要上物理实验课</a:t>
            </a:r>
          </a:p>
          <a:p>
            <a:pPr>
              <a:lnSpc>
                <a:spcPts val="5900"/>
              </a:lnSpc>
              <a:spcBef>
                <a:spcPct val="0"/>
              </a:spcBef>
              <a:buClrTx/>
              <a:buSzTx/>
              <a:buFont typeface="Arial" panose="020B0604020202020204" pitchFamily="34" charset="0"/>
              <a:buNone/>
            </a:pPr>
            <a:r>
              <a:rPr lang="en-US" altLang="zh-CN" b="0">
                <a:latin typeface="华文新魏" panose="02010800040101010101" pitchFamily="2" charset="-122"/>
                <a:ea typeface="华文新魏" panose="02010800040101010101" pitchFamily="2" charset="-122"/>
              </a:rPr>
              <a:t>2. </a:t>
            </a:r>
            <a:r>
              <a:rPr lang="zh-CN" altLang="en-US" b="0">
                <a:latin typeface="华文新魏" panose="02010800040101010101" pitchFamily="2" charset="-122"/>
                <a:ea typeface="华文新魏" panose="02010800040101010101" pitchFamily="2" charset="-122"/>
              </a:rPr>
              <a:t>怎样上好物理实验课</a:t>
            </a:r>
            <a:endParaRPr lang="en-US" altLang="zh-CN" b="0">
              <a:latin typeface="华文新魏" panose="02010800040101010101" pitchFamily="2" charset="-122"/>
              <a:ea typeface="华文新魏" panose="02010800040101010101" pitchFamily="2" charset="-122"/>
            </a:endParaRPr>
          </a:p>
          <a:p>
            <a:pPr>
              <a:lnSpc>
                <a:spcPts val="5900"/>
              </a:lnSpc>
              <a:spcBef>
                <a:spcPct val="0"/>
              </a:spcBef>
              <a:buClrTx/>
              <a:buSzTx/>
              <a:buFont typeface="Arial" panose="020B0604020202020204" pitchFamily="34" charset="0"/>
              <a:buNone/>
            </a:pPr>
            <a:r>
              <a:rPr lang="en-US" altLang="zh-CN" b="0">
                <a:latin typeface="华文新魏" panose="02010800040101010101" pitchFamily="2" charset="-122"/>
                <a:ea typeface="华文新魏" panose="02010800040101010101" pitchFamily="2" charset="-122"/>
              </a:rPr>
              <a:t>3. </a:t>
            </a:r>
            <a:r>
              <a:rPr lang="zh-CN" altLang="en-US" b="0">
                <a:latin typeface="华文新魏" panose="02010800040101010101" pitchFamily="2" charset="-122"/>
                <a:ea typeface="华文新魏" panose="02010800040101010101" pitchFamily="2" charset="-122"/>
              </a:rPr>
              <a:t>测量、误差和不确定度估计</a:t>
            </a:r>
          </a:p>
          <a:p>
            <a:pPr>
              <a:lnSpc>
                <a:spcPts val="5900"/>
              </a:lnSpc>
              <a:spcBef>
                <a:spcPct val="0"/>
              </a:spcBef>
              <a:buClrTx/>
              <a:buSzTx/>
              <a:buFont typeface="Arial" panose="020B0604020202020204" pitchFamily="34" charset="0"/>
              <a:buNone/>
            </a:pPr>
            <a:r>
              <a:rPr lang="en-US" altLang="zh-CN" b="0">
                <a:latin typeface="华文新魏" panose="02010800040101010101" pitchFamily="2" charset="-122"/>
                <a:ea typeface="华文新魏" panose="02010800040101010101" pitchFamily="2" charset="-122"/>
              </a:rPr>
              <a:t>4.</a:t>
            </a:r>
            <a:r>
              <a:rPr lang="zh-CN" altLang="en-US" b="0">
                <a:latin typeface="华文新魏" panose="02010800040101010101" pitchFamily="2" charset="-122"/>
                <a:ea typeface="华文新魏" panose="02010800040101010101" pitchFamily="2" charset="-122"/>
              </a:rPr>
              <a:t>实验报告的数据处理格式</a:t>
            </a:r>
            <a:endParaRPr lang="en-US" altLang="zh-CN" b="0">
              <a:latin typeface="华文新魏" panose="02010800040101010101" pitchFamily="2" charset="-122"/>
              <a:ea typeface="华文新魏" panose="02010800040101010101" pitchFamily="2" charset="-122"/>
            </a:endParaRPr>
          </a:p>
          <a:p>
            <a:pPr>
              <a:lnSpc>
                <a:spcPts val="5900"/>
              </a:lnSpc>
              <a:spcBef>
                <a:spcPct val="0"/>
              </a:spcBef>
              <a:buClrTx/>
              <a:buSzTx/>
              <a:buFont typeface="Arial" panose="020B0604020202020204" pitchFamily="34" charset="0"/>
              <a:buNone/>
            </a:pPr>
            <a:r>
              <a:rPr lang="en-US" altLang="zh-CN" b="0">
                <a:latin typeface="华文新魏" panose="02010800040101010101" pitchFamily="2" charset="-122"/>
                <a:ea typeface="华文新魏" panose="02010800040101010101" pitchFamily="2" charset="-122"/>
              </a:rPr>
              <a:t>5. </a:t>
            </a:r>
            <a:r>
              <a:rPr lang="zh-CN" altLang="en-US" b="0">
                <a:latin typeface="华文新魏" panose="02010800040101010101" pitchFamily="2" charset="-122"/>
                <a:ea typeface="华文新魏" panose="02010800040101010101" pitchFamily="2" charset="-122"/>
              </a:rPr>
              <a:t>常用数据处理方法</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573C26FD-A63E-6F3F-19FF-3FB07FD077A4}"/>
              </a:ext>
            </a:extLst>
          </p:cNvPr>
          <p:cNvSpPr>
            <a:spLocks noGrp="1" noChangeArrowheads="1"/>
          </p:cNvSpPr>
          <p:nvPr>
            <p:ph idx="1"/>
          </p:nvPr>
        </p:nvSpPr>
        <p:spPr>
          <a:xfrm>
            <a:off x="685800" y="357188"/>
            <a:ext cx="7989888" cy="5738812"/>
          </a:xfrm>
        </p:spPr>
        <p:txBody>
          <a:bodyPr>
            <a:normAutofit/>
          </a:bodyPr>
          <a:lstStyle/>
          <a:p>
            <a:pPr marL="365125" indent="-255905" eaLnBrk="1" hangingPunct="1">
              <a:lnSpc>
                <a:spcPts val="5300"/>
              </a:lnSpc>
              <a:buFontTx/>
              <a:buNone/>
              <a:defRPr/>
            </a:pPr>
            <a:r>
              <a:rPr lang="zh-CN" altLang="en-US" sz="4000" b="1" dirty="0">
                <a:ea typeface="隶书" panose="02010509060101010101" pitchFamily="49" charset="-122"/>
              </a:rPr>
              <a:t>一、物理实验课的目的</a:t>
            </a:r>
          </a:p>
          <a:p>
            <a:pPr marL="365125" indent="-255905" eaLnBrk="1" hangingPunct="1">
              <a:lnSpc>
                <a:spcPts val="5300"/>
              </a:lnSpc>
              <a:buFontTx/>
              <a:buNone/>
              <a:defRPr/>
            </a:pPr>
            <a:r>
              <a:rPr lang="en-US" altLang="zh-CN" dirty="0">
                <a:latin typeface="宋体" panose="02010600030101010101" pitchFamily="2" charset="-122"/>
              </a:rPr>
              <a:t>   </a:t>
            </a:r>
            <a:r>
              <a:rPr lang="zh-CN" altLang="zh-CN" dirty="0">
                <a:latin typeface="宋体" panose="02010600030101010101" pitchFamily="2" charset="-122"/>
              </a:rPr>
              <a:t>1</a:t>
            </a:r>
            <a:r>
              <a:rPr lang="zh-CN" altLang="en-US" dirty="0">
                <a:latin typeface="宋体" panose="02010600030101010101" pitchFamily="2" charset="-122"/>
              </a:rPr>
              <a:t>、通过对物理实验现象的观察和分析，学习运用理论指导实验、分析和解决实验中问题的</a:t>
            </a:r>
            <a:r>
              <a:rPr lang="zh-CN" altLang="en-US" b="1" dirty="0">
                <a:solidFill>
                  <a:srgbClr val="CC3300"/>
                </a:solidFill>
                <a:effectLst>
                  <a:outerShdw blurRad="38100" dist="38100" dir="2700000" algn="tl">
                    <a:srgbClr val="C0C0C0"/>
                  </a:outerShdw>
                </a:effectLst>
                <a:latin typeface="宋体" panose="02010600030101010101" pitchFamily="2" charset="-122"/>
              </a:rPr>
              <a:t>方法</a:t>
            </a:r>
            <a:r>
              <a:rPr lang="zh-CN" altLang="en-US" dirty="0">
                <a:latin typeface="宋体" panose="02010600030101010101" pitchFamily="2" charset="-122"/>
              </a:rPr>
              <a:t>。</a:t>
            </a:r>
          </a:p>
          <a:p>
            <a:pPr marL="365125" indent="-255905" eaLnBrk="1" hangingPunct="1">
              <a:lnSpc>
                <a:spcPts val="5300"/>
              </a:lnSpc>
              <a:buFontTx/>
              <a:buNone/>
              <a:defRPr/>
            </a:pPr>
            <a:r>
              <a:rPr lang="en-US" altLang="zh-CN" dirty="0">
                <a:latin typeface="宋体" panose="02010600030101010101" pitchFamily="2" charset="-122"/>
              </a:rPr>
              <a:t>   </a:t>
            </a:r>
            <a:r>
              <a:rPr lang="zh-CN" altLang="zh-CN" dirty="0">
                <a:latin typeface="宋体" panose="02010600030101010101" pitchFamily="2" charset="-122"/>
              </a:rPr>
              <a:t>2</a:t>
            </a:r>
            <a:r>
              <a:rPr lang="zh-CN" altLang="en-US" dirty="0">
                <a:latin typeface="宋体" panose="02010600030101010101" pitchFamily="2" charset="-122"/>
              </a:rPr>
              <a:t>、培养学生从事科学实验的</a:t>
            </a:r>
            <a:r>
              <a:rPr lang="zh-CN" altLang="en-US" b="1" dirty="0">
                <a:solidFill>
                  <a:srgbClr val="CC3300"/>
                </a:solidFill>
                <a:effectLst>
                  <a:outerShdw blurRad="38100" dist="38100" dir="2700000" algn="tl">
                    <a:srgbClr val="C0C0C0"/>
                  </a:outerShdw>
                </a:effectLst>
                <a:latin typeface="宋体" panose="02010600030101010101" pitchFamily="2" charset="-122"/>
              </a:rPr>
              <a:t>初步能力</a:t>
            </a:r>
            <a:r>
              <a:rPr lang="zh-CN" altLang="en-US" dirty="0">
                <a:latin typeface="宋体" panose="02010600030101010101" pitchFamily="2" charset="-122"/>
              </a:rPr>
              <a:t>。</a:t>
            </a:r>
          </a:p>
          <a:p>
            <a:pPr marL="365125" indent="-255905" eaLnBrk="1" hangingPunct="1">
              <a:lnSpc>
                <a:spcPts val="5300"/>
              </a:lnSpc>
              <a:buFontTx/>
              <a:buNone/>
              <a:defRPr/>
            </a:pPr>
            <a:r>
              <a:rPr lang="en-US" altLang="zh-CN" dirty="0">
                <a:latin typeface="宋体" panose="02010600030101010101" pitchFamily="2" charset="-122"/>
              </a:rPr>
              <a:t>   </a:t>
            </a:r>
            <a:r>
              <a:rPr lang="zh-CN" altLang="zh-CN" dirty="0">
                <a:latin typeface="宋体" panose="02010600030101010101" pitchFamily="2" charset="-122"/>
              </a:rPr>
              <a:t>3</a:t>
            </a:r>
            <a:r>
              <a:rPr lang="zh-CN" altLang="en-US" dirty="0">
                <a:latin typeface="宋体" panose="02010600030101010101" pitchFamily="2" charset="-122"/>
              </a:rPr>
              <a:t>、培养学生实事求是的</a:t>
            </a:r>
            <a:r>
              <a:rPr lang="zh-CN" altLang="en-US" b="1" dirty="0">
                <a:solidFill>
                  <a:srgbClr val="CC3300"/>
                </a:solidFill>
                <a:effectLst>
                  <a:outerShdw blurRad="38100" dist="38100" dir="2700000" algn="tl">
                    <a:srgbClr val="C0C0C0"/>
                  </a:outerShdw>
                </a:effectLst>
                <a:latin typeface="宋体" panose="02010600030101010101" pitchFamily="2" charset="-122"/>
              </a:rPr>
              <a:t>科学态度</a:t>
            </a:r>
            <a:r>
              <a:rPr lang="zh-CN" altLang="en-US" dirty="0">
                <a:latin typeface="宋体" panose="02010600030101010101" pitchFamily="2" charset="-122"/>
              </a:rPr>
              <a:t>、严谨踏实的</a:t>
            </a:r>
            <a:r>
              <a:rPr lang="zh-CN" altLang="en-US" b="1" dirty="0">
                <a:solidFill>
                  <a:srgbClr val="CC3300"/>
                </a:solidFill>
                <a:effectLst>
                  <a:outerShdw blurRad="38100" dist="38100" dir="2700000" algn="tl">
                    <a:srgbClr val="C0C0C0"/>
                  </a:outerShdw>
                </a:effectLst>
                <a:latin typeface="宋体" panose="02010600030101010101" pitchFamily="2" charset="-122"/>
              </a:rPr>
              <a:t>工作作风</a:t>
            </a:r>
            <a:r>
              <a:rPr lang="zh-CN" altLang="en-US" dirty="0">
                <a:latin typeface="宋体" panose="02010600030101010101" pitchFamily="2" charset="-122"/>
              </a:rPr>
              <a:t>、勇于探索、坚忍不拔的科学</a:t>
            </a:r>
            <a:r>
              <a:rPr lang="zh-CN" altLang="en-US" b="1" dirty="0">
                <a:solidFill>
                  <a:srgbClr val="CC3300"/>
                </a:solidFill>
                <a:effectLst>
                  <a:outerShdw blurRad="38100" dist="38100" dir="2700000" algn="tl">
                    <a:srgbClr val="C0C0C0"/>
                  </a:outerShdw>
                </a:effectLst>
                <a:latin typeface="宋体" panose="02010600030101010101" pitchFamily="2" charset="-122"/>
              </a:rPr>
              <a:t>精神和品德</a:t>
            </a:r>
            <a:r>
              <a:rPr lang="zh-CN" altLang="en-US" dirty="0">
                <a:latin typeface="宋体" panose="02010600030101010101" pitchFamily="2" charset="-122"/>
              </a:rPr>
              <a:t>。</a:t>
            </a:r>
            <a:r>
              <a:rPr lang="zh-CN" altLang="en-US" sz="4000" b="1" dirty="0">
                <a:ea typeface="隶书" panose="02010509060101010101" pitchFamily="49" charset="-122"/>
              </a:rPr>
              <a:t>                                           </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6CC4A27-0BF1-DE35-5C8F-163474892E5E}"/>
              </a:ext>
            </a:extLst>
          </p:cNvPr>
          <p:cNvSpPr>
            <a:spLocks noGrp="1" noChangeArrowheads="1"/>
          </p:cNvSpPr>
          <p:nvPr>
            <p:ph type="title"/>
          </p:nvPr>
        </p:nvSpPr>
        <p:spPr>
          <a:xfrm>
            <a:off x="539750" y="188913"/>
            <a:ext cx="7772400" cy="1008062"/>
          </a:xfrm>
        </p:spPr>
        <p:txBody>
          <a:bodyPr/>
          <a:lstStyle/>
          <a:p>
            <a:pPr eaLnBrk="1" hangingPunct="1"/>
            <a:r>
              <a:rPr lang="zh-CN" altLang="en-US"/>
              <a:t>实验内容</a:t>
            </a:r>
          </a:p>
        </p:txBody>
      </p:sp>
      <p:sp>
        <p:nvSpPr>
          <p:cNvPr id="21507" name="Rectangle 3">
            <a:extLst>
              <a:ext uri="{FF2B5EF4-FFF2-40B4-BE49-F238E27FC236}">
                <a16:creationId xmlns:a16="http://schemas.microsoft.com/office/drawing/2014/main" id="{C9B8DC40-8110-37A0-17DE-4CA59E19B30C}"/>
              </a:ext>
            </a:extLst>
          </p:cNvPr>
          <p:cNvSpPr>
            <a:spLocks noGrp="1" noChangeArrowheads="1"/>
          </p:cNvSpPr>
          <p:nvPr>
            <p:ph idx="1"/>
          </p:nvPr>
        </p:nvSpPr>
        <p:spPr>
          <a:xfrm>
            <a:off x="684213" y="1125538"/>
            <a:ext cx="7991475" cy="5256212"/>
          </a:xfrm>
        </p:spPr>
        <p:txBody>
          <a:bodyPr/>
          <a:lstStyle/>
          <a:p>
            <a:pPr eaLnBrk="1" hangingPunct="1">
              <a:spcBef>
                <a:spcPct val="25000"/>
              </a:spcBef>
              <a:spcAft>
                <a:spcPct val="20000"/>
              </a:spcAft>
            </a:pPr>
            <a:r>
              <a:rPr lang="zh-CN" altLang="en-US" sz="2400"/>
              <a:t>实验课的性质</a:t>
            </a:r>
          </a:p>
          <a:p>
            <a:pPr lvl="2" eaLnBrk="1" hangingPunct="1">
              <a:spcBef>
                <a:spcPct val="25000"/>
              </a:spcBef>
              <a:spcAft>
                <a:spcPct val="20000"/>
              </a:spcAft>
            </a:pPr>
            <a:r>
              <a:rPr lang="zh-CN" altLang="en-US"/>
              <a:t>实验是</a:t>
            </a:r>
            <a:r>
              <a:rPr lang="zh-CN" altLang="en-US">
                <a:solidFill>
                  <a:srgbClr val="CC0000"/>
                </a:solidFill>
              </a:rPr>
              <a:t>独立设课</a:t>
            </a:r>
            <a:r>
              <a:rPr lang="zh-CN" altLang="en-US"/>
              <a:t>，不是理论课的配套课程，但又与理论课有联系。</a:t>
            </a:r>
          </a:p>
          <a:p>
            <a:pPr lvl="2" eaLnBrk="1" hangingPunct="1">
              <a:spcBef>
                <a:spcPct val="25000"/>
              </a:spcBef>
              <a:spcAft>
                <a:spcPct val="20000"/>
              </a:spcAft>
            </a:pPr>
            <a:r>
              <a:rPr lang="zh-CN" altLang="en-US"/>
              <a:t>实验内容不是按照理论课的内容顺序开设的，因此在遇到相关实验时，除了要预习实验外，还需要自学理论课的相关内容。</a:t>
            </a:r>
          </a:p>
          <a:p>
            <a:pPr eaLnBrk="1" hangingPunct="1">
              <a:spcBef>
                <a:spcPct val="25000"/>
              </a:spcBef>
              <a:spcAft>
                <a:spcPct val="20000"/>
              </a:spcAft>
            </a:pPr>
            <a:r>
              <a:rPr lang="zh-CN" altLang="en-US" sz="2400"/>
              <a:t>做实验时注意</a:t>
            </a:r>
          </a:p>
          <a:p>
            <a:pPr lvl="2" eaLnBrk="1" hangingPunct="1"/>
            <a:r>
              <a:rPr lang="zh-CN" altLang="en-US"/>
              <a:t>每个实验有两种原理：一种是理论上的原理，一种是实验方案原理，理论原理确定原则上的可行性，实验方案原理则确定手段的可行性，二者之间存在一定的鸿沟</a:t>
            </a:r>
            <a:r>
              <a:rPr lang="zh-CN" altLang="en-US" sz="1800"/>
              <a:t>。</a:t>
            </a:r>
            <a:endParaRPr lang="zh-CN" altLang="en-US" sz="160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C733E8F9-7480-6A2D-68FD-ABB71BDA4315}"/>
              </a:ext>
            </a:extLst>
          </p:cNvPr>
          <p:cNvSpPr>
            <a:spLocks noGrp="1" noChangeArrowheads="1"/>
          </p:cNvSpPr>
          <p:nvPr>
            <p:ph idx="1"/>
          </p:nvPr>
        </p:nvSpPr>
        <p:spPr>
          <a:xfrm>
            <a:off x="179388" y="692150"/>
            <a:ext cx="8640762" cy="5473700"/>
          </a:xfrm>
        </p:spPr>
        <p:txBody>
          <a:bodyPr>
            <a:normAutofit/>
          </a:bodyPr>
          <a:lstStyle/>
          <a:p>
            <a:pPr marL="365125" indent="-255905" eaLnBrk="1" hangingPunct="1">
              <a:spcBef>
                <a:spcPct val="10000"/>
              </a:spcBef>
              <a:buFont typeface="Wingdings 3" panose="05040102010807070707" pitchFamily="18" charset="2"/>
              <a:buChar char=""/>
              <a:defRPr/>
            </a:pPr>
            <a:r>
              <a:rPr lang="zh-CN" altLang="en-US" sz="4400" b="1" dirty="0">
                <a:effectLst>
                  <a:outerShdw blurRad="38100" dist="38100" dir="2700000" algn="tl">
                    <a:srgbClr val="C0C0C0"/>
                  </a:outerShdw>
                </a:effectLst>
                <a:latin typeface="隶书" panose="02010509060101010101" pitchFamily="49" charset="-122"/>
                <a:ea typeface="隶书" panose="02010509060101010101" pitchFamily="49" charset="-122"/>
              </a:rPr>
              <a:t>二、物理实验课的主要教学环节</a:t>
            </a:r>
            <a:endParaRPr lang="zh-CN" altLang="en-US" sz="4400" b="1" dirty="0">
              <a:ea typeface="隶书" panose="02010509060101010101" pitchFamily="49" charset="-122"/>
            </a:endParaRPr>
          </a:p>
          <a:p>
            <a:pPr marL="365125" indent="-255905" eaLnBrk="1" hangingPunct="1">
              <a:spcBef>
                <a:spcPct val="10000"/>
              </a:spcBef>
              <a:buFont typeface="Wingdings 3" panose="05040102010807070707" pitchFamily="18" charset="2"/>
              <a:buChar char=""/>
              <a:defRPr/>
            </a:pPr>
            <a:endParaRPr lang="zh-CN" altLang="en-US" sz="4400" b="1" dirty="0">
              <a:effectLst>
                <a:outerShdw blurRad="38100" dist="38100" dir="2700000" algn="tl">
                  <a:srgbClr val="C0C0C0"/>
                </a:outerShdw>
              </a:effectLst>
              <a:ea typeface="隶书" panose="02010509060101010101" pitchFamily="49" charset="-122"/>
            </a:endParaRPr>
          </a:p>
          <a:p>
            <a:pPr marL="365125" indent="-255905" eaLnBrk="1" hangingPunct="1">
              <a:spcBef>
                <a:spcPct val="10000"/>
              </a:spcBef>
              <a:spcAft>
                <a:spcPct val="15000"/>
              </a:spcAft>
              <a:buFont typeface="Wingdings 3" panose="05040102010807070707" pitchFamily="18" charset="2"/>
              <a:buChar char=""/>
              <a:defRPr/>
            </a:pPr>
            <a:r>
              <a:rPr lang="zh-CN" altLang="zh-CN" sz="4400" dirty="0">
                <a:effectLst>
                  <a:outerShdw blurRad="38100" dist="38100" dir="2700000" algn="tl">
                    <a:srgbClr val="C0C0C0"/>
                  </a:outerShdw>
                </a:effectLst>
                <a:ea typeface="隶书" panose="02010509060101010101" pitchFamily="49" charset="-122"/>
              </a:rPr>
              <a:t>1</a:t>
            </a:r>
            <a:r>
              <a:rPr lang="zh-CN" altLang="en-US" sz="4400" dirty="0">
                <a:effectLst>
                  <a:outerShdw blurRad="38100" dist="38100" dir="2700000" algn="tl">
                    <a:srgbClr val="C0C0C0"/>
                  </a:outerShdw>
                </a:effectLst>
                <a:ea typeface="隶书" panose="02010509060101010101" pitchFamily="49" charset="-122"/>
              </a:rPr>
              <a:t>，实验预习</a:t>
            </a:r>
            <a:r>
              <a:rPr lang="en-US" altLang="zh-CN" sz="4400" dirty="0">
                <a:effectLst>
                  <a:outerShdw blurRad="38100" dist="38100" dir="2700000" algn="tl">
                    <a:srgbClr val="C0C0C0"/>
                  </a:outerShdw>
                </a:effectLst>
                <a:ea typeface="隶书" panose="02010509060101010101" pitchFamily="49" charset="-122"/>
              </a:rPr>
              <a:t>(</a:t>
            </a:r>
            <a:r>
              <a:rPr lang="zh-CN" altLang="zh-CN" sz="4400" dirty="0">
                <a:effectLst>
                  <a:outerShdw blurRad="38100" dist="38100" dir="2700000" algn="tl">
                    <a:srgbClr val="C0C0C0"/>
                  </a:outerShdw>
                </a:effectLst>
                <a:ea typeface="隶书" panose="02010509060101010101" pitchFamily="49" charset="-122"/>
              </a:rPr>
              <a:t>课前</a:t>
            </a:r>
            <a:r>
              <a:rPr lang="zh-CN" altLang="en-US" sz="4400" dirty="0">
                <a:effectLst>
                  <a:outerShdw blurRad="38100" dist="38100" dir="2700000" algn="tl">
                    <a:srgbClr val="C0C0C0"/>
                  </a:outerShdw>
                </a:effectLst>
                <a:ea typeface="隶书" panose="02010509060101010101" pitchFamily="49" charset="-122"/>
              </a:rPr>
              <a:t>及理论课上</a:t>
            </a:r>
            <a:r>
              <a:rPr lang="zh-CN" altLang="zh-CN" sz="4400" dirty="0">
                <a:effectLst>
                  <a:outerShdw blurRad="38100" dist="38100" dir="2700000" algn="tl">
                    <a:srgbClr val="C0C0C0"/>
                  </a:outerShdw>
                </a:effectLst>
                <a:ea typeface="隶书" panose="02010509060101010101" pitchFamily="49" charset="-122"/>
              </a:rPr>
              <a:t>）</a:t>
            </a:r>
            <a:endParaRPr lang="zh-CN" altLang="en-US" sz="4400" dirty="0">
              <a:effectLst>
                <a:outerShdw blurRad="38100" dist="38100" dir="2700000" algn="tl">
                  <a:srgbClr val="C0C0C0"/>
                </a:outerShdw>
              </a:effectLst>
              <a:ea typeface="隶书" panose="02010509060101010101" pitchFamily="49" charset="-122"/>
            </a:endParaRPr>
          </a:p>
          <a:p>
            <a:pPr marL="365125" indent="-255905" eaLnBrk="1" hangingPunct="1">
              <a:spcAft>
                <a:spcPct val="15000"/>
              </a:spcAft>
              <a:buFont typeface="Wingdings 3" panose="05040102010807070707" pitchFamily="18" charset="2"/>
              <a:buChar char=""/>
              <a:defRPr/>
            </a:pPr>
            <a:r>
              <a:rPr lang="zh-CN" altLang="zh-CN" sz="4400" dirty="0">
                <a:effectLst>
                  <a:outerShdw blurRad="38100" dist="38100" dir="2700000" algn="tl">
                    <a:srgbClr val="C0C0C0"/>
                  </a:outerShdw>
                </a:effectLst>
                <a:ea typeface="隶书" panose="02010509060101010101" pitchFamily="49" charset="-122"/>
              </a:rPr>
              <a:t>2</a:t>
            </a:r>
            <a:r>
              <a:rPr lang="zh-CN" altLang="en-US" sz="4400" dirty="0">
                <a:effectLst>
                  <a:outerShdw blurRad="38100" dist="38100" dir="2700000" algn="tl">
                    <a:srgbClr val="C0C0C0"/>
                  </a:outerShdw>
                </a:effectLst>
                <a:ea typeface="隶书" panose="02010509060101010101" pitchFamily="49" charset="-122"/>
              </a:rPr>
              <a:t>，实验操作（课堂上）</a:t>
            </a:r>
          </a:p>
          <a:p>
            <a:pPr marL="365125" indent="-255905" eaLnBrk="1" hangingPunct="1">
              <a:spcAft>
                <a:spcPct val="15000"/>
              </a:spcAft>
              <a:buFont typeface="Wingdings 3" panose="05040102010807070707" pitchFamily="18" charset="2"/>
              <a:buChar char=""/>
              <a:defRPr/>
            </a:pPr>
            <a:r>
              <a:rPr lang="zh-CN" altLang="zh-CN" sz="4400" dirty="0">
                <a:effectLst>
                  <a:outerShdw blurRad="38100" dist="38100" dir="2700000" algn="tl">
                    <a:srgbClr val="C0C0C0"/>
                  </a:outerShdw>
                </a:effectLst>
                <a:ea typeface="隶书" panose="02010509060101010101" pitchFamily="49" charset="-122"/>
              </a:rPr>
              <a:t>3</a:t>
            </a:r>
            <a:r>
              <a:rPr lang="zh-CN" altLang="en-US" sz="4400" dirty="0">
                <a:effectLst>
                  <a:outerShdw blurRad="38100" dist="38100" dir="2700000" algn="tl">
                    <a:srgbClr val="C0C0C0"/>
                  </a:outerShdw>
                </a:effectLst>
                <a:ea typeface="隶书" panose="02010509060101010101" pitchFamily="49" charset="-122"/>
              </a:rPr>
              <a:t>，实验总结（课后）</a:t>
            </a:r>
            <a:endParaRPr lang="zh-CN" altLang="en-US" sz="4400" dirty="0"/>
          </a:p>
        </p:txBody>
      </p:sp>
      <p:graphicFrame>
        <p:nvGraphicFramePr>
          <p:cNvPr id="7172" name="Object 4">
            <a:extLst>
              <a:ext uri="{FF2B5EF4-FFF2-40B4-BE49-F238E27FC236}">
                <a16:creationId xmlns:a16="http://schemas.microsoft.com/office/drawing/2014/main" id="{58A3FC21-DAA1-3A7C-CD62-2F2A06DFDE6D}"/>
              </a:ext>
            </a:extLst>
          </p:cNvPr>
          <p:cNvGraphicFramePr>
            <a:graphicFrameLocks noChangeAspect="1"/>
          </p:cNvGraphicFramePr>
          <p:nvPr/>
        </p:nvGraphicFramePr>
        <p:xfrm>
          <a:off x="6477000" y="4343400"/>
          <a:ext cx="1281113" cy="1622425"/>
        </p:xfrm>
        <a:graphic>
          <a:graphicData uri="http://schemas.openxmlformats.org/presentationml/2006/ole">
            <mc:AlternateContent xmlns:mc="http://schemas.openxmlformats.org/markup-compatibility/2006">
              <mc:Choice xmlns:v="urn:schemas-microsoft-com:vml" Requires="v">
                <p:oleObj r:id="rId3" imgW="2478088" imgH="4460875" progId="">
                  <p:embed/>
                </p:oleObj>
              </mc:Choice>
              <mc:Fallback>
                <p:oleObj r:id="rId3" imgW="2478088" imgH="4460875"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4343400"/>
                        <a:ext cx="1281113"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box(out)">
                                      <p:cBhvr>
                                        <p:cTn id="7" dur="500"/>
                                        <p:tgtEl>
                                          <p:spTgt spid="717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a:extLst>
              <a:ext uri="{FF2B5EF4-FFF2-40B4-BE49-F238E27FC236}">
                <a16:creationId xmlns:a16="http://schemas.microsoft.com/office/drawing/2014/main" id="{DA48967C-95A7-CE64-C7DB-B037E10E0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04813"/>
            <a:ext cx="8315325"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3">
            <a:extLst>
              <a:ext uri="{FF2B5EF4-FFF2-40B4-BE49-F238E27FC236}">
                <a16:creationId xmlns:a16="http://schemas.microsoft.com/office/drawing/2014/main" id="{0CCE4520-01E1-6F20-66E8-F633FF01D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3933825"/>
            <a:ext cx="7429500" cy="249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a:extLst>
              <a:ext uri="{FF2B5EF4-FFF2-40B4-BE49-F238E27FC236}">
                <a16:creationId xmlns:a16="http://schemas.microsoft.com/office/drawing/2014/main" id="{EB0C3E00-B8BB-C357-8524-5BB56C983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82575"/>
            <a:ext cx="78486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id="{D30ABB21-4CF9-E52B-8D06-3DACBF01A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88913"/>
            <a:ext cx="85693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a:extLst>
              <a:ext uri="{FF2B5EF4-FFF2-40B4-BE49-F238E27FC236}">
                <a16:creationId xmlns:a16="http://schemas.microsoft.com/office/drawing/2014/main" id="{EF50802F-6963-3CDC-286C-A481CA22D25C}"/>
              </a:ext>
            </a:extLst>
          </p:cNvPr>
          <p:cNvSpPr>
            <a:spLocks noGrp="1" noChangeArrowheads="1"/>
          </p:cNvSpPr>
          <p:nvPr>
            <p:ph idx="1"/>
          </p:nvPr>
        </p:nvSpPr>
        <p:spPr>
          <a:xfrm>
            <a:off x="228600" y="404813"/>
            <a:ext cx="8591550" cy="5691187"/>
          </a:xfrm>
        </p:spPr>
        <p:txBody>
          <a:bodyPr>
            <a:normAutofit/>
          </a:bodyPr>
          <a:lstStyle/>
          <a:p>
            <a:pPr marL="365125" indent="-255905" eaLnBrk="1" hangingPunct="1">
              <a:lnSpc>
                <a:spcPct val="140000"/>
              </a:lnSpc>
              <a:buFont typeface="Wingdings 3" panose="05040102010807070707" pitchFamily="18" charset="2"/>
              <a:buChar char=""/>
              <a:defRPr/>
            </a:pPr>
            <a:r>
              <a:rPr lang="zh-CN" altLang="en-US" sz="4400" b="1" dirty="0">
                <a:effectLst>
                  <a:outerShdw blurRad="38100" dist="38100" dir="2700000" algn="tl">
                    <a:srgbClr val="C0C0C0"/>
                  </a:outerShdw>
                </a:effectLst>
              </a:rPr>
              <a:t>三、物理实验的教学要求</a:t>
            </a:r>
          </a:p>
          <a:p>
            <a:pPr marL="365125" indent="-255905" eaLnBrk="1" hangingPunct="1">
              <a:lnSpc>
                <a:spcPct val="80000"/>
              </a:lnSpc>
              <a:buFont typeface="Wingdings 3" panose="05040102010807070707" pitchFamily="18" charset="2"/>
              <a:buChar char=""/>
              <a:defRPr/>
            </a:pPr>
            <a:r>
              <a:rPr lang="en-US" altLang="zh-CN" sz="3600" b="1" dirty="0"/>
              <a:t>1.</a:t>
            </a:r>
            <a:r>
              <a:rPr lang="zh-CN" altLang="zh-CN" sz="3600" b="1" dirty="0"/>
              <a:t>学生上课必须准时</a:t>
            </a:r>
            <a:r>
              <a:rPr lang="zh-CN" altLang="en-US" sz="3600" b="1" dirty="0"/>
              <a:t>；</a:t>
            </a:r>
            <a:endParaRPr lang="en-US" altLang="zh-CN" sz="3600" b="1" dirty="0"/>
          </a:p>
          <a:p>
            <a:pPr marL="365125" indent="-255905" eaLnBrk="1" hangingPunct="1">
              <a:lnSpc>
                <a:spcPct val="80000"/>
              </a:lnSpc>
              <a:buFont typeface="Wingdings 3" panose="05040102010807070707" pitchFamily="18" charset="2"/>
              <a:buChar char=""/>
              <a:defRPr/>
            </a:pPr>
            <a:r>
              <a:rPr lang="en-US" altLang="zh-CN" sz="3600" b="1" dirty="0">
                <a:solidFill>
                  <a:srgbClr val="FF0000"/>
                </a:solidFill>
                <a:effectLst>
                  <a:outerShdw blurRad="38100" dist="38100" dir="2700000" algn="tl">
                    <a:srgbClr val="C0C0C0"/>
                  </a:outerShdw>
                </a:effectLst>
              </a:rPr>
              <a:t>2.</a:t>
            </a:r>
            <a:r>
              <a:rPr lang="zh-CN" altLang="en-US" sz="3600" dirty="0">
                <a:solidFill>
                  <a:srgbClr val="FF0000"/>
                </a:solidFill>
                <a:effectLst>
                  <a:outerShdw blurRad="38100" dist="38100" dir="2700000" algn="tl">
                    <a:srgbClr val="C0C0C0"/>
                  </a:outerShdw>
                </a:effectLst>
              </a:rPr>
              <a:t>课前要写预习报告（理论部分）。</a:t>
            </a:r>
            <a:endParaRPr lang="zh-CN" altLang="zh-CN" sz="3600" dirty="0">
              <a:solidFill>
                <a:srgbClr val="FF0000"/>
              </a:solidFill>
            </a:endParaRPr>
          </a:p>
          <a:p>
            <a:pPr marL="365125" indent="-255905" eaLnBrk="1" hangingPunct="1">
              <a:lnSpc>
                <a:spcPct val="80000"/>
              </a:lnSpc>
              <a:buFont typeface="Wingdings 3" panose="05040102010807070707" pitchFamily="18" charset="2"/>
              <a:buChar char=""/>
              <a:defRPr/>
            </a:pPr>
            <a:r>
              <a:rPr lang="en-US" altLang="zh-CN" sz="3600" b="1" dirty="0"/>
              <a:t>3.</a:t>
            </a:r>
            <a:r>
              <a:rPr lang="zh-CN" altLang="zh-CN" sz="3600" b="1" dirty="0"/>
              <a:t>实验完成后，数据记录须经教师审阅签名，</a:t>
            </a:r>
            <a:r>
              <a:rPr lang="zh-CN" altLang="en-US" sz="3600" b="1" dirty="0"/>
              <a:t>整理实验仪器后</a:t>
            </a:r>
            <a:r>
              <a:rPr lang="zh-CN" altLang="zh-CN" sz="3600" b="1" dirty="0"/>
              <a:t>方可离开实验室。</a:t>
            </a:r>
            <a:endParaRPr lang="zh-CN" altLang="zh-CN" sz="3600" dirty="0"/>
          </a:p>
          <a:p>
            <a:pPr marL="365125" indent="-255905" eaLnBrk="1" hangingPunct="1">
              <a:lnSpc>
                <a:spcPct val="80000"/>
              </a:lnSpc>
              <a:buFont typeface="Wingdings 3" panose="05040102010807070707" pitchFamily="18" charset="2"/>
              <a:buChar char=""/>
              <a:defRPr/>
            </a:pPr>
            <a:r>
              <a:rPr lang="en-US" altLang="zh-CN" sz="3600" b="1" dirty="0"/>
              <a:t>4.</a:t>
            </a:r>
            <a:r>
              <a:rPr lang="zh-CN" altLang="zh-CN" sz="3600" b="1" dirty="0"/>
              <a:t>上交实验报告（含预习报告）：</a:t>
            </a:r>
            <a:r>
              <a:rPr lang="en-US" altLang="zh-CN" sz="3600" b="1" dirty="0"/>
              <a:t>   </a:t>
            </a:r>
          </a:p>
          <a:p>
            <a:pPr marL="365125" indent="-255905" eaLnBrk="1" hangingPunct="1">
              <a:lnSpc>
                <a:spcPct val="80000"/>
              </a:lnSpc>
              <a:buFont typeface="Wingdings 3" panose="05040102010807070707" pitchFamily="18" charset="2"/>
              <a:buNone/>
              <a:defRPr/>
            </a:pPr>
            <a:r>
              <a:rPr lang="en-US" altLang="zh-CN" sz="4400" b="1" dirty="0"/>
              <a:t>    </a:t>
            </a:r>
            <a:r>
              <a:rPr lang="zh-CN" altLang="zh-CN" sz="3500" b="1" dirty="0"/>
              <a:t>必须在</a:t>
            </a:r>
            <a:r>
              <a:rPr lang="zh-CN" altLang="en-US" sz="3500" b="1" dirty="0"/>
              <a:t>做完实验的一周</a:t>
            </a:r>
            <a:r>
              <a:rPr lang="zh-CN" altLang="zh-CN" sz="3500" b="1" dirty="0"/>
              <a:t>内完成实验报告，并</a:t>
            </a:r>
            <a:r>
              <a:rPr lang="zh-CN" altLang="en-US" sz="3500" b="1" dirty="0"/>
              <a:t>于</a:t>
            </a:r>
            <a:r>
              <a:rPr lang="zh-CN" altLang="zh-CN" sz="3500" b="1" dirty="0"/>
              <a:t>下次上课前交</a:t>
            </a:r>
            <a:r>
              <a:rPr lang="zh-CN" altLang="en-US" sz="3500" b="1" dirty="0"/>
              <a:t>给</a:t>
            </a:r>
            <a:r>
              <a:rPr lang="zh-CN" altLang="zh-CN" sz="3500" b="1" dirty="0"/>
              <a:t>任课教师。</a:t>
            </a:r>
            <a:endParaRPr lang="zh-CN" altLang="zh-CN" sz="3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1">
            <a:extLst>
              <a:ext uri="{FF2B5EF4-FFF2-40B4-BE49-F238E27FC236}">
                <a16:creationId xmlns:a16="http://schemas.microsoft.com/office/drawing/2014/main" id="{EAEA16C0-F36B-7D46-86A2-C37B8CC5B2D5}"/>
              </a:ext>
            </a:extLst>
          </p:cNvPr>
          <p:cNvSpPr>
            <a:spLocks noGrp="1" noChangeArrowheads="1"/>
          </p:cNvSpPr>
          <p:nvPr>
            <p:ph idx="1"/>
          </p:nvPr>
        </p:nvSpPr>
        <p:spPr>
          <a:xfrm>
            <a:off x="468313" y="365125"/>
            <a:ext cx="8229600" cy="5516563"/>
          </a:xfrm>
        </p:spPr>
        <p:txBody>
          <a:bodyPr/>
          <a:lstStyle/>
          <a:p>
            <a:pPr marL="365125" indent="-254000" eaLnBrk="1" hangingPunct="1">
              <a:lnSpc>
                <a:spcPct val="90000"/>
              </a:lnSpc>
              <a:buFont typeface="Wingdings 3" panose="05040102010807070707" pitchFamily="18" charset="2"/>
              <a:buChar char=""/>
            </a:pPr>
            <a:r>
              <a:rPr lang="zh-CN" altLang="zh-CN" sz="4000" b="1">
                <a:solidFill>
                  <a:srgbClr val="FF0000"/>
                </a:solidFill>
              </a:rPr>
              <a:t>物理实验报告平时成绩评分标准</a:t>
            </a:r>
            <a:endParaRPr lang="zh-CN" altLang="zh-CN" sz="4000">
              <a:solidFill>
                <a:srgbClr val="FF0000"/>
              </a:solidFill>
            </a:endParaRPr>
          </a:p>
          <a:p>
            <a:pPr marL="365125" indent="-254000" eaLnBrk="1" hangingPunct="1">
              <a:lnSpc>
                <a:spcPct val="90000"/>
              </a:lnSpc>
              <a:buFont typeface="Wingdings 3" panose="05040102010807070707" pitchFamily="18" charset="2"/>
              <a:buChar char=""/>
            </a:pPr>
            <a:r>
              <a:rPr lang="en-US" altLang="zh-CN" b="1"/>
              <a:t>  1. </a:t>
            </a:r>
            <a:r>
              <a:rPr lang="zh-CN" altLang="zh-CN" b="1"/>
              <a:t>每次实验报告成绩，按满分</a:t>
            </a:r>
            <a:r>
              <a:rPr lang="en-US" altLang="zh-CN" b="1"/>
              <a:t>5</a:t>
            </a:r>
            <a:r>
              <a:rPr lang="zh-CN" altLang="zh-CN" b="1"/>
              <a:t>分进行评分。</a:t>
            </a:r>
            <a:endParaRPr lang="zh-CN" altLang="zh-CN"/>
          </a:p>
          <a:p>
            <a:pPr marL="365125" indent="-254000" eaLnBrk="1" hangingPunct="1">
              <a:lnSpc>
                <a:spcPct val="90000"/>
              </a:lnSpc>
              <a:buFont typeface="Wingdings 3" panose="05040102010807070707" pitchFamily="18" charset="2"/>
              <a:buChar char=""/>
            </a:pPr>
            <a:r>
              <a:rPr lang="en-US" altLang="zh-CN" b="1"/>
              <a:t>  2. </a:t>
            </a:r>
            <a:r>
              <a:rPr lang="zh-CN" altLang="zh-CN" b="1"/>
              <a:t>预习马虎、缺项视情</a:t>
            </a:r>
            <a:r>
              <a:rPr lang="zh-CN" altLang="en-US" b="1"/>
              <a:t>况进行扣分。</a:t>
            </a:r>
            <a:r>
              <a:rPr lang="zh-CN" altLang="zh-CN" b="1"/>
              <a:t>抄袭及被抄袭者，按作弊处理。</a:t>
            </a:r>
            <a:endParaRPr lang="zh-CN" altLang="zh-CN"/>
          </a:p>
          <a:p>
            <a:pPr marL="365125" indent="-254000" eaLnBrk="1" hangingPunct="1">
              <a:lnSpc>
                <a:spcPct val="90000"/>
              </a:lnSpc>
              <a:buFont typeface="Wingdings 3" panose="05040102010807070707" pitchFamily="18" charset="2"/>
              <a:buChar char=""/>
            </a:pPr>
            <a:r>
              <a:rPr lang="en-US" altLang="zh-CN" b="1"/>
              <a:t>  3. </a:t>
            </a:r>
            <a:r>
              <a:rPr lang="zh-CN" altLang="zh-CN" b="1"/>
              <a:t>违章操作损坏仪器者酌情</a:t>
            </a:r>
            <a:r>
              <a:rPr lang="zh-CN" altLang="en-US" b="1"/>
              <a:t>扣分</a:t>
            </a:r>
            <a:r>
              <a:rPr lang="en-US" altLang="zh-CN" b="1"/>
              <a:t>(</a:t>
            </a:r>
            <a:r>
              <a:rPr lang="zh-CN" altLang="en-US" b="1"/>
              <a:t>故意损坏的要进 行赔偿）</a:t>
            </a:r>
            <a:r>
              <a:rPr lang="zh-CN" altLang="zh-CN" b="1"/>
              <a:t>。</a:t>
            </a:r>
            <a:endParaRPr lang="zh-CN" altLang="zh-CN"/>
          </a:p>
          <a:p>
            <a:pPr marL="365125" indent="-254000" eaLnBrk="1" hangingPunct="1">
              <a:lnSpc>
                <a:spcPct val="90000"/>
              </a:lnSpc>
              <a:buFont typeface="Wingdings 3" panose="05040102010807070707" pitchFamily="18" charset="2"/>
              <a:buChar char=""/>
            </a:pPr>
            <a:r>
              <a:rPr lang="en-US" altLang="zh-CN" b="1"/>
              <a:t>  4.</a:t>
            </a:r>
            <a:r>
              <a:rPr lang="zh-CN" altLang="zh-CN" b="1"/>
              <a:t>不能完成全部操作内容者</a:t>
            </a:r>
            <a:r>
              <a:rPr lang="zh-CN" altLang="en-US" b="1"/>
              <a:t>适当</a:t>
            </a:r>
            <a:r>
              <a:rPr lang="zh-CN" altLang="zh-CN" b="1"/>
              <a:t>扣除分</a:t>
            </a:r>
            <a:r>
              <a:rPr lang="zh-CN" altLang="en-US" b="1"/>
              <a:t>值</a:t>
            </a:r>
            <a:r>
              <a:rPr lang="zh-CN" altLang="zh-CN" b="1"/>
              <a:t>。</a:t>
            </a:r>
            <a:endParaRPr lang="zh-CN" altLang="zh-CN"/>
          </a:p>
          <a:p>
            <a:pPr marL="365125" indent="-254000" eaLnBrk="1" hangingPunct="1">
              <a:lnSpc>
                <a:spcPct val="90000"/>
              </a:lnSpc>
              <a:buFont typeface="Wingdings 3" panose="05040102010807070707" pitchFamily="18" charset="2"/>
              <a:buChar char=""/>
            </a:pPr>
            <a:r>
              <a:rPr lang="en-US" altLang="zh-CN" b="1"/>
              <a:t> 5. </a:t>
            </a:r>
            <a:r>
              <a:rPr lang="zh-CN" altLang="zh-CN" b="1"/>
              <a:t>报告内容不完整等逐项扣分。</a:t>
            </a:r>
            <a:endParaRPr lang="zh-CN" altLang="zh-CN"/>
          </a:p>
          <a:p>
            <a:pPr marL="365125" indent="-254000" eaLnBrk="1" hangingPunct="1">
              <a:lnSpc>
                <a:spcPct val="90000"/>
              </a:lnSpc>
              <a:buFont typeface="Wingdings 3" panose="05040102010807070707" pitchFamily="18" charset="2"/>
              <a:buChar char=""/>
            </a:pPr>
            <a:endParaRPr lang="zh-CN" altLang="en-US"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DCD655A7-5619-2359-F53E-76CD51B48549}"/>
              </a:ext>
            </a:extLst>
          </p:cNvPr>
          <p:cNvSpPr>
            <a:spLocks noGrp="1" noChangeArrowheads="1"/>
          </p:cNvSpPr>
          <p:nvPr>
            <p:ph type="title"/>
          </p:nvPr>
        </p:nvSpPr>
        <p:spPr>
          <a:xfrm>
            <a:off x="539750" y="188913"/>
            <a:ext cx="7993063" cy="706437"/>
          </a:xfrm>
        </p:spPr>
        <p:txBody>
          <a:bodyPr/>
          <a:lstStyle/>
          <a:p>
            <a:br>
              <a:rPr lang="en-US" altLang="zh-CN" sz="3600">
                <a:solidFill>
                  <a:srgbClr val="FF0000"/>
                </a:solidFill>
              </a:rPr>
            </a:br>
            <a:r>
              <a:rPr lang="zh-CN" altLang="zh-CN" sz="3600">
                <a:solidFill>
                  <a:srgbClr val="FF0000"/>
                </a:solidFill>
              </a:rPr>
              <a:t>缺做实验处理方法</a:t>
            </a:r>
            <a:r>
              <a:rPr lang="zh-CN" altLang="en-US" sz="3600">
                <a:solidFill>
                  <a:srgbClr val="FF0000"/>
                </a:solidFill>
              </a:rPr>
              <a:t>及课程的考核要求</a:t>
            </a:r>
            <a:br>
              <a:rPr lang="zh-CN" altLang="zh-CN">
                <a:solidFill>
                  <a:srgbClr val="FF0000"/>
                </a:solidFill>
              </a:rPr>
            </a:br>
            <a:endParaRPr lang="zh-CN" altLang="en-US"/>
          </a:p>
        </p:txBody>
      </p:sp>
      <p:sp>
        <p:nvSpPr>
          <p:cNvPr id="3" name="内容占位符 2">
            <a:extLst>
              <a:ext uri="{FF2B5EF4-FFF2-40B4-BE49-F238E27FC236}">
                <a16:creationId xmlns:a16="http://schemas.microsoft.com/office/drawing/2014/main" id="{4AF464D6-10F1-B696-E854-057B1E11905E}"/>
              </a:ext>
            </a:extLst>
          </p:cNvPr>
          <p:cNvSpPr>
            <a:spLocks noGrp="1"/>
          </p:cNvSpPr>
          <p:nvPr>
            <p:ph idx="1"/>
          </p:nvPr>
        </p:nvSpPr>
        <p:spPr>
          <a:xfrm>
            <a:off x="250825" y="1125538"/>
            <a:ext cx="8569325" cy="5040312"/>
          </a:xfrm>
        </p:spPr>
        <p:txBody>
          <a:bodyPr/>
          <a:lstStyle/>
          <a:p>
            <a:pPr marL="365125" indent="-255905" eaLnBrk="1" hangingPunct="1">
              <a:lnSpc>
                <a:spcPct val="90000"/>
              </a:lnSpc>
              <a:buFont typeface="Wingdings 3" panose="05040102010807070707" pitchFamily="18" charset="2"/>
              <a:buChar char=""/>
              <a:defRPr/>
            </a:pPr>
            <a:r>
              <a:rPr lang="en-US" altLang="zh-CN" sz="2400" b="1" dirty="0"/>
              <a:t>1. </a:t>
            </a:r>
            <a:r>
              <a:rPr lang="zh-CN" altLang="zh-CN" sz="2400" b="1" dirty="0"/>
              <a:t>由于生病缺做实验的，事后可持正式病假单交任课教师，否则该次实验按</a:t>
            </a:r>
            <a:r>
              <a:rPr lang="en-US" altLang="zh-CN" sz="2400" b="1" dirty="0"/>
              <a:t>0</a:t>
            </a:r>
            <a:r>
              <a:rPr lang="zh-CN" altLang="zh-CN" sz="2400" b="1" dirty="0"/>
              <a:t>分处理</a:t>
            </a:r>
            <a:r>
              <a:rPr lang="zh-CN" altLang="en-US" sz="2400" b="1" dirty="0"/>
              <a:t>。</a:t>
            </a:r>
            <a:endParaRPr lang="zh-CN" altLang="zh-CN" sz="2400" b="1" dirty="0"/>
          </a:p>
          <a:p>
            <a:pPr marL="365125" indent="-255905" eaLnBrk="1" hangingPunct="1">
              <a:lnSpc>
                <a:spcPct val="90000"/>
              </a:lnSpc>
              <a:buFont typeface="Wingdings 3" panose="05040102010807070707" pitchFamily="18" charset="2"/>
              <a:buChar char=""/>
              <a:defRPr/>
            </a:pPr>
            <a:r>
              <a:rPr lang="en-US" altLang="zh-CN" sz="2400" b="1" dirty="0"/>
              <a:t> 2. </a:t>
            </a:r>
            <a:r>
              <a:rPr lang="zh-CN" altLang="en-US" sz="2400" b="1" dirty="0"/>
              <a:t>缺席并请假者可随其他老师完成该实验内容。</a:t>
            </a:r>
            <a:r>
              <a:rPr lang="en-US" altLang="zh-CN" sz="2400" b="1" dirty="0"/>
              <a:t>  </a:t>
            </a:r>
          </a:p>
          <a:p>
            <a:pPr marL="365125" indent="-255905" eaLnBrk="1" hangingPunct="1">
              <a:lnSpc>
                <a:spcPct val="90000"/>
              </a:lnSpc>
              <a:buFont typeface="Wingdings 3" panose="05040102010807070707" pitchFamily="18" charset="2"/>
              <a:buChar char=""/>
              <a:defRPr/>
            </a:pPr>
            <a:r>
              <a:rPr lang="en-US" altLang="zh-CN" sz="2400" b="1" dirty="0"/>
              <a:t> 3. </a:t>
            </a:r>
            <a:r>
              <a:rPr lang="zh-CN" altLang="zh-CN" sz="2400" b="1" dirty="0"/>
              <a:t>如果</a:t>
            </a:r>
            <a:r>
              <a:rPr lang="zh-CN" altLang="en-US" sz="2400" b="1" dirty="0"/>
              <a:t>三次未交实验报告，或者两个实验项目没做者</a:t>
            </a:r>
            <a:r>
              <a:rPr lang="zh-CN" altLang="zh-CN" sz="2400" b="1" dirty="0"/>
              <a:t>，期末成绩按</a:t>
            </a:r>
            <a:r>
              <a:rPr lang="en-US" altLang="zh-CN" sz="2400" b="1" dirty="0"/>
              <a:t>0</a:t>
            </a:r>
            <a:r>
              <a:rPr lang="zh-CN" altLang="zh-CN" sz="2400" b="1" dirty="0"/>
              <a:t>分处理。</a:t>
            </a:r>
            <a:endParaRPr lang="en-US" altLang="zh-CN" sz="2400" b="1" dirty="0"/>
          </a:p>
          <a:p>
            <a:pPr>
              <a:defRPr/>
            </a:pPr>
            <a:r>
              <a:rPr lang="en-US" altLang="zh-CN" sz="2400" b="1" dirty="0"/>
              <a:t>4.</a:t>
            </a:r>
            <a:r>
              <a:rPr lang="zh-CN" altLang="en-US" sz="2400" b="1" dirty="0"/>
              <a:t>本</a:t>
            </a:r>
            <a:r>
              <a:rPr lang="zh-CN" altLang="zh-CN" sz="2400" b="1" dirty="0"/>
              <a:t>学期</a:t>
            </a:r>
            <a:r>
              <a:rPr lang="zh-CN" altLang="en-US" sz="2400" b="1" dirty="0"/>
              <a:t>第</a:t>
            </a:r>
            <a:r>
              <a:rPr lang="en-US" altLang="zh-CN" sz="2400" b="1" dirty="0"/>
              <a:t>5-7</a:t>
            </a:r>
            <a:r>
              <a:rPr lang="zh-CN" altLang="zh-CN" sz="2400" b="1" dirty="0"/>
              <a:t>周为实验操作的考试周，未能参与实验操作考试的学生如无正当理由一概按照未考进行处理。</a:t>
            </a:r>
            <a:endParaRPr lang="en-US" altLang="zh-CN" sz="2400" b="1" dirty="0"/>
          </a:p>
          <a:p>
            <a:pPr>
              <a:defRPr/>
            </a:pPr>
            <a:r>
              <a:rPr lang="en-US" altLang="zh-CN" sz="2400" b="1" dirty="0"/>
              <a:t>5.</a:t>
            </a:r>
            <a:r>
              <a:rPr lang="zh-CN" altLang="zh-CN" sz="2400" b="1" dirty="0"/>
              <a:t>实验评分第一学期按照平时成绩</a:t>
            </a:r>
            <a:r>
              <a:rPr lang="en-US" altLang="zh-CN" sz="2400" b="1" dirty="0"/>
              <a:t>70%</a:t>
            </a:r>
            <a:r>
              <a:rPr lang="zh-CN" altLang="zh-CN" sz="2400" b="1" dirty="0"/>
              <a:t>，实验操作</a:t>
            </a:r>
            <a:r>
              <a:rPr lang="en-US" altLang="zh-CN" sz="2400" b="1" dirty="0"/>
              <a:t>30%</a:t>
            </a:r>
            <a:r>
              <a:rPr lang="zh-CN" altLang="zh-CN" sz="2400" b="1" dirty="0"/>
              <a:t>，进行综合评分；第二学期按照实验操作</a:t>
            </a:r>
            <a:r>
              <a:rPr lang="en-US" altLang="zh-CN" sz="2400" b="1" dirty="0"/>
              <a:t>20%</a:t>
            </a:r>
            <a:r>
              <a:rPr lang="zh-CN" altLang="zh-CN" sz="2400" b="1" dirty="0"/>
              <a:t>，平时成绩</a:t>
            </a:r>
            <a:r>
              <a:rPr lang="en-US" altLang="zh-CN" sz="2400" b="1" dirty="0"/>
              <a:t>40%</a:t>
            </a:r>
            <a:r>
              <a:rPr lang="zh-CN" altLang="zh-CN" sz="2400" b="1" dirty="0"/>
              <a:t>，笔试</a:t>
            </a:r>
            <a:r>
              <a:rPr lang="en-US" altLang="zh-CN" sz="2400" b="1" dirty="0"/>
              <a:t>40%</a:t>
            </a:r>
            <a:r>
              <a:rPr lang="zh-CN" altLang="zh-CN" sz="2400" b="1" dirty="0"/>
              <a:t>进行综合评分。</a:t>
            </a:r>
          </a:p>
          <a:p>
            <a:pPr>
              <a:defRPr/>
            </a:pPr>
            <a:r>
              <a:rPr lang="en-US" altLang="zh-CN" sz="2400" b="1" dirty="0"/>
              <a:t>6.</a:t>
            </a:r>
            <a:r>
              <a:rPr lang="zh-CN" altLang="zh-CN" sz="2400" b="1" dirty="0"/>
              <a:t>所有实验报告均需按照先后顺序装订后在期末统一收缴，如有缺少扣除相应的平时分。</a:t>
            </a:r>
          </a:p>
          <a:p>
            <a:pPr marL="365125" indent="-255905" eaLnBrk="1" hangingPunct="1">
              <a:lnSpc>
                <a:spcPct val="90000"/>
              </a:lnSpc>
              <a:buFont typeface="Wingdings 3" panose="05040102010807070707" pitchFamily="18" charset="2"/>
              <a:buChar char=""/>
              <a:defRPr/>
            </a:pPr>
            <a:endParaRPr lang="zh-CN" altLang="zh-CN" b="1" dirty="0"/>
          </a:p>
          <a:p>
            <a:pPr marL="365125" indent="-255905" eaLnBrk="1" hangingPunct="1">
              <a:lnSpc>
                <a:spcPct val="90000"/>
              </a:lnSpc>
              <a:buFont typeface="Wingdings 3" panose="05040102010807070707" pitchFamily="18" charset="2"/>
              <a:buChar char=""/>
              <a:defRPr/>
            </a:pPr>
            <a:endParaRPr lang="zh-CN" altLang="zh-CN" dirty="0">
              <a:solidFill>
                <a:srgbClr val="FF0000"/>
              </a:solidFill>
            </a:endParaRPr>
          </a:p>
          <a:p>
            <a:pPr>
              <a:defRPr/>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101F16A-E0C9-5306-E99E-25CA0FECAB8C}"/>
              </a:ext>
            </a:extLst>
          </p:cNvPr>
          <p:cNvSpPr>
            <a:spLocks noGrp="1" noChangeArrowheads="1"/>
          </p:cNvSpPr>
          <p:nvPr>
            <p:ph type="title"/>
          </p:nvPr>
        </p:nvSpPr>
        <p:spPr>
          <a:xfrm>
            <a:off x="539750" y="188913"/>
            <a:ext cx="7772400" cy="863600"/>
          </a:xfrm>
        </p:spPr>
        <p:txBody>
          <a:bodyPr/>
          <a:lstStyle/>
          <a:p>
            <a:pPr eaLnBrk="1" hangingPunct="1"/>
            <a:r>
              <a:rPr lang="zh-CN" altLang="en-US" sz="4000" b="1"/>
              <a:t>本学期需要完成的实验内容</a:t>
            </a:r>
          </a:p>
        </p:txBody>
      </p:sp>
      <p:sp>
        <p:nvSpPr>
          <p:cNvPr id="30723" name="Rectangle 3">
            <a:extLst>
              <a:ext uri="{FF2B5EF4-FFF2-40B4-BE49-F238E27FC236}">
                <a16:creationId xmlns:a16="http://schemas.microsoft.com/office/drawing/2014/main" id="{7ECA724A-2371-F965-9578-B11A5744A77E}"/>
              </a:ext>
            </a:extLst>
          </p:cNvPr>
          <p:cNvSpPr>
            <a:spLocks noGrp="1" noChangeArrowheads="1"/>
          </p:cNvSpPr>
          <p:nvPr>
            <p:ph idx="1"/>
          </p:nvPr>
        </p:nvSpPr>
        <p:spPr>
          <a:xfrm>
            <a:off x="655638" y="1125538"/>
            <a:ext cx="7732712" cy="4822825"/>
          </a:xfrm>
        </p:spPr>
        <p:txBody>
          <a:bodyPr/>
          <a:lstStyle/>
          <a:p>
            <a:pPr lvl="1" eaLnBrk="1" hangingPunct="1">
              <a:lnSpc>
                <a:spcPct val="115000"/>
              </a:lnSpc>
              <a:spcBef>
                <a:spcPct val="0"/>
              </a:spcBef>
              <a:buFontTx/>
              <a:buNone/>
            </a:pPr>
            <a:r>
              <a:rPr lang="zh-CN" altLang="en-US" sz="3200" b="1"/>
              <a:t>绪论：     误差理论           （</a:t>
            </a:r>
            <a:r>
              <a:rPr lang="en-US" altLang="zh-CN" sz="3200" b="1"/>
              <a:t>410</a:t>
            </a:r>
            <a:r>
              <a:rPr lang="zh-CN" altLang="en-US" sz="3200" b="1"/>
              <a:t>）</a:t>
            </a:r>
            <a:endParaRPr lang="en-US" altLang="zh-CN" sz="3200" b="1"/>
          </a:p>
          <a:p>
            <a:pPr lvl="1" eaLnBrk="1" hangingPunct="1">
              <a:lnSpc>
                <a:spcPct val="115000"/>
              </a:lnSpc>
              <a:spcBef>
                <a:spcPct val="0"/>
              </a:spcBef>
              <a:buFont typeface="Wingdings 2" panose="05020102010507070707" pitchFamily="18" charset="2"/>
              <a:buNone/>
            </a:pPr>
            <a:r>
              <a:rPr lang="zh-CN" altLang="en-US" sz="3200" b="1"/>
              <a:t>实验一        牛顿环          （</a:t>
            </a:r>
            <a:r>
              <a:rPr lang="en-US" altLang="zh-CN" sz="3200" b="1"/>
              <a:t>310/210</a:t>
            </a:r>
            <a:r>
              <a:rPr lang="zh-CN" altLang="en-US" sz="3200" b="1"/>
              <a:t>）</a:t>
            </a:r>
          </a:p>
          <a:p>
            <a:pPr lvl="1" eaLnBrk="1" hangingPunct="1">
              <a:lnSpc>
                <a:spcPct val="115000"/>
              </a:lnSpc>
              <a:spcBef>
                <a:spcPct val="0"/>
              </a:spcBef>
              <a:buFontTx/>
              <a:buNone/>
            </a:pPr>
            <a:r>
              <a:rPr lang="zh-CN" altLang="en-US" sz="3200" b="1"/>
              <a:t>实验二       导热系数       （</a:t>
            </a:r>
            <a:r>
              <a:rPr lang="en-US" altLang="zh-CN" sz="3200" b="1"/>
              <a:t>208/206</a:t>
            </a:r>
            <a:r>
              <a:rPr lang="zh-CN" altLang="en-US" sz="3200" b="1"/>
              <a:t>）</a:t>
            </a:r>
          </a:p>
          <a:p>
            <a:pPr lvl="1" eaLnBrk="1" hangingPunct="1">
              <a:lnSpc>
                <a:spcPct val="115000"/>
              </a:lnSpc>
              <a:spcBef>
                <a:spcPct val="0"/>
              </a:spcBef>
              <a:buFontTx/>
              <a:buNone/>
            </a:pPr>
            <a:r>
              <a:rPr lang="zh-CN" altLang="en-US" sz="3200" b="1"/>
              <a:t>实验三 	     三线摆              （</a:t>
            </a:r>
            <a:r>
              <a:rPr lang="en-US" altLang="zh-CN" sz="3200" b="1"/>
              <a:t>215/213</a:t>
            </a:r>
            <a:r>
              <a:rPr lang="zh-CN" altLang="en-US" sz="3200" b="1"/>
              <a:t>）</a:t>
            </a:r>
          </a:p>
          <a:p>
            <a:pPr lvl="1" eaLnBrk="1" hangingPunct="1">
              <a:lnSpc>
                <a:spcPct val="115000"/>
              </a:lnSpc>
              <a:spcBef>
                <a:spcPct val="0"/>
              </a:spcBef>
              <a:buFontTx/>
              <a:buNone/>
            </a:pPr>
            <a:r>
              <a:rPr lang="zh-CN" altLang="en-US" sz="3200" b="1"/>
              <a:t>实验四       电学设计              （</a:t>
            </a:r>
            <a:r>
              <a:rPr lang="en-US" altLang="zh-CN" sz="3200" b="1"/>
              <a:t>207</a:t>
            </a:r>
            <a:r>
              <a:rPr lang="zh-CN" altLang="en-US" sz="3200" b="1"/>
              <a:t>）</a:t>
            </a:r>
          </a:p>
          <a:p>
            <a:pPr lvl="1" eaLnBrk="1" hangingPunct="1">
              <a:lnSpc>
                <a:spcPct val="115000"/>
              </a:lnSpc>
              <a:spcBef>
                <a:spcPct val="0"/>
              </a:spcBef>
              <a:buFontTx/>
              <a:buNone/>
            </a:pPr>
            <a:r>
              <a:rPr lang="zh-CN" altLang="en-US" sz="3200" b="1"/>
              <a:t>实验五        分光计             （</a:t>
            </a:r>
            <a:r>
              <a:rPr lang="en-US" altLang="zh-CN" sz="3200" b="1"/>
              <a:t>201/204</a:t>
            </a:r>
            <a:r>
              <a:rPr lang="zh-CN" altLang="en-US" sz="3200" b="1"/>
              <a:t>） </a:t>
            </a:r>
          </a:p>
          <a:p>
            <a:pPr lvl="1" eaLnBrk="1" hangingPunct="1">
              <a:lnSpc>
                <a:spcPct val="115000"/>
              </a:lnSpc>
              <a:spcBef>
                <a:spcPct val="0"/>
              </a:spcBef>
              <a:buFontTx/>
              <a:buNone/>
            </a:pPr>
            <a:r>
              <a:rPr lang="zh-CN" altLang="en-US" sz="3200" b="1"/>
              <a:t>实验六        混    沌                 （</a:t>
            </a:r>
            <a:r>
              <a:rPr lang="en-US" altLang="zh-CN" sz="3200" b="1"/>
              <a:t>406</a:t>
            </a:r>
            <a:r>
              <a:rPr lang="zh-CN" altLang="en-US" sz="3200" b="1"/>
              <a:t>）</a:t>
            </a:r>
            <a:endParaRPr lang="en-US" altLang="zh-CN" sz="3200" b="1"/>
          </a:p>
          <a:p>
            <a:pPr lvl="1" eaLnBrk="1" hangingPunct="1">
              <a:lnSpc>
                <a:spcPct val="115000"/>
              </a:lnSpc>
              <a:spcBef>
                <a:spcPct val="0"/>
              </a:spcBef>
              <a:buFontTx/>
              <a:buNone/>
            </a:pPr>
            <a:r>
              <a:rPr lang="zh-CN" altLang="en-US" sz="3200" b="1"/>
              <a:t>实验七         光电效应         （</a:t>
            </a:r>
            <a:r>
              <a:rPr lang="en-US" altLang="zh-CN" sz="3200" b="1"/>
              <a:t>413</a:t>
            </a:r>
            <a:r>
              <a:rPr lang="zh-CN" altLang="en-US" sz="3200" b="1"/>
              <a:t>）</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64AA2C1F-A42B-AE45-62D2-2919F12ABEDE}"/>
              </a:ext>
            </a:extLst>
          </p:cNvPr>
          <p:cNvSpPr>
            <a:spLocks noGrp="1" noChangeArrowheads="1"/>
          </p:cNvSpPr>
          <p:nvPr>
            <p:ph type="title"/>
          </p:nvPr>
        </p:nvSpPr>
        <p:spPr>
          <a:xfrm>
            <a:off x="273050" y="677863"/>
            <a:ext cx="8229600" cy="228600"/>
          </a:xfrm>
        </p:spPr>
        <p:txBody>
          <a:bodyPr/>
          <a:lstStyle/>
          <a:p>
            <a:r>
              <a:rPr lang="zh-CN" altLang="zh-CN" sz="3200"/>
              <a:t>误差与数据处理基础</a:t>
            </a:r>
            <a:r>
              <a:rPr lang="zh-CN" altLang="en-US" sz="3200">
                <a:sym typeface="+mn-ea"/>
              </a:rPr>
              <a:t>（</a:t>
            </a:r>
            <a:r>
              <a:rPr lang="en-US" altLang="zh-CN" sz="3200">
                <a:sym typeface="+mn-ea"/>
              </a:rPr>
              <a:t>2019</a:t>
            </a:r>
            <a:r>
              <a:rPr lang="zh-CN" altLang="en-US" sz="3200">
                <a:sym typeface="+mn-ea"/>
              </a:rPr>
              <a:t>年40分）</a:t>
            </a:r>
            <a:br>
              <a:rPr lang="zh-CN" altLang="en-US" sz="3200"/>
            </a:br>
            <a:endParaRPr lang="zh-CN" altLang="zh-CN" sz="3200"/>
          </a:p>
        </p:txBody>
      </p:sp>
      <p:sp>
        <p:nvSpPr>
          <p:cNvPr id="31747" name="内容占位符 2">
            <a:extLst>
              <a:ext uri="{FF2B5EF4-FFF2-40B4-BE49-F238E27FC236}">
                <a16:creationId xmlns:a16="http://schemas.microsoft.com/office/drawing/2014/main" id="{88D53C21-D5F7-3B49-4D53-82411C439D4B}"/>
              </a:ext>
            </a:extLst>
          </p:cNvPr>
          <p:cNvSpPr>
            <a:spLocks noGrp="1" noChangeArrowheads="1"/>
          </p:cNvSpPr>
          <p:nvPr>
            <p:ph idx="1"/>
          </p:nvPr>
        </p:nvSpPr>
        <p:spPr>
          <a:xfrm>
            <a:off x="273050" y="1052513"/>
            <a:ext cx="8243888" cy="5073650"/>
          </a:xfrm>
        </p:spPr>
        <p:txBody>
          <a:bodyPr/>
          <a:lstStyle/>
          <a:p>
            <a:r>
              <a:rPr lang="zh-CN" altLang="en-US" sz="1800"/>
              <a:t>1、判断题（每题1分，共5分）</a:t>
            </a:r>
          </a:p>
          <a:p>
            <a:r>
              <a:rPr lang="zh-CN" altLang="en-US" sz="1800"/>
              <a:t>（1）用受热膨胀后的钢制米尺来测量物体的长度属于随机误差；  （      ） </a:t>
            </a:r>
          </a:p>
          <a:p>
            <a:r>
              <a:rPr lang="zh-CN" altLang="en-US" sz="1800"/>
              <a:t>  （2）系统误差可以通过多次测量来消除掉；                                         （      ）</a:t>
            </a:r>
          </a:p>
          <a:p>
            <a:r>
              <a:rPr lang="zh-CN" altLang="en-US" sz="1800"/>
              <a:t>  （3）用50分度的游标卡尺测得某物体长度是10.25mm；                 （      ）</a:t>
            </a:r>
          </a:p>
          <a:p>
            <a:r>
              <a:rPr lang="zh-CN" altLang="en-US" sz="1800"/>
              <a:t>  （4）在测量结果的数字表示中，由若干位可靠数字加上两位可疑数字，便组成有效数字；                                                                                                       （      ）</a:t>
            </a:r>
          </a:p>
          <a:p>
            <a:r>
              <a:rPr lang="zh-CN" altLang="en-US" sz="1800"/>
              <a:t>（5）对于单次测量可以用B类不确定度作为测量结果的合成标准不确定度。</a:t>
            </a:r>
          </a:p>
          <a:p>
            <a:r>
              <a:rPr lang="zh-CN" altLang="en-US" sz="1800"/>
              <a:t>                                                                                                                                   （      ）</a:t>
            </a:r>
          </a:p>
          <a:p>
            <a:r>
              <a:rPr lang="zh-CN" altLang="en-US" sz="1800"/>
              <a:t> 2、填空题（每题1分，共5分）</a:t>
            </a:r>
          </a:p>
          <a:p>
            <a:r>
              <a:rPr lang="zh-CN" altLang="en-US" sz="1800"/>
              <a:t> （1）利用有效数字运算规则运算272.2÷0.21=  </a:t>
            </a:r>
            <a:r>
              <a:rPr lang="zh-CN" altLang="en-US" sz="1800" u="sng"/>
              <a:t>                            </a:t>
            </a:r>
            <a:r>
              <a:rPr lang="zh-CN" altLang="en-US" sz="1800"/>
              <a:t>（2）米尺、千分尺等仪器可以连续读取数据，计算测量结果时可以用 最小分度值的一半       作为仪器误差 </a:t>
            </a:r>
            <a:r>
              <a:rPr lang="zh-CN" altLang="en-US" sz="1800" u="sng"/>
              <a:t>                                                     </a:t>
            </a:r>
            <a:r>
              <a:rPr lang="zh-CN" altLang="en-US" sz="1800"/>
              <a:t>（3）已知某间接测量的函数关系式为Y=5X1+2X2，其直接测量X1和X2的标准不确定度为和，则间接测量的不确定度</a:t>
            </a:r>
            <a:r>
              <a:rPr lang="zh-CN" altLang="en-US" sz="1800" u="sng"/>
              <a:t>=                                                                     </a:t>
            </a:r>
            <a:r>
              <a:rPr lang="zh-CN" altLang="en-US" sz="1800"/>
              <a:t>（4）自然数1有</a:t>
            </a:r>
            <a:r>
              <a:rPr lang="zh-CN" altLang="en-US" sz="1800" u="sng"/>
              <a:t>               </a:t>
            </a:r>
            <a:r>
              <a:rPr lang="zh-CN" altLang="en-US" sz="1800"/>
              <a:t>位有效数字。（</a:t>
            </a:r>
            <a:r>
              <a:rPr lang="en-US" altLang="zh-CN" sz="1800"/>
              <a:t>5</a:t>
            </a:r>
            <a:r>
              <a:rPr lang="zh-CN" altLang="en-US" sz="1800"/>
              <a:t>）表达式                                    的正确表达式为</a:t>
            </a:r>
            <a:r>
              <a:rPr lang="zh-CN" altLang="en-US" sz="1800" u="sng"/>
              <a:t>                              </a:t>
            </a:r>
            <a:r>
              <a:rPr lang="zh-CN" altLang="en-US" sz="1800"/>
              <a:t> 。</a:t>
            </a:r>
            <a:r>
              <a:rPr lang="zh-CN" altLang="en-US" sz="1800" u="sng"/>
              <a:t>        </a:t>
            </a:r>
          </a:p>
        </p:txBody>
      </p:sp>
      <p:pic>
        <p:nvPicPr>
          <p:cNvPr id="31748" name="图片 7">
            <a:extLst>
              <a:ext uri="{FF2B5EF4-FFF2-40B4-BE49-F238E27FC236}">
                <a16:creationId xmlns:a16="http://schemas.microsoft.com/office/drawing/2014/main" id="{0C08B86E-951F-C56B-8ADE-35B4EB7E6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8550" y="5399088"/>
            <a:ext cx="14462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内容占位符 3">
            <a:extLst>
              <a:ext uri="{FF2B5EF4-FFF2-40B4-BE49-F238E27FC236}">
                <a16:creationId xmlns:a16="http://schemas.microsoft.com/office/drawing/2014/main" id="{563A80F8-6F74-D575-AAE9-7F5E035BD6B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0650" y="336550"/>
            <a:ext cx="8664575" cy="3619500"/>
          </a:xfrm>
        </p:spPr>
      </p:pic>
      <p:pic>
        <p:nvPicPr>
          <p:cNvPr id="32771" name="图片 4">
            <a:extLst>
              <a:ext uri="{FF2B5EF4-FFF2-40B4-BE49-F238E27FC236}">
                <a16:creationId xmlns:a16="http://schemas.microsoft.com/office/drawing/2014/main" id="{E06E5EC6-231F-6F5B-EC20-4AE2E0D68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 y="3956050"/>
            <a:ext cx="8664575"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9" name="Object 3">
            <a:extLst>
              <a:ext uri="{FF2B5EF4-FFF2-40B4-BE49-F238E27FC236}">
                <a16:creationId xmlns:a16="http://schemas.microsoft.com/office/drawing/2014/main" id="{1BF3930B-14AC-DD42-D052-813B99F172F2}"/>
              </a:ext>
            </a:extLst>
          </p:cNvPr>
          <p:cNvGraphicFramePr>
            <a:graphicFrameLocks noGrp="1" noChangeAspect="1"/>
          </p:cNvGraphicFramePr>
          <p:nvPr>
            <p:ph idx="1"/>
          </p:nvPr>
        </p:nvGraphicFramePr>
        <p:xfrm>
          <a:off x="2268538" y="2492375"/>
          <a:ext cx="4762500" cy="3505200"/>
        </p:xfrm>
        <a:graphic>
          <a:graphicData uri="http://schemas.openxmlformats.org/presentationml/2006/ole">
            <mc:AlternateContent xmlns:mc="http://schemas.openxmlformats.org/markup-compatibility/2006">
              <mc:Choice xmlns:v="urn:schemas-microsoft-com:vml" Requires="v">
                <p:oleObj r:id="rId2" imgW="4762500" imgH="3505200" progId="">
                  <p:embed/>
                </p:oleObj>
              </mc:Choice>
              <mc:Fallback>
                <p:oleObj r:id="rId2" imgW="4762500" imgH="3505200" progId="">
                  <p:embed/>
                  <p:pic>
                    <p:nvPicPr>
                      <p:cNvPr id="0"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2492375"/>
                        <a:ext cx="47625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340" name="WordArt 4" descr="白色大理石">
            <a:extLst>
              <a:ext uri="{FF2B5EF4-FFF2-40B4-BE49-F238E27FC236}">
                <a16:creationId xmlns:a16="http://schemas.microsoft.com/office/drawing/2014/main" id="{C9793B20-D9BD-F008-D01C-8CC7FD755A69}"/>
              </a:ext>
            </a:extLst>
          </p:cNvPr>
          <p:cNvSpPr>
            <a:spLocks noChangeArrowheads="1" noChangeShapeType="1"/>
          </p:cNvSpPr>
          <p:nvPr/>
        </p:nvSpPr>
        <p:spPr bwMode="auto">
          <a:xfrm>
            <a:off x="1062038" y="425450"/>
            <a:ext cx="6858000" cy="1978025"/>
          </a:xfrm>
          <a:prstGeom prst="rect">
            <a:avLst/>
          </a:prstGeom>
        </p:spPr>
        <p:txBody>
          <a:bodyPr wrap="none" fromWordArt="1">
            <a:prstTxWarp prst="textPlain">
              <a:avLst>
                <a:gd name="adj" fmla="val 50000"/>
              </a:avLst>
            </a:prstTxWarp>
            <a:scene3d>
              <a:camera prst="legacyObliqueRight"/>
              <a:lightRig rig="legacyFlat1" dir="r"/>
            </a:scene3d>
            <a:sp3d extrusionH="100000" prstMaterial="legacyMatte">
              <a:extrusionClr>
                <a:srgbClr val="663300"/>
              </a:extrusionClr>
            </a:sp3d>
          </a:bodyPr>
          <a:lstStyle/>
          <a:p>
            <a:pPr algn="ctr" eaLnBrk="1" hangingPunct="1">
              <a:buFont typeface="Arial" panose="020B0604020202020204" pitchFamily="34" charset="0"/>
              <a:buNone/>
              <a:defRPr/>
            </a:pPr>
            <a:r>
              <a:rPr lang="zh-CN" altLang="en-US" sz="3600" dirty="0">
                <a:ln w="9525" cmpd="sng">
                  <a:round/>
                </a:ln>
                <a:blipFill dpi="0" rotWithShape="0">
                  <a:blip r:embed="rId4"/>
                  <a:srcRect/>
                  <a:tile tx="0" ty="0" sx="100000" sy="100000" flip="none" algn="tl"/>
                </a:blipFill>
                <a:latin typeface="幼圆" panose="02010509060101010101" pitchFamily="49" charset="-122"/>
                <a:ea typeface="幼圆" panose="02010509060101010101" pitchFamily="49" charset="-122"/>
                <a:cs typeface="+mn-cs"/>
              </a:rPr>
              <a:t>第一章</a:t>
            </a:r>
          </a:p>
          <a:p>
            <a:pPr algn="ctr" eaLnBrk="1" hangingPunct="1">
              <a:buFont typeface="Arial" panose="020B0604020202020204" pitchFamily="34" charset="0"/>
              <a:buNone/>
              <a:defRPr/>
            </a:pPr>
            <a:r>
              <a:rPr lang="zh-CN" altLang="en-US" sz="3600" dirty="0">
                <a:ln w="9525" cmpd="sng">
                  <a:round/>
                </a:ln>
                <a:blipFill dpi="0" rotWithShape="0">
                  <a:blip r:embed="rId4"/>
                  <a:srcRect/>
                  <a:tile tx="0" ty="0" sx="100000" sy="100000" flip="none" algn="tl"/>
                </a:blipFill>
                <a:latin typeface="幼圆" panose="02010509060101010101" pitchFamily="49" charset="-122"/>
                <a:ea typeface="幼圆" panose="02010509060101010101" pitchFamily="49" charset="-122"/>
                <a:cs typeface="+mn-cs"/>
              </a:rPr>
              <a:t>误差和数据处理的基本知识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randombar(horizontal)">
                                      <p:cBhvr>
                                        <p:cTn id="7" dur="500"/>
                                        <p:tgtEl>
                                          <p:spTgt spid="14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308F6580-2841-9C12-B8D9-E4D6B655D383}"/>
              </a:ext>
            </a:extLst>
          </p:cNvPr>
          <p:cNvSpPr>
            <a:spLocks noGrp="1" noChangeArrowheads="1"/>
          </p:cNvSpPr>
          <p:nvPr>
            <p:ph idx="1"/>
          </p:nvPr>
        </p:nvSpPr>
        <p:spPr>
          <a:xfrm>
            <a:off x="642938" y="1143000"/>
            <a:ext cx="7772400" cy="4876800"/>
          </a:xfrm>
        </p:spPr>
        <p:txBody>
          <a:bodyPr>
            <a:normAutofit/>
          </a:bodyPr>
          <a:lstStyle/>
          <a:p>
            <a:pPr marL="365125" indent="-255905" eaLnBrk="1" hangingPunct="1">
              <a:lnSpc>
                <a:spcPct val="80000"/>
              </a:lnSpc>
              <a:buFont typeface="Wingdings 3" panose="05040102010807070707" pitchFamily="18" charset="2"/>
              <a:buChar char=""/>
              <a:defRPr/>
            </a:pPr>
            <a:r>
              <a:rPr lang="zh-CN" altLang="en-US" b="1" dirty="0">
                <a:solidFill>
                  <a:srgbClr val="FF0000"/>
                </a:solidFill>
                <a:effectLst>
                  <a:outerShdw blurRad="38100" dist="38100" dir="2700000" algn="tl">
                    <a:srgbClr val="C0C0C0"/>
                  </a:outerShdw>
                </a:effectLst>
                <a:latin typeface="楷体_GB2312"/>
                <a:ea typeface="幼圆" panose="02010509060101010101" pitchFamily="49" charset="-122"/>
              </a:rPr>
              <a:t>一、测量与误差的基本概念</a:t>
            </a:r>
          </a:p>
          <a:p>
            <a:pPr marL="365125" indent="-255905" eaLnBrk="1" hangingPunct="1">
              <a:lnSpc>
                <a:spcPct val="80000"/>
              </a:lnSpc>
              <a:buFont typeface="Wingdings 3" panose="05040102010807070707" pitchFamily="18" charset="2"/>
              <a:buChar char=""/>
              <a:defRPr/>
            </a:pPr>
            <a:r>
              <a:rPr lang="zh-CN" altLang="en-US" b="1" dirty="0">
                <a:solidFill>
                  <a:srgbClr val="FF0000"/>
                </a:solidFill>
                <a:effectLst>
                  <a:outerShdw blurRad="38100" dist="38100" dir="2700000" algn="tl">
                    <a:srgbClr val="C0C0C0"/>
                  </a:outerShdw>
                </a:effectLst>
                <a:latin typeface="黑体" panose="02010609060101010101" pitchFamily="49" charset="-122"/>
              </a:rPr>
              <a:t>1，测量：</a:t>
            </a:r>
            <a:r>
              <a:rPr lang="zh-CN" altLang="en-US" sz="2800" dirty="0"/>
              <a:t>是将待测物理量与选作计量标准的同类物理量进行比较，并得出其倍数的过程。</a:t>
            </a:r>
          </a:p>
          <a:p>
            <a:pPr marL="365125" indent="-255905" eaLnBrk="1" hangingPunct="1">
              <a:lnSpc>
                <a:spcPct val="80000"/>
              </a:lnSpc>
              <a:buFont typeface="Wingdings 3" panose="05040102010807070707" pitchFamily="18" charset="2"/>
              <a:buChar char=""/>
              <a:defRPr/>
            </a:pPr>
            <a:r>
              <a:rPr lang="zh-CN" altLang="en-US" sz="2800" dirty="0"/>
              <a:t>倍数值成为待测物理量的</a:t>
            </a:r>
            <a:r>
              <a:rPr lang="zh-CN" altLang="en-US" sz="2800" dirty="0">
                <a:solidFill>
                  <a:srgbClr val="FF0000"/>
                </a:solidFill>
              </a:rPr>
              <a:t>数值</a:t>
            </a:r>
            <a:r>
              <a:rPr lang="zh-CN" altLang="en-US" sz="2800" dirty="0"/>
              <a:t>，选作的计量标准称为</a:t>
            </a:r>
            <a:r>
              <a:rPr lang="zh-CN" altLang="en-US" sz="2800" dirty="0">
                <a:solidFill>
                  <a:srgbClr val="FF0000"/>
                </a:solidFill>
              </a:rPr>
              <a:t>单位</a:t>
            </a:r>
            <a:r>
              <a:rPr lang="zh-CN" altLang="en-US" sz="2800" dirty="0"/>
              <a:t>。</a:t>
            </a:r>
          </a:p>
          <a:p>
            <a:pPr marL="365125" indent="-255905" eaLnBrk="1" hangingPunct="1">
              <a:lnSpc>
                <a:spcPct val="80000"/>
              </a:lnSpc>
              <a:buFont typeface="Wingdings 3" panose="05040102010807070707" pitchFamily="18" charset="2"/>
              <a:buChar char=""/>
              <a:defRPr/>
            </a:pPr>
            <a:r>
              <a:rPr lang="zh-CN" altLang="en-US" sz="2800" dirty="0"/>
              <a:t>一个物理量的测量值应由</a:t>
            </a:r>
            <a:r>
              <a:rPr lang="zh-CN" altLang="en-US" sz="2800" b="1" dirty="0">
                <a:solidFill>
                  <a:srgbClr val="FF0000"/>
                </a:solidFill>
                <a:effectLst>
                  <a:outerShdw blurRad="38100" dist="38100" dir="2700000" algn="tl">
                    <a:srgbClr val="C0C0C0"/>
                  </a:outerShdw>
                </a:effectLst>
              </a:rPr>
              <a:t>数值</a:t>
            </a:r>
            <a:r>
              <a:rPr lang="zh-CN" altLang="en-US" sz="2800" dirty="0"/>
              <a:t>和</a:t>
            </a:r>
            <a:r>
              <a:rPr lang="zh-CN" altLang="en-US" sz="2800" b="1" dirty="0">
                <a:solidFill>
                  <a:srgbClr val="FF0000"/>
                </a:solidFill>
                <a:effectLst>
                  <a:outerShdw blurRad="38100" dist="38100" dir="2700000" algn="tl">
                    <a:srgbClr val="C0C0C0"/>
                  </a:outerShdw>
                </a:effectLst>
              </a:rPr>
              <a:t>单位</a:t>
            </a:r>
            <a:r>
              <a:rPr lang="zh-CN" altLang="en-US" sz="2800" dirty="0"/>
              <a:t>两部分组成。如：x=123.5mm</a:t>
            </a:r>
          </a:p>
          <a:p>
            <a:pPr marL="365125" indent="-255905" eaLnBrk="1" hangingPunct="1">
              <a:lnSpc>
                <a:spcPct val="80000"/>
              </a:lnSpc>
              <a:buFont typeface="Wingdings 3" panose="05040102010807070707" pitchFamily="18" charset="2"/>
              <a:buChar char=""/>
              <a:defRPr/>
            </a:pPr>
            <a:r>
              <a:rPr lang="zh-CN" altLang="en-US" sz="2800" dirty="0"/>
              <a:t>国标基本单位：</a:t>
            </a:r>
          </a:p>
          <a:p>
            <a:pPr marL="365125" indent="-255905" eaLnBrk="1" hangingPunct="1">
              <a:lnSpc>
                <a:spcPct val="80000"/>
              </a:lnSpc>
              <a:buFontTx/>
              <a:buNone/>
              <a:defRPr/>
            </a:pPr>
            <a:r>
              <a:rPr lang="zh-CN" altLang="en-US" sz="2800" dirty="0"/>
              <a:t>    米(m)，千克(kg)，秒(s)，开尔文(K)，安培(A)，摩尔(mol)，坎德拉(cd)~</a:t>
            </a:r>
          </a:p>
        </p:txBody>
      </p:sp>
      <p:pic>
        <p:nvPicPr>
          <p:cNvPr id="34819" name="WordArt 4" descr="白色大理石">
            <a:extLst>
              <a:ext uri="{FF2B5EF4-FFF2-40B4-BE49-F238E27FC236}">
                <a16:creationId xmlns:a16="http://schemas.microsoft.com/office/drawing/2014/main" id="{85AC10B7-6382-0017-6160-1AD6865687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6763" y="438150"/>
            <a:ext cx="4540250" cy="488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a:extLst>
              <a:ext uri="{FF2B5EF4-FFF2-40B4-BE49-F238E27FC236}">
                <a16:creationId xmlns:a16="http://schemas.microsoft.com/office/drawing/2014/main" id="{BBBA83EE-3267-E168-5B74-CF451C150FE1}"/>
              </a:ext>
            </a:extLst>
          </p:cNvPr>
          <p:cNvSpPr>
            <a:spLocks noGrp="1" noChangeArrowheads="1"/>
          </p:cNvSpPr>
          <p:nvPr>
            <p:ph idx="1"/>
          </p:nvPr>
        </p:nvSpPr>
        <p:spPr>
          <a:xfrm>
            <a:off x="714375" y="785813"/>
            <a:ext cx="7772400" cy="5486400"/>
          </a:xfrm>
        </p:spPr>
        <p:txBody>
          <a:bodyPr>
            <a:normAutofit/>
          </a:bodyPr>
          <a:lstStyle/>
          <a:p>
            <a:pPr marL="365125" indent="-255905" eaLnBrk="1" hangingPunct="1">
              <a:buFont typeface="Wingdings 3" panose="05040102010807070707" pitchFamily="18" charset="2"/>
              <a:buChar char=""/>
              <a:defRPr/>
            </a:pPr>
            <a:r>
              <a:rPr lang="zh-CN" altLang="zh-CN" sz="3600" b="1">
                <a:solidFill>
                  <a:srgbClr val="FF0000"/>
                </a:solidFill>
                <a:effectLst>
                  <a:outerShdw blurRad="38100" dist="38100" dir="2700000" algn="tl">
                    <a:srgbClr val="C0C0C0"/>
                  </a:outerShdw>
                </a:effectLst>
                <a:latin typeface="黑体" panose="02010609060101010101" pitchFamily="49" charset="-122"/>
              </a:rPr>
              <a:t>2</a:t>
            </a:r>
            <a:r>
              <a:rPr lang="zh-CN" altLang="en-US" sz="3600" b="1">
                <a:solidFill>
                  <a:srgbClr val="FF0000"/>
                </a:solidFill>
                <a:effectLst>
                  <a:outerShdw blurRad="38100" dist="38100" dir="2700000" algn="tl">
                    <a:srgbClr val="C0C0C0"/>
                  </a:outerShdw>
                </a:effectLst>
                <a:latin typeface="黑体" panose="02010609060101010101" pitchFamily="49" charset="-122"/>
              </a:rPr>
              <a:t>，测量分类</a:t>
            </a:r>
          </a:p>
          <a:p>
            <a:pPr marL="365125" indent="-255905" eaLnBrk="1" hangingPunct="1">
              <a:buFont typeface="Wingdings 3" panose="05040102010807070707" pitchFamily="18" charset="2"/>
              <a:buChar char=""/>
              <a:defRPr/>
            </a:pPr>
            <a:r>
              <a:rPr lang="zh-CN" altLang="en-US" b="1">
                <a:solidFill>
                  <a:srgbClr val="FF0000"/>
                </a:solidFill>
                <a:effectLst>
                  <a:outerShdw blurRad="38100" dist="38100" dir="2700000" algn="tl">
                    <a:srgbClr val="C0C0C0"/>
                  </a:outerShdw>
                </a:effectLst>
              </a:rPr>
              <a:t>按测量手段可分为两类：</a:t>
            </a:r>
            <a:endParaRPr lang="zh-CN" altLang="en-US" b="1">
              <a:solidFill>
                <a:srgbClr val="FF0000"/>
              </a:solidFill>
            </a:endParaRPr>
          </a:p>
          <a:p>
            <a:pPr marL="365125" indent="-255905" eaLnBrk="1" hangingPunct="1">
              <a:buFont typeface="Wingdings 3" panose="05040102010807070707" pitchFamily="18" charset="2"/>
              <a:buChar char=""/>
              <a:defRPr/>
            </a:pPr>
            <a:r>
              <a:rPr lang="zh-CN" altLang="en-US" b="1"/>
              <a:t>（</a:t>
            </a:r>
            <a:r>
              <a:rPr lang="zh-CN" altLang="zh-CN" b="1"/>
              <a:t>1</a:t>
            </a:r>
            <a:r>
              <a:rPr lang="zh-CN" altLang="en-US" b="1"/>
              <a:t>）</a:t>
            </a:r>
            <a:r>
              <a:rPr lang="zh-CN" altLang="en-US" b="1">
                <a:solidFill>
                  <a:srgbClr val="FF0000"/>
                </a:solidFill>
                <a:effectLst>
                  <a:outerShdw blurRad="38100" dist="38100" dir="2700000" algn="tl">
                    <a:srgbClr val="C0C0C0"/>
                  </a:outerShdw>
                </a:effectLst>
              </a:rPr>
              <a:t>直接测量：</a:t>
            </a:r>
            <a:r>
              <a:rPr lang="zh-CN" altLang="en-US"/>
              <a:t>可以用测量仪器或仪表直接读出测量值的测量。</a:t>
            </a:r>
          </a:p>
          <a:p>
            <a:pPr marL="365125" indent="-255905" eaLnBrk="1" hangingPunct="1">
              <a:buFont typeface="Wingdings 3" panose="05040102010807070707" pitchFamily="18" charset="2"/>
              <a:buChar char=""/>
              <a:defRPr/>
            </a:pPr>
            <a:r>
              <a:rPr lang="zh-CN" altLang="en-US" b="1"/>
              <a:t>（</a:t>
            </a:r>
            <a:r>
              <a:rPr lang="zh-CN" altLang="zh-CN" b="1"/>
              <a:t>2</a:t>
            </a:r>
            <a:r>
              <a:rPr lang="zh-CN" altLang="en-US" b="1"/>
              <a:t>）</a:t>
            </a:r>
            <a:r>
              <a:rPr lang="zh-CN" altLang="en-US" b="1">
                <a:solidFill>
                  <a:srgbClr val="FF0000"/>
                </a:solidFill>
                <a:effectLst>
                  <a:outerShdw blurRad="38100" dist="38100" dir="2700000" algn="tl">
                    <a:srgbClr val="C0C0C0"/>
                  </a:outerShdw>
                </a:effectLst>
              </a:rPr>
              <a:t>间接测量：</a:t>
            </a:r>
            <a:r>
              <a:rPr lang="zh-CN" altLang="en-US"/>
              <a:t>待测物理量无法进行直接测量，需要依据待测量与若干个直接测量值的函数关系求出。</a:t>
            </a:r>
          </a:p>
          <a:p>
            <a:pPr marL="365125" indent="-255905" eaLnBrk="1" hangingPunct="1">
              <a:buFont typeface="Wingdings 3" panose="05040102010807070707" pitchFamily="18" charset="2"/>
              <a:buChar char=""/>
              <a:defRPr/>
            </a:pPr>
            <a:r>
              <a:rPr lang="zh-CN" altLang="zh-CN"/>
              <a:t>g=4</a:t>
            </a:r>
            <a:r>
              <a:rPr lang="zh-CN" altLang="zh-CN">
                <a:sym typeface="Symbol" panose="05050102010706020507" pitchFamily="18" charset="2"/>
              </a:rPr>
              <a:t>²l/T²</a:t>
            </a:r>
            <a:endParaRPr lang="zh-CN" altLang="zh-CN"/>
          </a:p>
          <a:p>
            <a:pPr marL="365125" indent="-255905" eaLnBrk="1" hangingPunct="1">
              <a:buFont typeface="Wingdings 3" panose="05040102010807070707" pitchFamily="18" charset="2"/>
              <a:buChar char=""/>
              <a:defRPr/>
            </a:pPr>
            <a:endParaRPr lang="zh-CN"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E027BFE5-B5B8-F652-A8A8-C665AE210DFD}"/>
              </a:ext>
            </a:extLst>
          </p:cNvPr>
          <p:cNvSpPr>
            <a:spLocks noGrp="1" noChangeArrowheads="1"/>
          </p:cNvSpPr>
          <p:nvPr>
            <p:ph type="title"/>
          </p:nvPr>
        </p:nvSpPr>
        <p:spPr>
          <a:xfrm>
            <a:off x="457200" y="274638"/>
            <a:ext cx="8229600" cy="561975"/>
          </a:xfrm>
        </p:spPr>
        <p:txBody>
          <a:bodyPr rtlCol="0">
            <a:normAutofit fontScale="90000"/>
          </a:bodyPr>
          <a:lstStyle/>
          <a:p>
            <a:pPr eaLnBrk="1" fontAlgn="auto" hangingPunct="1">
              <a:spcAft>
                <a:spcPts val="0"/>
              </a:spcAft>
              <a:defRPr/>
            </a:pPr>
            <a:br>
              <a:rPr lang="en-US" altLang="zh-CN" dirty="0"/>
            </a:br>
            <a:endParaRPr lang="zh-CN" altLang="zh-CN" dirty="0"/>
          </a:p>
        </p:txBody>
      </p:sp>
      <p:sp>
        <p:nvSpPr>
          <p:cNvPr id="20483" name="Rectangle 3">
            <a:extLst>
              <a:ext uri="{FF2B5EF4-FFF2-40B4-BE49-F238E27FC236}">
                <a16:creationId xmlns:a16="http://schemas.microsoft.com/office/drawing/2014/main" id="{920C5FC3-14DE-887F-A2D6-4876EE424D7E}"/>
              </a:ext>
            </a:extLst>
          </p:cNvPr>
          <p:cNvSpPr>
            <a:spLocks noGrp="1" noChangeArrowheads="1"/>
          </p:cNvSpPr>
          <p:nvPr>
            <p:ph idx="1"/>
          </p:nvPr>
        </p:nvSpPr>
        <p:spPr>
          <a:xfrm>
            <a:off x="468313" y="260350"/>
            <a:ext cx="7772400" cy="6264275"/>
          </a:xfrm>
        </p:spPr>
        <p:txBody>
          <a:bodyPr>
            <a:normAutofit lnSpcReduction="10000"/>
          </a:bodyPr>
          <a:lstStyle/>
          <a:p>
            <a:pPr marL="365125" indent="-255905" eaLnBrk="1" hangingPunct="1">
              <a:lnSpc>
                <a:spcPct val="85000"/>
              </a:lnSpc>
              <a:buFont typeface="Wingdings 3" panose="05040102010807070707" pitchFamily="18" charset="2"/>
              <a:buChar char=""/>
              <a:defRPr/>
            </a:pPr>
            <a:r>
              <a:rPr lang="zh-CN" altLang="en-US" sz="3000" b="1">
                <a:solidFill>
                  <a:srgbClr val="FF0000"/>
                </a:solidFill>
                <a:effectLst>
                  <a:outerShdw blurRad="38100" dist="38100" dir="2700000" algn="tl">
                    <a:srgbClr val="C0C0C0"/>
                  </a:outerShdw>
                </a:effectLst>
              </a:rPr>
              <a:t>从测量条件上可以分为：</a:t>
            </a:r>
            <a:endParaRPr lang="zh-CN" altLang="en-US" sz="3000">
              <a:solidFill>
                <a:srgbClr val="FF0000"/>
              </a:solidFill>
            </a:endParaRPr>
          </a:p>
          <a:p>
            <a:pPr marL="365125" indent="-255905" eaLnBrk="1" hangingPunct="1">
              <a:lnSpc>
                <a:spcPct val="85000"/>
              </a:lnSpc>
              <a:buFont typeface="Wingdings 3" panose="05040102010807070707" pitchFamily="18" charset="2"/>
              <a:buChar char=""/>
              <a:defRPr/>
            </a:pPr>
            <a:endParaRPr lang="en-US" altLang="zh-CN" sz="3000" b="1">
              <a:solidFill>
                <a:srgbClr val="FF0000"/>
              </a:solidFill>
              <a:effectLst>
                <a:outerShdw blurRad="38100" dist="38100" dir="2700000" algn="tl">
                  <a:srgbClr val="C0C0C0"/>
                </a:outerShdw>
              </a:effectLst>
            </a:endParaRPr>
          </a:p>
          <a:p>
            <a:pPr marL="365125" indent="-255905" eaLnBrk="1" hangingPunct="1">
              <a:lnSpc>
                <a:spcPct val="85000"/>
              </a:lnSpc>
              <a:buFont typeface="Wingdings 3" panose="05040102010807070707" pitchFamily="18" charset="2"/>
              <a:buChar char=""/>
              <a:defRPr/>
            </a:pPr>
            <a:r>
              <a:rPr lang="zh-CN" altLang="en-US" sz="3000" b="1">
                <a:solidFill>
                  <a:srgbClr val="FF0000"/>
                </a:solidFill>
                <a:effectLst>
                  <a:outerShdw blurRad="38100" dist="38100" dir="2700000" algn="tl">
                    <a:srgbClr val="C0C0C0"/>
                  </a:outerShdw>
                </a:effectLst>
              </a:rPr>
              <a:t>（</a:t>
            </a:r>
            <a:r>
              <a:rPr lang="zh-CN" altLang="zh-CN" sz="3000" b="1">
                <a:solidFill>
                  <a:srgbClr val="FF0000"/>
                </a:solidFill>
                <a:effectLst>
                  <a:outerShdw blurRad="38100" dist="38100" dir="2700000" algn="tl">
                    <a:srgbClr val="C0C0C0"/>
                  </a:outerShdw>
                </a:effectLst>
              </a:rPr>
              <a:t>1</a:t>
            </a:r>
            <a:r>
              <a:rPr lang="zh-CN" altLang="en-US" sz="3000" b="1">
                <a:solidFill>
                  <a:srgbClr val="FF0000"/>
                </a:solidFill>
                <a:effectLst>
                  <a:outerShdw blurRad="38100" dist="38100" dir="2700000" algn="tl">
                    <a:srgbClr val="C0C0C0"/>
                  </a:outerShdw>
                </a:effectLst>
              </a:rPr>
              <a:t>）等精度测量：</a:t>
            </a:r>
            <a:r>
              <a:rPr lang="zh-CN" altLang="en-US" sz="3000" b="1">
                <a:effectLst>
                  <a:outerShdw blurRad="38100" dist="38100" dir="2700000" algn="tl">
                    <a:srgbClr val="C0C0C0"/>
                  </a:outerShdw>
                </a:effectLst>
              </a:rPr>
              <a:t>在对某一物理量进行多次重复测量过程中，每次测量条件都相同的一系列测量。</a:t>
            </a:r>
            <a:endParaRPr lang="en-US" altLang="zh-CN" sz="3000" b="1">
              <a:effectLst>
                <a:outerShdw blurRad="38100" dist="38100" dir="2700000" algn="tl">
                  <a:srgbClr val="C0C0C0"/>
                </a:outerShdw>
              </a:effectLst>
            </a:endParaRPr>
          </a:p>
          <a:p>
            <a:pPr marL="365125" indent="-255905" eaLnBrk="1" hangingPunct="1">
              <a:lnSpc>
                <a:spcPct val="85000"/>
              </a:lnSpc>
              <a:spcBef>
                <a:spcPct val="0"/>
              </a:spcBef>
              <a:buFont typeface="Wingdings 3" panose="05040102010807070707" pitchFamily="18" charset="2"/>
              <a:buChar char=""/>
              <a:defRPr/>
            </a:pPr>
            <a:r>
              <a:rPr lang="zh-CN" altLang="en-US" sz="3000" b="1"/>
              <a:t>如：用同一把游标卡尺多次测量一个物体的长度。</a:t>
            </a:r>
          </a:p>
          <a:p>
            <a:pPr marL="365125" indent="-255905" eaLnBrk="1" hangingPunct="1">
              <a:lnSpc>
                <a:spcPct val="85000"/>
              </a:lnSpc>
              <a:spcBef>
                <a:spcPct val="0"/>
              </a:spcBef>
              <a:buFont typeface="Wingdings 3" panose="05040102010807070707" pitchFamily="18" charset="2"/>
              <a:buChar char=""/>
              <a:defRPr/>
            </a:pPr>
            <a:endParaRPr lang="en-US" altLang="zh-CN" sz="3000" b="1">
              <a:solidFill>
                <a:srgbClr val="008080"/>
              </a:solidFill>
              <a:effectLst>
                <a:outerShdw blurRad="38100" dist="38100" dir="2700000" algn="tl">
                  <a:srgbClr val="C0C0C0"/>
                </a:outerShdw>
              </a:effectLst>
            </a:endParaRPr>
          </a:p>
          <a:p>
            <a:pPr marL="365125" indent="-255905" eaLnBrk="1" hangingPunct="1">
              <a:lnSpc>
                <a:spcPct val="85000"/>
              </a:lnSpc>
              <a:spcBef>
                <a:spcPct val="0"/>
              </a:spcBef>
              <a:buFont typeface="Wingdings 3" panose="05040102010807070707" pitchFamily="18" charset="2"/>
              <a:buChar char=""/>
              <a:defRPr/>
            </a:pPr>
            <a:r>
              <a:rPr lang="zh-CN" altLang="en-US" sz="3000" b="1">
                <a:solidFill>
                  <a:srgbClr val="FF0000"/>
                </a:solidFill>
                <a:effectLst>
                  <a:outerShdw blurRad="38100" dist="38100" dir="2700000" algn="tl">
                    <a:srgbClr val="C0C0C0"/>
                  </a:outerShdw>
                </a:effectLst>
              </a:rPr>
              <a:t>（</a:t>
            </a:r>
            <a:r>
              <a:rPr lang="zh-CN" altLang="zh-CN" sz="3000" b="1">
                <a:solidFill>
                  <a:srgbClr val="FF0000"/>
                </a:solidFill>
                <a:effectLst>
                  <a:outerShdw blurRad="38100" dist="38100" dir="2700000" algn="tl">
                    <a:srgbClr val="C0C0C0"/>
                  </a:outerShdw>
                </a:effectLst>
              </a:rPr>
              <a:t>2</a:t>
            </a:r>
            <a:r>
              <a:rPr lang="zh-CN" altLang="en-US" sz="3000" b="1">
                <a:solidFill>
                  <a:srgbClr val="FF0000"/>
                </a:solidFill>
                <a:effectLst>
                  <a:outerShdw blurRad="38100" dist="38100" dir="2700000" algn="tl">
                    <a:srgbClr val="C0C0C0"/>
                  </a:outerShdw>
                </a:effectLst>
              </a:rPr>
              <a:t>）不等精度测量：</a:t>
            </a:r>
            <a:r>
              <a:rPr lang="zh-CN" altLang="en-US" sz="3000" b="1">
                <a:effectLst>
                  <a:outerShdw blurRad="38100" dist="38100" dir="2700000" algn="tl">
                    <a:srgbClr val="C0C0C0"/>
                  </a:outerShdw>
                </a:effectLst>
              </a:rPr>
              <a:t>在对某一物理量进行多次测量时，测量条件完全不同或部分不同，各测量结果的可靠程度自然也不同的一系列测量</a:t>
            </a:r>
            <a:r>
              <a:rPr lang="en-US" altLang="zh-CN" sz="3000" b="1">
                <a:effectLst>
                  <a:outerShdw blurRad="38100" dist="38100" dir="2700000" algn="tl">
                    <a:srgbClr val="C0C0C0"/>
                  </a:outerShdw>
                </a:effectLst>
              </a:rPr>
              <a:t> </a:t>
            </a:r>
            <a:r>
              <a:rPr lang="zh-CN" altLang="en-US" sz="3000" b="1">
                <a:effectLst>
                  <a:outerShdw blurRad="38100" dist="38100" dir="2700000" algn="tl">
                    <a:srgbClr val="C0C0C0"/>
                  </a:outerShdw>
                </a:effectLst>
              </a:rPr>
              <a:t>。</a:t>
            </a:r>
          </a:p>
          <a:p>
            <a:pPr marL="365125" indent="-255905" eaLnBrk="1" hangingPunct="1">
              <a:lnSpc>
                <a:spcPct val="85000"/>
              </a:lnSpc>
              <a:buFont typeface="Wingdings 3" panose="05040102010807070707" pitchFamily="18" charset="2"/>
              <a:buChar char=""/>
              <a:defRPr/>
            </a:pPr>
            <a:r>
              <a:rPr lang="en-US" altLang="zh-CN" sz="3000" b="1">
                <a:solidFill>
                  <a:srgbClr val="008080"/>
                </a:solidFill>
                <a:effectLst>
                  <a:outerShdw blurRad="38100" dist="38100" dir="2700000" algn="tl">
                    <a:srgbClr val="C0C0C0"/>
                  </a:outerShdw>
                </a:effectLst>
              </a:rPr>
              <a:t> </a:t>
            </a:r>
            <a:r>
              <a:rPr lang="zh-CN" altLang="en-US" sz="3000" b="1"/>
              <a:t>如：用米尺和游标卡尺测量同一个物体的长度。</a:t>
            </a:r>
          </a:p>
          <a:p>
            <a:pPr marL="365125" indent="-255905" eaLnBrk="1" hangingPunct="1">
              <a:lnSpc>
                <a:spcPct val="85000"/>
              </a:lnSpc>
              <a:buFont typeface="Wingdings 3" panose="05040102010807070707" pitchFamily="18" charset="2"/>
              <a:buChar char=""/>
              <a:defRPr/>
            </a:pPr>
            <a:r>
              <a:rPr lang="zh-CN" altLang="en-US" sz="3000" b="1"/>
              <a:t>书中只限于</a:t>
            </a:r>
            <a:r>
              <a:rPr lang="zh-CN" altLang="en-US" sz="3000" b="1">
                <a:effectLst>
                  <a:outerShdw blurRad="38100" dist="38100" dir="2700000" algn="tl">
                    <a:srgbClr val="C0C0C0"/>
                  </a:outerShdw>
                </a:effectLst>
              </a:rPr>
              <a:t>等精度测量的数据处理。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animEffect transition="in" filter="box(in)">
                                      <p:cBhvr>
                                        <p:cTn id="7" dur="500"/>
                                        <p:tgtEl>
                                          <p:spTgt spid="20483">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0483">
                                            <p:txEl>
                                              <p:pRg st="3" end="3"/>
                                            </p:txEl>
                                          </p:spTgt>
                                        </p:tgtEl>
                                        <p:attrNameLst>
                                          <p:attrName>style.visibility</p:attrName>
                                        </p:attrNameLst>
                                      </p:cBhvr>
                                      <p:to>
                                        <p:strVal val="visible"/>
                                      </p:to>
                                    </p:set>
                                    <p:animEffect transition="in" filter="box(in)">
                                      <p:cBhvr>
                                        <p:cTn id="10" dur="500"/>
                                        <p:tgtEl>
                                          <p:spTgt spid="20483">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20483">
                                            <p:txEl>
                                              <p:pRg st="5" end="5"/>
                                            </p:txEl>
                                          </p:spTgt>
                                        </p:tgtEl>
                                        <p:attrNameLst>
                                          <p:attrName>style.visibility</p:attrName>
                                        </p:attrNameLst>
                                      </p:cBhvr>
                                      <p:to>
                                        <p:strVal val="visible"/>
                                      </p:to>
                                    </p:set>
                                    <p:animEffect transition="in" filter="box(in)">
                                      <p:cBhvr>
                                        <p:cTn id="15" dur="500"/>
                                        <p:tgtEl>
                                          <p:spTgt spid="20483">
                                            <p:txEl>
                                              <p:pRg st="5" end="5"/>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0483">
                                            <p:txEl>
                                              <p:pRg st="6" end="6"/>
                                            </p:txEl>
                                          </p:spTgt>
                                        </p:tgtEl>
                                        <p:attrNameLst>
                                          <p:attrName>style.visibility</p:attrName>
                                        </p:attrNameLst>
                                      </p:cBhvr>
                                      <p:to>
                                        <p:strVal val="visible"/>
                                      </p:to>
                                    </p:set>
                                    <p:animEffect transition="in" filter="box(in)">
                                      <p:cBhvr>
                                        <p:cTn id="18" dur="500"/>
                                        <p:tgtEl>
                                          <p:spTgt spid="20483">
                                            <p:txEl>
                                              <p:pRg st="6" end="6"/>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20483">
                                            <p:txEl>
                                              <p:pRg st="7" end="7"/>
                                            </p:txEl>
                                          </p:spTgt>
                                        </p:tgtEl>
                                        <p:attrNameLst>
                                          <p:attrName>style.visibility</p:attrName>
                                        </p:attrNameLst>
                                      </p:cBhvr>
                                      <p:to>
                                        <p:strVal val="visible"/>
                                      </p:to>
                                    </p:set>
                                    <p:animEffect transition="in" filter="box(in)">
                                      <p:cBhvr>
                                        <p:cTn id="21" dur="500"/>
                                        <p:tgtEl>
                                          <p:spTgt spid="204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C58628DC-5F44-CA8D-64F5-C55BA7E61320}"/>
              </a:ext>
            </a:extLst>
          </p:cNvPr>
          <p:cNvSpPr>
            <a:spLocks noGrp="1" noChangeArrowheads="1"/>
          </p:cNvSpPr>
          <p:nvPr>
            <p:ph idx="1"/>
          </p:nvPr>
        </p:nvSpPr>
        <p:spPr>
          <a:xfrm>
            <a:off x="571500" y="428625"/>
            <a:ext cx="7772400" cy="5410200"/>
          </a:xfrm>
        </p:spPr>
        <p:txBody>
          <a:bodyPr>
            <a:normAutofit/>
          </a:bodyPr>
          <a:lstStyle/>
          <a:p>
            <a:pPr marL="365125" indent="-255905" eaLnBrk="1" hangingPunct="1">
              <a:buFont typeface="Wingdings 3" panose="05040102010807070707" pitchFamily="18" charset="2"/>
              <a:buChar char=""/>
              <a:defRPr/>
            </a:pPr>
            <a:r>
              <a:rPr lang="zh-CN" altLang="en-US" sz="3600" b="1" dirty="0">
                <a:solidFill>
                  <a:srgbClr val="FF0000"/>
                </a:solidFill>
                <a:effectLst>
                  <a:outerShdw blurRad="38100" dist="38100" dir="2700000" algn="tl">
                    <a:srgbClr val="C0C0C0"/>
                  </a:outerShdw>
                </a:effectLst>
              </a:rPr>
              <a:t>3，测量误差</a:t>
            </a:r>
            <a:endParaRPr lang="zh-CN" altLang="en-US" dirty="0">
              <a:solidFill>
                <a:srgbClr val="FF0000"/>
              </a:solidFill>
            </a:endParaRPr>
          </a:p>
          <a:p>
            <a:pPr marL="365125" indent="-255905" eaLnBrk="1" hangingPunct="1">
              <a:lnSpc>
                <a:spcPct val="150000"/>
              </a:lnSpc>
              <a:buFont typeface="Wingdings 3" panose="05040102010807070707" pitchFamily="18" charset="2"/>
              <a:buChar char=""/>
              <a:defRPr/>
            </a:pPr>
            <a:r>
              <a:rPr lang="zh-CN" altLang="en-US" b="1" dirty="0">
                <a:effectLst>
                  <a:outerShdw blurRad="38100" dist="38100" dir="2700000" algn="tl">
                    <a:srgbClr val="C0C0C0"/>
                  </a:outerShdw>
                </a:effectLst>
              </a:rPr>
              <a:t>（1）真值：</a:t>
            </a:r>
            <a:r>
              <a:rPr lang="zh-CN" altLang="en-US" b="1" dirty="0"/>
              <a:t>在某一时空状态下，待测物理量所具有的客观实际值。</a:t>
            </a:r>
          </a:p>
          <a:p>
            <a:pPr marL="365125" indent="-255905" eaLnBrk="1" hangingPunct="1">
              <a:lnSpc>
                <a:spcPct val="150000"/>
              </a:lnSpc>
              <a:buFont typeface="Wingdings 3" panose="05040102010807070707" pitchFamily="18" charset="2"/>
              <a:buChar char=""/>
              <a:defRPr/>
            </a:pPr>
            <a:r>
              <a:rPr lang="zh-CN" altLang="en-US" b="1" dirty="0">
                <a:ea typeface="楷体_GB2312" pitchFamily="1" charset="-122"/>
              </a:rPr>
              <a:t>用数字表示时，应是一个无穷多位数。</a:t>
            </a:r>
          </a:p>
          <a:p>
            <a:pPr marL="365125" indent="-255905" eaLnBrk="1" hangingPunct="1">
              <a:lnSpc>
                <a:spcPct val="150000"/>
              </a:lnSpc>
              <a:buFont typeface="Wingdings 3" panose="05040102010807070707" pitchFamily="18" charset="2"/>
              <a:buChar char=""/>
              <a:defRPr/>
            </a:pPr>
            <a:r>
              <a:rPr lang="zh-CN" altLang="en-US" b="1" dirty="0">
                <a:effectLst>
                  <a:outerShdw blurRad="38100" dist="38100" dir="2700000" algn="tl">
                    <a:srgbClr val="C0C0C0"/>
                  </a:outerShdw>
                </a:effectLst>
                <a:ea typeface="楷体_GB2312" pitchFamily="1" charset="-122"/>
              </a:rPr>
              <a:t>（2）</a:t>
            </a:r>
            <a:r>
              <a:rPr lang="zh-CN" altLang="en-US" b="1" dirty="0">
                <a:effectLst>
                  <a:outerShdw blurRad="38100" dist="38100" dir="2700000" algn="tl">
                    <a:srgbClr val="C0C0C0"/>
                  </a:outerShdw>
                </a:effectLst>
              </a:rPr>
              <a:t>测量误差：</a:t>
            </a:r>
            <a:r>
              <a:rPr lang="zh-CN" altLang="en-US" b="1" dirty="0"/>
              <a:t>测量值X和真值X</a:t>
            </a:r>
            <a:r>
              <a:rPr lang="zh-CN" altLang="en-US" sz="1800" b="1" dirty="0"/>
              <a:t>0</a:t>
            </a:r>
            <a:r>
              <a:rPr lang="zh-CN" altLang="en-US" b="1" dirty="0"/>
              <a:t>之间的差异：</a:t>
            </a:r>
            <a:r>
              <a:rPr lang="zh-CN" altLang="en-US" b="1" dirty="0">
                <a:sym typeface="Symbol" panose="05050102010706020507" pitchFamily="18" charset="2"/>
              </a:rPr>
              <a:t>△=X -  </a:t>
            </a:r>
            <a:r>
              <a:rPr lang="zh-CN" altLang="en-US" b="1" dirty="0"/>
              <a:t>X</a:t>
            </a:r>
            <a:r>
              <a:rPr lang="zh-CN" altLang="en-US" sz="1800" b="1" dirty="0"/>
              <a:t>0</a:t>
            </a:r>
          </a:p>
          <a:p>
            <a:pPr marL="365125" indent="-255905" eaLnBrk="1" hangingPunct="1">
              <a:buFontTx/>
              <a:buNone/>
              <a:defRPr/>
            </a:pPr>
            <a:endParaRPr lang="zh-CN" altLang="en-US" b="1" dirty="0">
              <a:effectLst>
                <a:outerShdw blurRad="38100" dist="38100" dir="2700000" algn="tl">
                  <a:srgbClr val="C0C0C0"/>
                </a:outerShdw>
              </a:effectLst>
              <a:ea typeface="楷体_GB2312" pitchFamily="1" charset="-122"/>
              <a:sym typeface="Symbol" panose="05050102010706020507" pitchFamily="18"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AEFB068E-7BBB-5D78-8EBE-39FD259B9586}"/>
              </a:ext>
            </a:extLst>
          </p:cNvPr>
          <p:cNvSpPr>
            <a:spLocks noGrp="1" noChangeArrowheads="1"/>
          </p:cNvSpPr>
          <p:nvPr>
            <p:ph idx="1"/>
          </p:nvPr>
        </p:nvSpPr>
        <p:spPr>
          <a:xfrm>
            <a:off x="457200" y="333375"/>
            <a:ext cx="8229600" cy="5792788"/>
          </a:xfrm>
        </p:spPr>
        <p:txBody>
          <a:bodyPr/>
          <a:lstStyle/>
          <a:p>
            <a:pPr marL="365125" indent="-255905">
              <a:buFont typeface="Wingdings 2" panose="05020102010507070707" pitchFamily="18" charset="2"/>
              <a:buNone/>
              <a:defRPr/>
            </a:pPr>
            <a:r>
              <a:rPr lang="zh-CN" altLang="en-US" b="1">
                <a:effectLst>
                  <a:outerShdw blurRad="38100" dist="38100" dir="2700000" algn="tl">
                    <a:srgbClr val="C0C0C0"/>
                  </a:outerShdw>
                </a:effectLst>
              </a:rPr>
              <a:t>（</a:t>
            </a:r>
            <a:r>
              <a:rPr lang="zh-CN" altLang="zh-CN" b="1">
                <a:effectLst>
                  <a:outerShdw blurRad="38100" dist="38100" dir="2700000" algn="tl">
                    <a:srgbClr val="C0C0C0"/>
                  </a:outerShdw>
                </a:effectLst>
              </a:rPr>
              <a:t>3</a:t>
            </a:r>
            <a:r>
              <a:rPr lang="zh-CN" altLang="en-US" b="1">
                <a:effectLst>
                  <a:outerShdw blurRad="38100" dist="38100" dir="2700000" algn="tl">
                    <a:srgbClr val="C0C0C0"/>
                  </a:outerShdw>
                </a:effectLst>
              </a:rPr>
              <a:t>）误差的分类：</a:t>
            </a:r>
            <a:endParaRPr lang="zh-CN" altLang="en-US"/>
          </a:p>
          <a:p>
            <a:pPr marL="365125" indent="-255905">
              <a:defRPr/>
            </a:pPr>
            <a:r>
              <a:rPr lang="en-US" altLang="zh-CN" b="1">
                <a:solidFill>
                  <a:srgbClr val="FF0000"/>
                </a:solidFill>
                <a:effectLst>
                  <a:outerShdw blurRad="38100" dist="38100" dir="2700000" algn="tl">
                    <a:srgbClr val="C0C0C0"/>
                  </a:outerShdw>
                </a:effectLst>
              </a:rPr>
              <a:t>A</a:t>
            </a:r>
            <a:r>
              <a:rPr lang="zh-CN" altLang="en-US" b="1">
                <a:solidFill>
                  <a:srgbClr val="FF0000"/>
                </a:solidFill>
                <a:effectLst>
                  <a:outerShdw blurRad="38100" dist="38100" dir="2700000" algn="tl">
                    <a:srgbClr val="C0C0C0"/>
                  </a:outerShdw>
                </a:effectLst>
              </a:rPr>
              <a:t>、系统误差</a:t>
            </a:r>
            <a:endParaRPr lang="zh-CN" altLang="en-US">
              <a:solidFill>
                <a:srgbClr val="FF0000"/>
              </a:solidFill>
            </a:endParaRPr>
          </a:p>
          <a:p>
            <a:pPr marL="365125" indent="-255905">
              <a:defRPr/>
            </a:pPr>
            <a:r>
              <a:rPr lang="en-US" altLang="zh-CN"/>
              <a:t>        </a:t>
            </a:r>
            <a:r>
              <a:rPr lang="zh-CN" altLang="en-US"/>
              <a:t>如仪器的缺陷、测量理论的不完善、环境变化对测量结果造成的误差。</a:t>
            </a:r>
          </a:p>
          <a:p>
            <a:pPr marL="365125" indent="-255905">
              <a:defRPr/>
            </a:pPr>
            <a:r>
              <a:rPr lang="en-US" altLang="zh-CN" b="1">
                <a:solidFill>
                  <a:srgbClr val="FF0000"/>
                </a:solidFill>
                <a:effectLst>
                  <a:outerShdw blurRad="38100" dist="38100" dir="2700000" algn="tl">
                    <a:srgbClr val="C0C0C0"/>
                  </a:outerShdw>
                </a:effectLst>
              </a:rPr>
              <a:t>B</a:t>
            </a:r>
            <a:r>
              <a:rPr lang="zh-CN" altLang="en-US" b="1">
                <a:solidFill>
                  <a:srgbClr val="FF0000"/>
                </a:solidFill>
                <a:effectLst>
                  <a:outerShdw blurRad="38100" dist="38100" dir="2700000" algn="tl">
                    <a:srgbClr val="C0C0C0"/>
                  </a:outerShdw>
                </a:effectLst>
              </a:rPr>
              <a:t>、随机误差（偶然误差）</a:t>
            </a:r>
            <a:endParaRPr lang="zh-CN" altLang="en-US">
              <a:solidFill>
                <a:srgbClr val="FF0000"/>
              </a:solidFill>
            </a:endParaRPr>
          </a:p>
          <a:p>
            <a:pPr marL="365125" indent="-255905">
              <a:defRPr/>
            </a:pPr>
            <a:r>
              <a:rPr lang="zh-CN" altLang="en-US" b="1">
                <a:solidFill>
                  <a:srgbClr val="FF0000"/>
                </a:solidFill>
                <a:effectLst>
                  <a:outerShdw blurRad="38100" dist="38100" dir="2700000" algn="tl">
                    <a:srgbClr val="C0C0C0"/>
                  </a:outerShdw>
                </a:effectLst>
              </a:rPr>
              <a:t>C、粗大误差</a:t>
            </a:r>
            <a:endParaRPr lang="en-US" altLang="zh-CN" b="1">
              <a:solidFill>
                <a:srgbClr val="FF0000"/>
              </a:solidFill>
              <a:effectLst>
                <a:outerShdw blurRad="38100" dist="38100" dir="2700000" algn="tl">
                  <a:srgbClr val="C0C0C0"/>
                </a:outerShdw>
              </a:effectLst>
            </a:endParaRPr>
          </a:p>
          <a:p>
            <a:pPr marL="365125" indent="-255905">
              <a:defRPr/>
            </a:pPr>
            <a:r>
              <a:rPr lang="en-US" altLang="zh-CN" b="1">
                <a:effectLst>
                  <a:outerShdw blurRad="38100" dist="38100" dir="2700000" algn="tl">
                    <a:srgbClr val="C0C0C0"/>
                  </a:outerShdw>
                </a:effectLst>
              </a:rPr>
              <a:t>    </a:t>
            </a:r>
            <a:r>
              <a:rPr lang="zh-CN" altLang="en-US"/>
              <a:t>由于观察者错误使用仪器、观察错误或记录错误数据等不正常情况下引起的误差。</a:t>
            </a:r>
            <a:r>
              <a:rPr lang="zh-CN" altLang="en-US" b="1"/>
              <a:t>粗大误差会明显地歪曲客观现象。</a:t>
            </a:r>
            <a:endParaRPr lang="zh-CN" altLang="en-US"/>
          </a:p>
          <a:p>
            <a:pPr marL="365125" indent="-255905" eaLnBrk="1" hangingPunct="1">
              <a:lnSpc>
                <a:spcPct val="90000"/>
              </a:lnSpc>
              <a:buFont typeface="Wingdings 3" panose="05040102010807070707" pitchFamily="18" charset="2"/>
              <a:buChar char=""/>
              <a:defRPr/>
            </a:pPr>
            <a:endParaRPr lang="zh-CN" altLang="zh-CN" sz="3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box(in)">
                                      <p:cBhvr>
                                        <p:cTn id="7" dur="500"/>
                                        <p:tgtEl>
                                          <p:spTgt spid="1843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8435">
                                            <p:txEl>
                                              <p:pRg st="2" end="2"/>
                                            </p:txEl>
                                          </p:spTgt>
                                        </p:tgtEl>
                                        <p:attrNameLst>
                                          <p:attrName>style.visibility</p:attrName>
                                        </p:attrNameLst>
                                      </p:cBhvr>
                                      <p:to>
                                        <p:strVal val="visible"/>
                                      </p:to>
                                    </p:set>
                                    <p:animEffect transition="in" filter="box(in)">
                                      <p:cBhvr>
                                        <p:cTn id="10" dur="500"/>
                                        <p:tgtEl>
                                          <p:spTgt spid="18435">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animEffect transition="in" filter="box(in)">
                                      <p:cBhvr>
                                        <p:cTn id="15" dur="500"/>
                                        <p:tgtEl>
                                          <p:spTgt spid="18435">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18435">
                                            <p:txEl>
                                              <p:pRg st="4" end="4"/>
                                            </p:txEl>
                                          </p:spTgt>
                                        </p:tgtEl>
                                        <p:attrNameLst>
                                          <p:attrName>style.visibility</p:attrName>
                                        </p:attrNameLst>
                                      </p:cBhvr>
                                      <p:to>
                                        <p:strVal val="visible"/>
                                      </p:to>
                                    </p:set>
                                    <p:animEffect transition="in" filter="box(in)">
                                      <p:cBhvr>
                                        <p:cTn id="20" dur="500"/>
                                        <p:tgtEl>
                                          <p:spTgt spid="18435">
                                            <p:txEl>
                                              <p:pRg st="4" end="4"/>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18435">
                                            <p:txEl>
                                              <p:pRg st="5" end="5"/>
                                            </p:txEl>
                                          </p:spTgt>
                                        </p:tgtEl>
                                        <p:attrNameLst>
                                          <p:attrName>style.visibility</p:attrName>
                                        </p:attrNameLst>
                                      </p:cBhvr>
                                      <p:to>
                                        <p:strVal val="visible"/>
                                      </p:to>
                                    </p:set>
                                    <p:animEffect transition="in" filter="box(in)">
                                      <p:cBhvr>
                                        <p:cTn id="23" dur="500"/>
                                        <p:tgtEl>
                                          <p:spTgt spid="184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03D7F4BC-6982-345B-0227-2189608A2061}"/>
              </a:ext>
            </a:extLst>
          </p:cNvPr>
          <p:cNvSpPr>
            <a:spLocks noChangeArrowheads="1"/>
          </p:cNvSpPr>
          <p:nvPr/>
        </p:nvSpPr>
        <p:spPr bwMode="auto">
          <a:xfrm>
            <a:off x="420688" y="333375"/>
            <a:ext cx="8302625" cy="6016625"/>
          </a:xfrm>
          <a:prstGeom prst="rect">
            <a:avLst/>
          </a:prstGeom>
          <a:noFill/>
          <a:ln w="9525">
            <a:noFill/>
            <a:miter lim="800000"/>
          </a:ln>
          <a:effectLst/>
        </p:spPr>
        <p:txBody>
          <a:bodyPr>
            <a:spAutoFit/>
          </a:bodyPr>
          <a:lstStyle/>
          <a:p>
            <a:pPr eaLnBrk="1" hangingPunct="1">
              <a:lnSpc>
                <a:spcPct val="150000"/>
              </a:lnSpc>
              <a:buFont typeface="Arial" panose="020B0604020202020204" pitchFamily="34" charset="0"/>
              <a:buNone/>
              <a:defRPr/>
            </a:pPr>
            <a:r>
              <a:rPr lang="en-US" altLang="zh-CN" sz="3600" dirty="0">
                <a:solidFill>
                  <a:srgbClr val="FF0000"/>
                </a:solidFill>
                <a:ea typeface="宋体" panose="02010600030101010101" pitchFamily="2" charset="-122"/>
                <a:cs typeface="+mn-cs"/>
              </a:rPr>
              <a:t>4,</a:t>
            </a:r>
            <a:r>
              <a:rPr lang="zh-CN" altLang="en-US" sz="3600" dirty="0">
                <a:solidFill>
                  <a:srgbClr val="FF0000"/>
                </a:solidFill>
                <a:ea typeface="宋体" panose="02010600030101010101" pitchFamily="2" charset="-122"/>
                <a:cs typeface="+mn-cs"/>
              </a:rPr>
              <a:t>测量的精密度、准确度和精确度</a:t>
            </a:r>
            <a:br>
              <a:rPr lang="zh-CN" altLang="en-US" sz="3600" b="0" dirty="0">
                <a:solidFill>
                  <a:schemeClr val="tx2"/>
                </a:solidFill>
                <a:ea typeface="宋体" panose="02010600030101010101" pitchFamily="2" charset="-122"/>
                <a:cs typeface="+mn-cs"/>
              </a:rPr>
            </a:br>
            <a:r>
              <a:rPr lang="zh-CN" altLang="en-US" sz="2800" dirty="0">
                <a:solidFill>
                  <a:srgbClr val="FF0000"/>
                </a:solidFill>
                <a:effectLst>
                  <a:outerShdw blurRad="38100" dist="38100" dir="2700000" algn="tl">
                    <a:srgbClr val="C0C0C0"/>
                  </a:outerShdw>
                </a:effectLst>
                <a:ea typeface="宋体" panose="02010600030101010101" pitchFamily="2" charset="-122"/>
                <a:cs typeface="+mn-cs"/>
              </a:rPr>
              <a:t>（</a:t>
            </a:r>
            <a:r>
              <a:rPr lang="en-US" altLang="zh-CN" sz="2800" dirty="0">
                <a:solidFill>
                  <a:srgbClr val="FF0000"/>
                </a:solidFill>
                <a:effectLst>
                  <a:outerShdw blurRad="38100" dist="38100" dir="2700000" algn="tl">
                    <a:srgbClr val="C0C0C0"/>
                  </a:outerShdw>
                </a:effectLst>
                <a:ea typeface="宋体" panose="02010600030101010101" pitchFamily="2" charset="-122"/>
                <a:cs typeface="+mn-cs"/>
              </a:rPr>
              <a:t>1</a:t>
            </a:r>
            <a:r>
              <a:rPr lang="zh-CN" altLang="en-US" sz="2800" dirty="0">
                <a:solidFill>
                  <a:srgbClr val="FF0000"/>
                </a:solidFill>
                <a:effectLst>
                  <a:outerShdw blurRad="38100" dist="38100" dir="2700000" algn="tl">
                    <a:srgbClr val="C0C0C0"/>
                  </a:outerShdw>
                </a:effectLst>
                <a:ea typeface="宋体" panose="02010600030101010101" pitchFamily="2" charset="-122"/>
                <a:cs typeface="+mn-cs"/>
              </a:rPr>
              <a:t>）精密度：</a:t>
            </a:r>
            <a:r>
              <a:rPr lang="zh-CN" altLang="en-US" sz="2800" dirty="0">
                <a:ea typeface="宋体" panose="02010600030101010101" pitchFamily="2" charset="-122"/>
                <a:cs typeface="+mn-cs"/>
              </a:rPr>
              <a:t>表示测量结果中随机误差的大小程度。</a:t>
            </a:r>
            <a:br>
              <a:rPr lang="zh-CN" altLang="en-US" sz="2800" dirty="0">
                <a:ea typeface="宋体" panose="02010600030101010101" pitchFamily="2" charset="-122"/>
                <a:cs typeface="+mn-cs"/>
              </a:rPr>
            </a:br>
            <a:r>
              <a:rPr lang="zh-CN" altLang="en-US" sz="2800" dirty="0">
                <a:ea typeface="宋体" panose="02010600030101010101" pitchFamily="2" charset="-122"/>
                <a:cs typeface="+mn-cs"/>
              </a:rPr>
              <a:t>精密度高，即测量数据的重复性好、随机误差小</a:t>
            </a:r>
            <a:r>
              <a:rPr lang="zh-CN" altLang="en-US" sz="2800" dirty="0">
                <a:solidFill>
                  <a:srgbClr val="CC0000"/>
                </a:solidFill>
                <a:ea typeface="宋体" panose="02010600030101010101" pitchFamily="2" charset="-122"/>
                <a:cs typeface="+mn-cs"/>
              </a:rPr>
              <a:t>。</a:t>
            </a:r>
            <a:br>
              <a:rPr lang="zh-CN" altLang="en-US" sz="2800" dirty="0">
                <a:solidFill>
                  <a:srgbClr val="CC0000"/>
                </a:solidFill>
                <a:ea typeface="宋体" panose="02010600030101010101" pitchFamily="2" charset="-122"/>
                <a:cs typeface="+mn-cs"/>
              </a:rPr>
            </a:br>
            <a:r>
              <a:rPr lang="zh-CN" altLang="en-US" sz="2800" dirty="0">
                <a:solidFill>
                  <a:srgbClr val="FF0000"/>
                </a:solidFill>
                <a:effectLst>
                  <a:outerShdw blurRad="38100" dist="38100" dir="2700000" algn="tl">
                    <a:srgbClr val="C0C0C0"/>
                  </a:outerShdw>
                </a:effectLst>
                <a:ea typeface="宋体" panose="02010600030101010101" pitchFamily="2" charset="-122"/>
                <a:cs typeface="+mn-cs"/>
              </a:rPr>
              <a:t>（</a:t>
            </a:r>
            <a:r>
              <a:rPr lang="en-US" altLang="zh-CN" sz="2800" dirty="0">
                <a:solidFill>
                  <a:srgbClr val="FF0000"/>
                </a:solidFill>
                <a:effectLst>
                  <a:outerShdw blurRad="38100" dist="38100" dir="2700000" algn="tl">
                    <a:srgbClr val="C0C0C0"/>
                  </a:outerShdw>
                </a:effectLst>
                <a:ea typeface="宋体" panose="02010600030101010101" pitchFamily="2" charset="-122"/>
                <a:cs typeface="+mn-cs"/>
              </a:rPr>
              <a:t>2</a:t>
            </a:r>
            <a:r>
              <a:rPr lang="zh-CN" altLang="en-US" sz="2800" dirty="0">
                <a:solidFill>
                  <a:srgbClr val="FF0000"/>
                </a:solidFill>
                <a:effectLst>
                  <a:outerShdw blurRad="38100" dist="38100" dir="2700000" algn="tl">
                    <a:srgbClr val="C0C0C0"/>
                  </a:outerShdw>
                </a:effectLst>
                <a:ea typeface="宋体" panose="02010600030101010101" pitchFamily="2" charset="-122"/>
                <a:cs typeface="+mn-cs"/>
              </a:rPr>
              <a:t>）准确度：</a:t>
            </a:r>
            <a:r>
              <a:rPr lang="zh-CN" altLang="en-US" sz="2800" dirty="0">
                <a:ea typeface="宋体" panose="02010600030101010101" pitchFamily="2" charset="-122"/>
                <a:cs typeface="+mn-cs"/>
              </a:rPr>
              <a:t>表示测量结果中系统误差的大小程度。</a:t>
            </a:r>
            <a:br>
              <a:rPr lang="zh-CN" altLang="en-US" sz="2800" dirty="0">
                <a:ea typeface="宋体" panose="02010600030101010101" pitchFamily="2" charset="-122"/>
                <a:cs typeface="+mn-cs"/>
              </a:rPr>
            </a:br>
            <a:r>
              <a:rPr lang="zh-CN" altLang="en-US" sz="2800" dirty="0">
                <a:ea typeface="宋体" panose="02010600030101010101" pitchFamily="2" charset="-122"/>
                <a:cs typeface="+mn-cs"/>
              </a:rPr>
              <a:t>准确度高，即测量结果接近真值的程度好、系统误差小。</a:t>
            </a:r>
            <a:br>
              <a:rPr lang="zh-CN" altLang="en-US" sz="2800" dirty="0">
                <a:ea typeface="宋体" panose="02010600030101010101" pitchFamily="2" charset="-122"/>
                <a:cs typeface="+mn-cs"/>
              </a:rPr>
            </a:br>
            <a:r>
              <a:rPr lang="zh-CN" altLang="en-US" sz="2800" dirty="0">
                <a:solidFill>
                  <a:srgbClr val="FF0000"/>
                </a:solidFill>
                <a:effectLst>
                  <a:outerShdw blurRad="38100" dist="38100" dir="2700000" algn="tl">
                    <a:srgbClr val="C0C0C0"/>
                  </a:outerShdw>
                </a:effectLst>
                <a:ea typeface="宋体" panose="02010600030101010101" pitchFamily="2" charset="-122"/>
                <a:cs typeface="+mn-cs"/>
              </a:rPr>
              <a:t>（</a:t>
            </a:r>
            <a:r>
              <a:rPr lang="en-US" altLang="zh-CN" sz="2800" dirty="0">
                <a:solidFill>
                  <a:srgbClr val="FF0000"/>
                </a:solidFill>
                <a:effectLst>
                  <a:outerShdw blurRad="38100" dist="38100" dir="2700000" algn="tl">
                    <a:srgbClr val="C0C0C0"/>
                  </a:outerShdw>
                </a:effectLst>
                <a:ea typeface="宋体" panose="02010600030101010101" pitchFamily="2" charset="-122"/>
                <a:cs typeface="+mn-cs"/>
              </a:rPr>
              <a:t>3</a:t>
            </a:r>
            <a:r>
              <a:rPr lang="zh-CN" altLang="en-US" sz="2800" dirty="0">
                <a:solidFill>
                  <a:srgbClr val="FF0000"/>
                </a:solidFill>
                <a:effectLst>
                  <a:outerShdw blurRad="38100" dist="38100" dir="2700000" algn="tl">
                    <a:srgbClr val="C0C0C0"/>
                  </a:outerShdw>
                </a:effectLst>
                <a:ea typeface="宋体" panose="02010600030101010101" pitchFamily="2" charset="-122"/>
                <a:cs typeface="+mn-cs"/>
              </a:rPr>
              <a:t>）精确度：</a:t>
            </a:r>
            <a:r>
              <a:rPr lang="zh-CN" altLang="en-US" sz="2800" dirty="0">
                <a:ea typeface="宋体" panose="02010600030101010101" pitchFamily="2" charset="-122"/>
                <a:cs typeface="+mn-cs"/>
              </a:rPr>
              <a:t>表示测量结果中随机误差和系统误差的综合。</a:t>
            </a:r>
            <a:br>
              <a:rPr lang="zh-CN" altLang="en-US" sz="2800" b="0" dirty="0">
                <a:ea typeface="宋体" panose="02010600030101010101" pitchFamily="2" charset="-122"/>
                <a:cs typeface="+mn-cs"/>
              </a:rPr>
            </a:br>
            <a:endParaRPr lang="zh-CN" altLang="en-US" sz="2800" b="0" dirty="0">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1488641F-6D97-3AFC-38F8-FC5FD2B8EED3}"/>
              </a:ext>
            </a:extLst>
          </p:cNvPr>
          <p:cNvSpPr>
            <a:spLocks noChangeArrowheads="1"/>
          </p:cNvSpPr>
          <p:nvPr/>
        </p:nvSpPr>
        <p:spPr bwMode="auto">
          <a:xfrm>
            <a:off x="685800" y="609600"/>
            <a:ext cx="7772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just" eaLnBrk="1" hangingPunct="1">
              <a:spcBef>
                <a:spcPct val="0"/>
              </a:spcBef>
              <a:buClrTx/>
              <a:buSzTx/>
              <a:buFont typeface="Arial" panose="020B0604020202020204" pitchFamily="34" charset="0"/>
              <a:buNone/>
            </a:pPr>
            <a:r>
              <a:rPr lang="zh-CN" altLang="zh-CN" sz="4400" b="0">
                <a:solidFill>
                  <a:schemeClr val="tx2"/>
                </a:solidFill>
                <a:latin typeface="Times New Roman" panose="02020603050405020304" pitchFamily="18" charset="0"/>
                <a:ea typeface="宋体" panose="02010600030101010101" pitchFamily="2" charset="-122"/>
              </a:rPr>
              <a:t> </a:t>
            </a:r>
          </a:p>
        </p:txBody>
      </p:sp>
      <p:sp>
        <p:nvSpPr>
          <p:cNvPr id="40963" name="Rectangle 3">
            <a:extLst>
              <a:ext uri="{FF2B5EF4-FFF2-40B4-BE49-F238E27FC236}">
                <a16:creationId xmlns:a16="http://schemas.microsoft.com/office/drawing/2014/main" id="{D6FB99F4-26EB-2A5B-EAFB-764216FE87BD}"/>
              </a:ext>
            </a:extLst>
          </p:cNvPr>
          <p:cNvSpPr>
            <a:spLocks noChangeArrowheads="1"/>
          </p:cNvSpPr>
          <p:nvPr/>
        </p:nvSpPr>
        <p:spPr bwMode="auto">
          <a:xfrm>
            <a:off x="342900" y="381000"/>
            <a:ext cx="84582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just" eaLnBrk="1" hangingPunct="1">
              <a:buClrTx/>
              <a:buSzTx/>
              <a:buFontTx/>
              <a:buChar char="•"/>
            </a:pPr>
            <a:r>
              <a:rPr lang="zh-CN" altLang="en-US" sz="2800">
                <a:latin typeface="楷体_GB2312"/>
                <a:ea typeface="楷体_GB2312"/>
              </a:rPr>
              <a:t>以打靶为例来比较说明精密度、准确度、精确度三者之间的关系。图中靶心为射击目标，相当于</a:t>
            </a:r>
            <a:r>
              <a:rPr lang="zh-CN" altLang="en-US" sz="2800">
                <a:solidFill>
                  <a:srgbClr val="FF0000"/>
                </a:solidFill>
                <a:latin typeface="楷体_GB2312"/>
                <a:ea typeface="楷体_GB2312"/>
              </a:rPr>
              <a:t>真值</a:t>
            </a:r>
            <a:r>
              <a:rPr lang="zh-CN" altLang="en-US" sz="2800">
                <a:latin typeface="楷体_GB2312"/>
                <a:ea typeface="楷体_GB2312"/>
              </a:rPr>
              <a:t>，每次</a:t>
            </a:r>
            <a:r>
              <a:rPr lang="zh-CN" altLang="en-US" sz="2800">
                <a:solidFill>
                  <a:srgbClr val="FF0000"/>
                </a:solidFill>
                <a:latin typeface="楷体_GB2312"/>
                <a:ea typeface="楷体_GB2312"/>
              </a:rPr>
              <a:t>测量</a:t>
            </a:r>
            <a:r>
              <a:rPr lang="zh-CN" altLang="en-US" sz="2800">
                <a:latin typeface="楷体_GB2312"/>
                <a:ea typeface="楷体_GB2312"/>
              </a:rPr>
              <a:t>相当于一次射击。</a:t>
            </a:r>
          </a:p>
          <a:p>
            <a:pPr algn="just" eaLnBrk="1" hangingPunct="1">
              <a:buClrTx/>
              <a:buSzTx/>
              <a:buFontTx/>
              <a:buChar char="•"/>
            </a:pPr>
            <a:endParaRPr lang="zh-CN" altLang="en-US">
              <a:latin typeface="楷体_GB2312"/>
              <a:ea typeface="楷体_GB2312"/>
            </a:endParaRPr>
          </a:p>
          <a:p>
            <a:pPr algn="just" eaLnBrk="1" hangingPunct="1">
              <a:buClrTx/>
              <a:buSzTx/>
              <a:buFontTx/>
              <a:buChar char="•"/>
            </a:pPr>
            <a:endParaRPr lang="zh-CN" altLang="en-US">
              <a:latin typeface="楷体_GB2312"/>
              <a:ea typeface="楷体_GB2312"/>
            </a:endParaRPr>
          </a:p>
          <a:p>
            <a:pPr algn="just" eaLnBrk="1" hangingPunct="1">
              <a:buClrTx/>
              <a:buSzTx/>
              <a:buFontTx/>
              <a:buChar char="•"/>
            </a:pPr>
            <a:endParaRPr lang="zh-CN" altLang="en-US">
              <a:latin typeface="楷体_GB2312"/>
              <a:ea typeface="楷体_GB2312"/>
            </a:endParaRPr>
          </a:p>
          <a:p>
            <a:pPr algn="just" eaLnBrk="1" hangingPunct="1">
              <a:buClrTx/>
              <a:buSzTx/>
              <a:buFontTx/>
              <a:buChar char="•"/>
            </a:pPr>
            <a:endParaRPr lang="zh-CN" altLang="en-US">
              <a:latin typeface="楷体_GB2312"/>
              <a:ea typeface="楷体_GB2312"/>
            </a:endParaRPr>
          </a:p>
          <a:p>
            <a:pPr algn="just" eaLnBrk="1" hangingPunct="1">
              <a:buClrTx/>
              <a:buSzTx/>
              <a:buFontTx/>
              <a:buChar char="•"/>
            </a:pPr>
            <a:r>
              <a:rPr lang="zh-CN" altLang="en-US" sz="2000">
                <a:latin typeface="楷体_GB2312"/>
                <a:ea typeface="楷体_GB2312"/>
              </a:rPr>
              <a:t>（</a:t>
            </a:r>
            <a:r>
              <a:rPr lang="zh-CN" altLang="zh-CN" sz="2000">
                <a:latin typeface="楷体_GB2312"/>
                <a:ea typeface="楷体_GB2312"/>
              </a:rPr>
              <a:t>a</a:t>
            </a:r>
            <a:r>
              <a:rPr lang="zh-CN" altLang="en-US" sz="2000">
                <a:latin typeface="楷体_GB2312"/>
                <a:ea typeface="楷体_GB2312"/>
              </a:rPr>
              <a:t>）准确度高、      （</a:t>
            </a:r>
            <a:r>
              <a:rPr lang="zh-CN" altLang="zh-CN" sz="2000">
                <a:latin typeface="楷体_GB2312"/>
                <a:ea typeface="楷体_GB2312"/>
              </a:rPr>
              <a:t>b</a:t>
            </a:r>
            <a:r>
              <a:rPr lang="zh-CN" altLang="en-US" sz="2000">
                <a:latin typeface="楷体_GB2312"/>
                <a:ea typeface="楷体_GB2312"/>
              </a:rPr>
              <a:t>）精密度高、     （</a:t>
            </a:r>
            <a:r>
              <a:rPr lang="zh-CN" altLang="zh-CN" sz="2000">
                <a:latin typeface="楷体_GB2312"/>
                <a:ea typeface="楷体_GB2312"/>
              </a:rPr>
              <a:t>c</a:t>
            </a:r>
            <a:r>
              <a:rPr lang="zh-CN" altLang="en-US" sz="2000">
                <a:latin typeface="楷体_GB2312"/>
                <a:ea typeface="楷体_GB2312"/>
              </a:rPr>
              <a:t>）精密度、</a:t>
            </a:r>
          </a:p>
          <a:p>
            <a:pPr algn="just" eaLnBrk="1" hangingPunct="1">
              <a:buClrTx/>
              <a:buSzTx/>
              <a:buFont typeface="Arial" panose="020B0604020202020204" pitchFamily="34" charset="0"/>
              <a:buNone/>
            </a:pPr>
            <a:r>
              <a:rPr lang="zh-CN" altLang="zh-CN" sz="2000">
                <a:latin typeface="楷体_GB2312"/>
                <a:ea typeface="楷体_GB2312"/>
              </a:rPr>
              <a:t>       </a:t>
            </a:r>
            <a:r>
              <a:rPr lang="zh-CN" altLang="en-US" sz="2000">
                <a:latin typeface="楷体_GB2312"/>
                <a:ea typeface="楷体_GB2312"/>
              </a:rPr>
              <a:t>精密度低              准确度低          准确度均高      </a:t>
            </a:r>
          </a:p>
          <a:p>
            <a:pPr algn="just" eaLnBrk="1" hangingPunct="1">
              <a:buClrTx/>
              <a:buSzTx/>
              <a:buFont typeface="Arial" panose="020B0604020202020204" pitchFamily="34" charset="0"/>
              <a:buNone/>
            </a:pPr>
            <a:r>
              <a:rPr lang="zh-CN" altLang="zh-CN" sz="2000">
                <a:latin typeface="楷体_GB2312"/>
                <a:ea typeface="楷体_GB2312"/>
              </a:rPr>
              <a:t>  </a:t>
            </a:r>
            <a:r>
              <a:rPr lang="zh-CN" altLang="en-US" sz="2000">
                <a:latin typeface="楷体_GB2312"/>
                <a:ea typeface="楷体_GB2312"/>
              </a:rPr>
              <a:t>    </a:t>
            </a:r>
            <a:r>
              <a:rPr lang="zh-CN" altLang="en-US" sz="2400">
                <a:solidFill>
                  <a:srgbClr val="FF0000"/>
                </a:solidFill>
                <a:latin typeface="楷体_GB2312"/>
                <a:ea typeface="楷体_GB2312"/>
              </a:rPr>
              <a:t>偶然误差大      系统误差大   </a:t>
            </a:r>
            <a:r>
              <a:rPr lang="en-US" altLang="zh-CN" sz="2400">
                <a:solidFill>
                  <a:srgbClr val="FF0000"/>
                </a:solidFill>
                <a:latin typeface="楷体_GB2312"/>
                <a:ea typeface="楷体_GB2312"/>
              </a:rPr>
              <a:t>    </a:t>
            </a:r>
            <a:r>
              <a:rPr lang="zh-CN" altLang="en-US" sz="2400">
                <a:solidFill>
                  <a:srgbClr val="FF0000"/>
                </a:solidFill>
                <a:latin typeface="楷体_GB2312"/>
                <a:ea typeface="楷体_GB2312"/>
              </a:rPr>
              <a:t>偶然误差、</a:t>
            </a:r>
          </a:p>
          <a:p>
            <a:pPr algn="just" eaLnBrk="1" hangingPunct="1">
              <a:buClrTx/>
              <a:buSzTx/>
              <a:buFont typeface="Arial" panose="020B0604020202020204" pitchFamily="34" charset="0"/>
              <a:buNone/>
            </a:pPr>
            <a:r>
              <a:rPr lang="zh-CN" altLang="zh-CN" sz="2400">
                <a:solidFill>
                  <a:srgbClr val="FF0000"/>
                </a:solidFill>
                <a:latin typeface="楷体_GB2312"/>
                <a:ea typeface="楷体_GB2312"/>
              </a:rPr>
              <a:t>                                      </a:t>
            </a:r>
            <a:r>
              <a:rPr lang="zh-CN" altLang="en-US" sz="2400">
                <a:solidFill>
                  <a:srgbClr val="FF0000"/>
                </a:solidFill>
                <a:latin typeface="楷体_GB2312"/>
                <a:ea typeface="楷体_GB2312"/>
              </a:rPr>
              <a:t>系统误差都小</a:t>
            </a:r>
          </a:p>
          <a:p>
            <a:pPr algn="just" eaLnBrk="1" hangingPunct="1">
              <a:buClrTx/>
              <a:buSzTx/>
              <a:buFont typeface="Arial" panose="020B0604020202020204" pitchFamily="34" charset="0"/>
              <a:buNone/>
            </a:pPr>
            <a:endParaRPr lang="zh-CN" altLang="zh-CN" sz="2400">
              <a:latin typeface="楷体_GB2312"/>
              <a:ea typeface="楷体_GB2312"/>
            </a:endParaRPr>
          </a:p>
          <a:p>
            <a:pPr algn="just" eaLnBrk="1" hangingPunct="1">
              <a:buClrTx/>
              <a:buSzTx/>
              <a:buFont typeface="Arial" panose="020B0604020202020204" pitchFamily="34" charset="0"/>
              <a:buNone/>
            </a:pPr>
            <a:endParaRPr lang="zh-CN" altLang="zh-CN" sz="2400">
              <a:solidFill>
                <a:srgbClr val="FF0000"/>
              </a:solidFill>
              <a:latin typeface="楷体_GB2312"/>
              <a:ea typeface="楷体_GB2312"/>
            </a:endParaRPr>
          </a:p>
        </p:txBody>
      </p:sp>
      <p:graphicFrame>
        <p:nvGraphicFramePr>
          <p:cNvPr id="40964" name="Object 4">
            <a:extLst>
              <a:ext uri="{FF2B5EF4-FFF2-40B4-BE49-F238E27FC236}">
                <a16:creationId xmlns:a16="http://schemas.microsoft.com/office/drawing/2014/main" id="{856E832C-F958-1035-B23C-2EA134E0EBC6}"/>
              </a:ext>
            </a:extLst>
          </p:cNvPr>
          <p:cNvGraphicFramePr>
            <a:graphicFrameLocks noChangeAspect="1"/>
          </p:cNvGraphicFramePr>
          <p:nvPr/>
        </p:nvGraphicFramePr>
        <p:xfrm>
          <a:off x="1116013" y="1700213"/>
          <a:ext cx="7854950" cy="2438400"/>
        </p:xfrm>
        <a:graphic>
          <a:graphicData uri="http://schemas.openxmlformats.org/presentationml/2006/ole">
            <mc:AlternateContent xmlns:mc="http://schemas.openxmlformats.org/markup-compatibility/2006">
              <mc:Choice xmlns:v="urn:schemas-microsoft-com:vml" Requires="v">
                <p:oleObj r:id="rId2" imgW="5971429" imgH="1971950" progId="">
                  <p:embed/>
                </p:oleObj>
              </mc:Choice>
              <mc:Fallback>
                <p:oleObj r:id="rId2" imgW="5971429" imgH="1971950" progId="">
                  <p:embed/>
                  <p:pic>
                    <p:nvPicPr>
                      <p:cNvPr id="0" name="Object 4"/>
                      <p:cNvPicPr>
                        <a:picLocks noChangeAspect="1" noChangeArrowheads="1"/>
                      </p:cNvPicPr>
                      <p:nvPr/>
                    </p:nvPicPr>
                    <p:blipFill>
                      <a:blip r:embed="rId3">
                        <a:clrChange>
                          <a:clrFrom>
                            <a:srgbClr val="FFFFFF"/>
                          </a:clrFrom>
                          <a:clrTo>
                            <a:srgbClr val="FFFFFF">
                              <a:alpha val="0"/>
                            </a:srgbClr>
                          </a:clrTo>
                        </a:clrChange>
                        <a:lum bright="-30000" contrast="82000"/>
                        <a:extLst>
                          <a:ext uri="{28A0092B-C50C-407E-A947-70E740481C1C}">
                            <a14:useLocalDpi xmlns:a14="http://schemas.microsoft.com/office/drawing/2010/main" val="0"/>
                          </a:ext>
                        </a:extLst>
                      </a:blip>
                      <a:srcRect/>
                      <a:stretch>
                        <a:fillRect/>
                      </a:stretch>
                    </p:blipFill>
                    <p:spPr bwMode="auto">
                      <a:xfrm>
                        <a:off x="1116013" y="1700213"/>
                        <a:ext cx="78549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Line 2">
            <a:extLst>
              <a:ext uri="{FF2B5EF4-FFF2-40B4-BE49-F238E27FC236}">
                <a16:creationId xmlns:a16="http://schemas.microsoft.com/office/drawing/2014/main" id="{1723E0B8-A726-8CD8-5929-D3DDD7B6FB92}"/>
              </a:ext>
            </a:extLst>
          </p:cNvPr>
          <p:cNvSpPr>
            <a:spLocks noChangeShapeType="1"/>
          </p:cNvSpPr>
          <p:nvPr/>
        </p:nvSpPr>
        <p:spPr bwMode="auto">
          <a:xfrm>
            <a:off x="2514600" y="2743200"/>
            <a:ext cx="3733800" cy="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87" name="Line 3">
            <a:extLst>
              <a:ext uri="{FF2B5EF4-FFF2-40B4-BE49-F238E27FC236}">
                <a16:creationId xmlns:a16="http://schemas.microsoft.com/office/drawing/2014/main" id="{D60117FA-FD65-6694-516E-840E7D062E63}"/>
              </a:ext>
            </a:extLst>
          </p:cNvPr>
          <p:cNvSpPr>
            <a:spLocks noChangeShapeType="1"/>
          </p:cNvSpPr>
          <p:nvPr/>
        </p:nvSpPr>
        <p:spPr bwMode="auto">
          <a:xfrm>
            <a:off x="4419600" y="2743200"/>
            <a:ext cx="0" cy="2057400"/>
          </a:xfrm>
          <a:prstGeom prst="line">
            <a:avLst/>
          </a:prstGeom>
          <a:noFill/>
          <a:ln w="1016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88" name="Line 4">
            <a:extLst>
              <a:ext uri="{FF2B5EF4-FFF2-40B4-BE49-F238E27FC236}">
                <a16:creationId xmlns:a16="http://schemas.microsoft.com/office/drawing/2014/main" id="{5AB3E92E-39B0-A828-DFE2-42230633308B}"/>
              </a:ext>
            </a:extLst>
          </p:cNvPr>
          <p:cNvSpPr>
            <a:spLocks noChangeShapeType="1"/>
          </p:cNvSpPr>
          <p:nvPr/>
        </p:nvSpPr>
        <p:spPr bwMode="auto">
          <a:xfrm>
            <a:off x="3962400" y="4800600"/>
            <a:ext cx="914400"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89" name="Line 5">
            <a:extLst>
              <a:ext uri="{FF2B5EF4-FFF2-40B4-BE49-F238E27FC236}">
                <a16:creationId xmlns:a16="http://schemas.microsoft.com/office/drawing/2014/main" id="{E2441F94-7AF4-D617-89C9-4457B4F34113}"/>
              </a:ext>
            </a:extLst>
          </p:cNvPr>
          <p:cNvSpPr>
            <a:spLocks noChangeShapeType="1"/>
          </p:cNvSpPr>
          <p:nvPr/>
        </p:nvSpPr>
        <p:spPr bwMode="auto">
          <a:xfrm>
            <a:off x="4427538" y="4724400"/>
            <a:ext cx="1219200" cy="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90" name="Line 6">
            <a:extLst>
              <a:ext uri="{FF2B5EF4-FFF2-40B4-BE49-F238E27FC236}">
                <a16:creationId xmlns:a16="http://schemas.microsoft.com/office/drawing/2014/main" id="{E03628F4-E7D0-6C84-EC97-86AA1D7CD031}"/>
              </a:ext>
            </a:extLst>
          </p:cNvPr>
          <p:cNvSpPr>
            <a:spLocks noChangeShapeType="1"/>
          </p:cNvSpPr>
          <p:nvPr/>
        </p:nvSpPr>
        <p:spPr bwMode="auto">
          <a:xfrm>
            <a:off x="3581400" y="4953000"/>
            <a:ext cx="1676400" cy="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91" name="Line 7">
            <a:extLst>
              <a:ext uri="{FF2B5EF4-FFF2-40B4-BE49-F238E27FC236}">
                <a16:creationId xmlns:a16="http://schemas.microsoft.com/office/drawing/2014/main" id="{755264B6-59E9-0123-9D1E-E037F96FFD4B}"/>
              </a:ext>
            </a:extLst>
          </p:cNvPr>
          <p:cNvSpPr>
            <a:spLocks noChangeShapeType="1"/>
          </p:cNvSpPr>
          <p:nvPr/>
        </p:nvSpPr>
        <p:spPr bwMode="auto">
          <a:xfrm>
            <a:off x="2514600" y="2743200"/>
            <a:ext cx="0" cy="13716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92" name="Line 8">
            <a:extLst>
              <a:ext uri="{FF2B5EF4-FFF2-40B4-BE49-F238E27FC236}">
                <a16:creationId xmlns:a16="http://schemas.microsoft.com/office/drawing/2014/main" id="{C4A7813B-43A5-E995-776F-F4161380BB54}"/>
              </a:ext>
            </a:extLst>
          </p:cNvPr>
          <p:cNvSpPr>
            <a:spLocks noChangeShapeType="1"/>
          </p:cNvSpPr>
          <p:nvPr/>
        </p:nvSpPr>
        <p:spPr bwMode="auto">
          <a:xfrm>
            <a:off x="6248400" y="2743200"/>
            <a:ext cx="0" cy="13716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93" name="Line 9">
            <a:extLst>
              <a:ext uri="{FF2B5EF4-FFF2-40B4-BE49-F238E27FC236}">
                <a16:creationId xmlns:a16="http://schemas.microsoft.com/office/drawing/2014/main" id="{C194E5DC-DF36-8050-0A90-9A22693BD521}"/>
              </a:ext>
            </a:extLst>
          </p:cNvPr>
          <p:cNvSpPr>
            <a:spLocks noChangeShapeType="1"/>
          </p:cNvSpPr>
          <p:nvPr/>
        </p:nvSpPr>
        <p:spPr bwMode="auto">
          <a:xfrm>
            <a:off x="2133600" y="4143375"/>
            <a:ext cx="762000"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94" name="Line 10">
            <a:extLst>
              <a:ext uri="{FF2B5EF4-FFF2-40B4-BE49-F238E27FC236}">
                <a16:creationId xmlns:a16="http://schemas.microsoft.com/office/drawing/2014/main" id="{0AB16796-2A68-53E9-4A28-AF345331FE3B}"/>
              </a:ext>
            </a:extLst>
          </p:cNvPr>
          <p:cNvSpPr>
            <a:spLocks noChangeShapeType="1"/>
          </p:cNvSpPr>
          <p:nvPr/>
        </p:nvSpPr>
        <p:spPr bwMode="auto">
          <a:xfrm>
            <a:off x="5867400" y="4143375"/>
            <a:ext cx="762000"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95" name="Line 11">
            <a:extLst>
              <a:ext uri="{FF2B5EF4-FFF2-40B4-BE49-F238E27FC236}">
                <a16:creationId xmlns:a16="http://schemas.microsoft.com/office/drawing/2014/main" id="{C33EC880-E24F-B3C9-EFAB-D51035D60ECC}"/>
              </a:ext>
            </a:extLst>
          </p:cNvPr>
          <p:cNvSpPr>
            <a:spLocks noChangeShapeType="1"/>
          </p:cNvSpPr>
          <p:nvPr/>
        </p:nvSpPr>
        <p:spPr bwMode="auto">
          <a:xfrm>
            <a:off x="4876800" y="2743200"/>
            <a:ext cx="0" cy="2057400"/>
          </a:xfrm>
          <a:prstGeom prst="line">
            <a:avLst/>
          </a:prstGeom>
          <a:noFill/>
          <a:ln w="101600">
            <a:solidFill>
              <a:srgbClr val="0000FF"/>
            </a:solidFill>
            <a:prstDash val="dash"/>
            <a:round/>
            <a:headEnd type="stealth" w="med" len="lg"/>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96" name="Line 12">
            <a:extLst>
              <a:ext uri="{FF2B5EF4-FFF2-40B4-BE49-F238E27FC236}">
                <a16:creationId xmlns:a16="http://schemas.microsoft.com/office/drawing/2014/main" id="{388B45CF-46E8-56BB-EEB6-A5BA93ACF735}"/>
              </a:ext>
            </a:extLst>
          </p:cNvPr>
          <p:cNvSpPr>
            <a:spLocks noChangeShapeType="1"/>
          </p:cNvSpPr>
          <p:nvPr/>
        </p:nvSpPr>
        <p:spPr bwMode="auto">
          <a:xfrm>
            <a:off x="5181600" y="4776788"/>
            <a:ext cx="228600" cy="0"/>
          </a:xfrm>
          <a:prstGeom prst="line">
            <a:avLst/>
          </a:prstGeom>
          <a:noFill/>
          <a:ln w="127000">
            <a:solidFill>
              <a:srgbClr val="0000FF"/>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733" name="Rectangle 13">
            <a:extLst>
              <a:ext uri="{FF2B5EF4-FFF2-40B4-BE49-F238E27FC236}">
                <a16:creationId xmlns:a16="http://schemas.microsoft.com/office/drawing/2014/main" id="{BB87D911-A1B6-D990-B72F-EE0D3F8B3493}"/>
              </a:ext>
            </a:extLst>
          </p:cNvPr>
          <p:cNvSpPr>
            <a:spLocks noChangeArrowheads="1"/>
          </p:cNvSpPr>
          <p:nvPr/>
        </p:nvSpPr>
        <p:spPr bwMode="auto">
          <a:xfrm>
            <a:off x="2667000" y="5181600"/>
            <a:ext cx="6019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nSpc>
                <a:spcPct val="110000"/>
              </a:lnSpc>
              <a:spcBef>
                <a:spcPct val="50000"/>
              </a:spcBef>
              <a:buClrTx/>
              <a:buSzTx/>
              <a:buFont typeface="Arial" panose="020B0604020202020204" pitchFamily="34" charset="0"/>
              <a:buNone/>
            </a:pPr>
            <a:r>
              <a:rPr lang="zh-CN" altLang="en-US">
                <a:latin typeface="楷体_GB2312"/>
                <a:ea typeface="楷体_GB2312"/>
              </a:rPr>
              <a:t>天平不等臂所造成的</a:t>
            </a:r>
          </a:p>
          <a:p>
            <a:pPr>
              <a:lnSpc>
                <a:spcPct val="50000"/>
              </a:lnSpc>
              <a:spcBef>
                <a:spcPct val="50000"/>
              </a:spcBef>
              <a:buClrTx/>
              <a:buSzTx/>
              <a:buFont typeface="Arial" panose="020B0604020202020204" pitchFamily="34" charset="0"/>
              <a:buNone/>
            </a:pPr>
            <a:r>
              <a:rPr lang="zh-CN" altLang="en-US">
                <a:latin typeface="楷体_GB2312"/>
                <a:ea typeface="楷体_GB2312"/>
              </a:rPr>
              <a:t>     系统误差</a:t>
            </a:r>
          </a:p>
        </p:txBody>
      </p:sp>
      <p:sp>
        <p:nvSpPr>
          <p:cNvPr id="41998" name="Line 15">
            <a:extLst>
              <a:ext uri="{FF2B5EF4-FFF2-40B4-BE49-F238E27FC236}">
                <a16:creationId xmlns:a16="http://schemas.microsoft.com/office/drawing/2014/main" id="{650BDD23-9AD3-3794-129B-A21F457A8160}"/>
              </a:ext>
            </a:extLst>
          </p:cNvPr>
          <p:cNvSpPr>
            <a:spLocks noChangeShapeType="1"/>
          </p:cNvSpPr>
          <p:nvPr/>
        </p:nvSpPr>
        <p:spPr bwMode="auto">
          <a:xfrm>
            <a:off x="5443538" y="4938713"/>
            <a:ext cx="152400" cy="0"/>
          </a:xfrm>
          <a:prstGeom prst="line">
            <a:avLst/>
          </a:prstGeom>
          <a:noFill/>
          <a:ln w="1270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999" name="Line 16">
            <a:extLst>
              <a:ext uri="{FF2B5EF4-FFF2-40B4-BE49-F238E27FC236}">
                <a16:creationId xmlns:a16="http://schemas.microsoft.com/office/drawing/2014/main" id="{AED84AD7-4874-6CB6-72D7-32B9B6476F46}"/>
              </a:ext>
            </a:extLst>
          </p:cNvPr>
          <p:cNvSpPr>
            <a:spLocks noChangeShapeType="1"/>
          </p:cNvSpPr>
          <p:nvPr/>
        </p:nvSpPr>
        <p:spPr bwMode="auto">
          <a:xfrm>
            <a:off x="5362575" y="4876800"/>
            <a:ext cx="152400" cy="0"/>
          </a:xfrm>
          <a:prstGeom prst="line">
            <a:avLst/>
          </a:prstGeom>
          <a:noFill/>
          <a:ln w="127000">
            <a:solidFill>
              <a:srgbClr val="0000FF"/>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737" name="Text Box 17" descr="花束">
            <a:extLst>
              <a:ext uri="{FF2B5EF4-FFF2-40B4-BE49-F238E27FC236}">
                <a16:creationId xmlns:a16="http://schemas.microsoft.com/office/drawing/2014/main" id="{AB212FDE-58BE-DB1B-FED5-1C5F529323A7}"/>
              </a:ext>
            </a:extLst>
          </p:cNvPr>
          <p:cNvSpPr txBox="1">
            <a:spLocks noChangeArrowheads="1"/>
          </p:cNvSpPr>
          <p:nvPr/>
        </p:nvSpPr>
        <p:spPr bwMode="auto">
          <a:xfrm>
            <a:off x="250825" y="2276475"/>
            <a:ext cx="2051050" cy="592138"/>
          </a:xfrm>
          <a:prstGeom prst="rect">
            <a:avLst/>
          </a:prstGeom>
          <a:solidFill>
            <a:srgbClr val="FFFFFF"/>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a:latin typeface="楷体_GB2312"/>
                <a:ea typeface="楷体_GB2312"/>
              </a:rPr>
              <a:t>仪器误差</a:t>
            </a:r>
            <a:endParaRPr lang="zh-CN" altLang="en-US">
              <a:solidFill>
                <a:srgbClr val="0000FF"/>
              </a:solidFill>
              <a:latin typeface="楷体_GB2312"/>
              <a:ea typeface="楷体_GB2312"/>
            </a:endParaRPr>
          </a:p>
        </p:txBody>
      </p:sp>
      <p:sp>
        <p:nvSpPr>
          <p:cNvPr id="30738" name="Rectangle 18">
            <a:extLst>
              <a:ext uri="{FF2B5EF4-FFF2-40B4-BE49-F238E27FC236}">
                <a16:creationId xmlns:a16="http://schemas.microsoft.com/office/drawing/2014/main" id="{D4EADAE9-62DD-F224-041C-8F7B6D98E452}"/>
              </a:ext>
            </a:extLst>
          </p:cNvPr>
          <p:cNvSpPr>
            <a:spLocks noChangeArrowheads="1"/>
          </p:cNvSpPr>
          <p:nvPr/>
        </p:nvSpPr>
        <p:spPr bwMode="auto">
          <a:xfrm>
            <a:off x="255588" y="188913"/>
            <a:ext cx="3557587" cy="771525"/>
          </a:xfrm>
          <a:prstGeom prst="rect">
            <a:avLst/>
          </a:prstGeom>
          <a:solidFill>
            <a:srgbClr val="00FFFF"/>
          </a:solidFill>
          <a:ln w="9525">
            <a:solidFill>
              <a:schemeClr val="tx1"/>
            </a:solidFill>
            <a:miter lim="800000"/>
          </a:ln>
          <a:effectLst>
            <a:outerShdw dist="107763" dir="2700000" algn="ctr" rotWithShape="0">
              <a:schemeClr val="bg2"/>
            </a:outerShdw>
          </a:effectLst>
        </p:spPr>
        <p:txBody>
          <a:bodyPr wrap="none" anchor="ctr">
            <a:spAutoFit/>
          </a:bodyPr>
          <a:lstStyle/>
          <a:p>
            <a:pPr algn="ctr">
              <a:buFont typeface="Arial" panose="020B0604020202020204" pitchFamily="34" charset="0"/>
              <a:buNone/>
              <a:defRPr/>
            </a:pPr>
            <a:r>
              <a:rPr kumimoji="1" lang="zh-CN" altLang="en-US" sz="4400">
                <a:solidFill>
                  <a:srgbClr val="FF0066"/>
                </a:solidFill>
                <a:effectLst>
                  <a:outerShdw blurRad="38100" dist="38100" dir="2700000" algn="tl">
                    <a:srgbClr val="000000"/>
                  </a:outerShdw>
                </a:effectLst>
                <a:latin typeface="楷体_GB2312" pitchFamily="1" charset="-122"/>
                <a:ea typeface="楷体_GB2312" pitchFamily="1" charset="-122"/>
                <a:cs typeface="+mn-cs"/>
              </a:rPr>
              <a:t>二</a:t>
            </a:r>
            <a:r>
              <a:rPr kumimoji="1" lang="en-US" altLang="zh-CN" sz="4400">
                <a:solidFill>
                  <a:srgbClr val="FF0066"/>
                </a:solidFill>
                <a:effectLst>
                  <a:outerShdw blurRad="38100" dist="38100" dir="2700000" algn="tl">
                    <a:srgbClr val="000000"/>
                  </a:outerShdw>
                </a:effectLst>
                <a:latin typeface="楷体_GB2312" pitchFamily="1" charset="-122"/>
                <a:ea typeface="楷体_GB2312" pitchFamily="1" charset="-122"/>
                <a:cs typeface="+mn-cs"/>
              </a:rPr>
              <a:t>.</a:t>
            </a:r>
            <a:r>
              <a:rPr kumimoji="1" lang="en-US" altLang="zh-CN" sz="4400">
                <a:solidFill>
                  <a:srgbClr val="FFFF99"/>
                </a:solidFill>
                <a:effectLst>
                  <a:outerShdw blurRad="38100" dist="38100" dir="2700000" algn="tl">
                    <a:srgbClr val="000000"/>
                  </a:outerShdw>
                </a:effectLst>
                <a:latin typeface="楷体_GB2312" pitchFamily="1" charset="-122"/>
                <a:ea typeface="楷体_GB2312" pitchFamily="1" charset="-122"/>
                <a:cs typeface="+mn-cs"/>
              </a:rPr>
              <a:t> </a:t>
            </a:r>
            <a:r>
              <a:rPr kumimoji="1" lang="zh-CN" altLang="en-US" sz="4400">
                <a:solidFill>
                  <a:srgbClr val="FF0066"/>
                </a:solidFill>
                <a:effectLst>
                  <a:outerShdw blurRad="38100" dist="38100" dir="2700000" algn="tl">
                    <a:srgbClr val="000000"/>
                  </a:outerShdw>
                </a:effectLst>
                <a:latin typeface="楷体_GB2312" pitchFamily="1" charset="-122"/>
                <a:ea typeface="楷体_GB2312" pitchFamily="1" charset="-122"/>
                <a:cs typeface="+mn-cs"/>
              </a:rPr>
              <a:t>系统误差</a:t>
            </a:r>
          </a:p>
        </p:txBody>
      </p:sp>
      <p:graphicFrame>
        <p:nvGraphicFramePr>
          <p:cNvPr id="42002" name="Object 2">
            <a:extLst>
              <a:ext uri="{FF2B5EF4-FFF2-40B4-BE49-F238E27FC236}">
                <a16:creationId xmlns:a16="http://schemas.microsoft.com/office/drawing/2014/main" id="{6676E835-84A8-3097-68C8-29EA7386A360}"/>
              </a:ext>
            </a:extLst>
          </p:cNvPr>
          <p:cNvGraphicFramePr>
            <a:graphicFrameLocks noChangeAspect="1"/>
          </p:cNvGraphicFramePr>
          <p:nvPr/>
        </p:nvGraphicFramePr>
        <p:xfrm>
          <a:off x="7162800" y="188913"/>
          <a:ext cx="1981200" cy="1295400"/>
        </p:xfrm>
        <a:graphic>
          <a:graphicData uri="http://schemas.openxmlformats.org/presentationml/2006/ole">
            <mc:AlternateContent xmlns:mc="http://schemas.openxmlformats.org/markup-compatibility/2006">
              <mc:Choice xmlns:v="urn:schemas-microsoft-com:vml" Requires="v">
                <p:oleObj r:id="rId2" imgW="1482120" imgH="1175760" progId="">
                  <p:embed/>
                </p:oleObj>
              </mc:Choice>
              <mc:Fallback>
                <p:oleObj r:id="rId2" imgW="1482120" imgH="1175760" progId="">
                  <p:embed/>
                  <p:pic>
                    <p:nvPicPr>
                      <p:cNvPr id="0" name="Object 2"/>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7162800" y="188913"/>
                        <a:ext cx="1981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2003" name="Text Box 23">
            <a:extLst>
              <a:ext uri="{FF2B5EF4-FFF2-40B4-BE49-F238E27FC236}">
                <a16:creationId xmlns:a16="http://schemas.microsoft.com/office/drawing/2014/main" id="{5AAB09B0-D539-23A4-1E82-1478A4FB73A7}"/>
              </a:ext>
            </a:extLst>
          </p:cNvPr>
          <p:cNvSpPr txBox="1">
            <a:spLocks noChangeArrowheads="1"/>
          </p:cNvSpPr>
          <p:nvPr/>
        </p:nvSpPr>
        <p:spPr bwMode="auto">
          <a:xfrm>
            <a:off x="323850" y="1341438"/>
            <a:ext cx="73437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zh-CN" altLang="en-US" sz="2400">
                <a:solidFill>
                  <a:srgbClr val="CC0000"/>
                </a:solidFill>
                <a:latin typeface="Times New Roman" panose="02020603050405020304" pitchFamily="18" charset="0"/>
                <a:ea typeface="宋体" panose="02010600030101010101" pitchFamily="2" charset="-122"/>
              </a:rPr>
              <a:t>定义：在多次测量同一物理量时，符号和绝对值保持不变的误差；或按某一确定的规律变化的误差。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iterate type="lt">
                                    <p:tmPct val="100000"/>
                                  </p:iterate>
                                  <p:childTnLst>
                                    <p:set>
                                      <p:cBhvr>
                                        <p:cTn id="6" dur="1" fill="hold">
                                          <p:stCondLst>
                                            <p:cond delay="0"/>
                                          </p:stCondLst>
                                        </p:cTn>
                                        <p:tgtEl>
                                          <p:spTgt spid="30737"/>
                                        </p:tgtEl>
                                        <p:attrNameLst>
                                          <p:attrName>style.visibility</p:attrName>
                                        </p:attrNameLst>
                                      </p:cBhvr>
                                      <p:to>
                                        <p:strVal val="visible"/>
                                      </p:to>
                                    </p:set>
                                    <p:animEffect transition="in" filter="wipe(left)">
                                      <p:cBhvr>
                                        <p:cTn id="7" dur="75"/>
                                        <p:tgtEl>
                                          <p:spTgt spid="30737"/>
                                        </p:tgtEl>
                                      </p:cBhvr>
                                    </p:animEffect>
                                  </p:childTnLst>
                                </p:cTn>
                              </p:par>
                            </p:childTnLst>
                          </p:cTn>
                        </p:par>
                        <p:par>
                          <p:cTn id="8" fill="hold" nodeType="afterGroup">
                            <p:stCondLst>
                              <p:cond delay="300"/>
                            </p:stCondLst>
                            <p:childTnLst>
                              <p:par>
                                <p:cTn id="9" presetID="22" presetClass="entr" presetSubtype="8" fill="hold" nodeType="afterEffect">
                                  <p:stCondLst>
                                    <p:cond delay="0"/>
                                  </p:stCondLst>
                                  <p:childTnLst>
                                    <p:set>
                                      <p:cBhvr>
                                        <p:cTn id="10" dur="1" fill="hold">
                                          <p:stCondLst>
                                            <p:cond delay="0"/>
                                          </p:stCondLst>
                                        </p:cTn>
                                        <p:tgtEl>
                                          <p:spTgt spid="30733"/>
                                        </p:tgtEl>
                                        <p:attrNameLst>
                                          <p:attrName>style.visibility</p:attrName>
                                        </p:attrNameLst>
                                      </p:cBhvr>
                                      <p:to>
                                        <p:strVal val="visible"/>
                                      </p:to>
                                    </p:set>
                                    <p:animEffect transition="in" filter="wipe(left)">
                                      <p:cBhvr>
                                        <p:cTn id="11" dur="500"/>
                                        <p:tgtEl>
                                          <p:spTgt spid="30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3" grpId="0"/>
      <p:bldP spid="3073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Oval 2">
            <a:extLst>
              <a:ext uri="{FF2B5EF4-FFF2-40B4-BE49-F238E27FC236}">
                <a16:creationId xmlns:a16="http://schemas.microsoft.com/office/drawing/2014/main" id="{C1684EC0-7126-990A-7E5A-7F2AC333BC7B}"/>
              </a:ext>
            </a:extLst>
          </p:cNvPr>
          <p:cNvSpPr>
            <a:spLocks noChangeArrowheads="1"/>
          </p:cNvSpPr>
          <p:nvPr/>
        </p:nvSpPr>
        <p:spPr bwMode="auto">
          <a:xfrm>
            <a:off x="3054350" y="203200"/>
            <a:ext cx="3187700" cy="31115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3011" name="Oval 3">
            <a:extLst>
              <a:ext uri="{FF2B5EF4-FFF2-40B4-BE49-F238E27FC236}">
                <a16:creationId xmlns:a16="http://schemas.microsoft.com/office/drawing/2014/main" id="{73B77E27-23B5-5D33-C62E-9923EBCDE7BC}"/>
              </a:ext>
            </a:extLst>
          </p:cNvPr>
          <p:cNvSpPr>
            <a:spLocks noChangeArrowheads="1"/>
          </p:cNvSpPr>
          <p:nvPr/>
        </p:nvSpPr>
        <p:spPr bwMode="auto">
          <a:xfrm>
            <a:off x="2292350" y="279400"/>
            <a:ext cx="3111500" cy="3035300"/>
          </a:xfrm>
          <a:prstGeom prst="ellipse">
            <a:avLst/>
          </a:prstGeom>
          <a:noFill/>
          <a:ln w="381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3012" name="Line 4">
            <a:extLst>
              <a:ext uri="{FF2B5EF4-FFF2-40B4-BE49-F238E27FC236}">
                <a16:creationId xmlns:a16="http://schemas.microsoft.com/office/drawing/2014/main" id="{C35AE79F-0BB0-F660-B945-B6D9201B5AD3}"/>
              </a:ext>
            </a:extLst>
          </p:cNvPr>
          <p:cNvSpPr>
            <a:spLocks noChangeShapeType="1"/>
          </p:cNvSpPr>
          <p:nvPr/>
        </p:nvSpPr>
        <p:spPr bwMode="auto">
          <a:xfrm flipV="1">
            <a:off x="2438400" y="1041400"/>
            <a:ext cx="3581400" cy="1295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013" name="Line 5">
            <a:extLst>
              <a:ext uri="{FF2B5EF4-FFF2-40B4-BE49-F238E27FC236}">
                <a16:creationId xmlns:a16="http://schemas.microsoft.com/office/drawing/2014/main" id="{C938E5EF-72F5-CA38-8EF4-B4934A9FA502}"/>
              </a:ext>
            </a:extLst>
          </p:cNvPr>
          <p:cNvSpPr>
            <a:spLocks noChangeShapeType="1"/>
          </p:cNvSpPr>
          <p:nvPr/>
        </p:nvSpPr>
        <p:spPr bwMode="auto">
          <a:xfrm>
            <a:off x="2438400" y="1270000"/>
            <a:ext cx="3581400" cy="1295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014" name="Rectangle 6">
            <a:extLst>
              <a:ext uri="{FF2B5EF4-FFF2-40B4-BE49-F238E27FC236}">
                <a16:creationId xmlns:a16="http://schemas.microsoft.com/office/drawing/2014/main" id="{B4B5CEA2-9044-8945-3E71-65303FFFF34C}"/>
              </a:ext>
            </a:extLst>
          </p:cNvPr>
          <p:cNvSpPr>
            <a:spLocks noChangeArrowheads="1"/>
          </p:cNvSpPr>
          <p:nvPr/>
        </p:nvSpPr>
        <p:spPr bwMode="auto">
          <a:xfrm>
            <a:off x="2590800" y="812800"/>
            <a:ext cx="60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3600" b="0">
                <a:solidFill>
                  <a:schemeClr val="tx2"/>
                </a:solidFill>
                <a:latin typeface="Times New Roman" panose="02020603050405020304" pitchFamily="18" charset="0"/>
                <a:ea typeface="宋体" panose="02010600030101010101" pitchFamily="2" charset="-122"/>
              </a:rPr>
              <a:t>A</a:t>
            </a:r>
          </a:p>
        </p:txBody>
      </p:sp>
      <p:sp>
        <p:nvSpPr>
          <p:cNvPr id="43015" name="Rectangle 7">
            <a:extLst>
              <a:ext uri="{FF2B5EF4-FFF2-40B4-BE49-F238E27FC236}">
                <a16:creationId xmlns:a16="http://schemas.microsoft.com/office/drawing/2014/main" id="{82CCB16D-6A05-44FA-1837-0EF4EE37244F}"/>
              </a:ext>
            </a:extLst>
          </p:cNvPr>
          <p:cNvSpPr>
            <a:spLocks noChangeArrowheads="1"/>
          </p:cNvSpPr>
          <p:nvPr/>
        </p:nvSpPr>
        <p:spPr bwMode="auto">
          <a:xfrm>
            <a:off x="3641725" y="1117600"/>
            <a:ext cx="514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r>
              <a:rPr lang="en-US" altLang="zh-CN" sz="3600" b="0">
                <a:solidFill>
                  <a:schemeClr val="tx2"/>
                </a:solidFill>
                <a:latin typeface="Times New Roman" panose="02020603050405020304" pitchFamily="18" charset="0"/>
                <a:ea typeface="宋体" panose="02010600030101010101" pitchFamily="2" charset="-122"/>
              </a:rPr>
              <a:t>O</a:t>
            </a:r>
          </a:p>
        </p:txBody>
      </p:sp>
      <p:graphicFrame>
        <p:nvGraphicFramePr>
          <p:cNvPr id="43016" name="Object 2">
            <a:extLst>
              <a:ext uri="{FF2B5EF4-FFF2-40B4-BE49-F238E27FC236}">
                <a16:creationId xmlns:a16="http://schemas.microsoft.com/office/drawing/2014/main" id="{2594884C-0BF7-4F88-6B76-A8CDED645019}"/>
              </a:ext>
            </a:extLst>
          </p:cNvPr>
          <p:cNvGraphicFramePr>
            <a:graphicFrameLocks noChangeAspect="1"/>
          </p:cNvGraphicFramePr>
          <p:nvPr/>
        </p:nvGraphicFramePr>
        <p:xfrm>
          <a:off x="4597400" y="1574800"/>
          <a:ext cx="763588" cy="493713"/>
        </p:xfrm>
        <a:graphic>
          <a:graphicData uri="http://schemas.openxmlformats.org/presentationml/2006/ole">
            <mc:AlternateContent xmlns:mc="http://schemas.openxmlformats.org/markup-compatibility/2006">
              <mc:Choice xmlns:v="urn:schemas-microsoft-com:vml" Requires="v">
                <p:oleObj r:id="rId2" imgW="89640" imgH="145800" progId="">
                  <p:embed/>
                </p:oleObj>
              </mc:Choice>
              <mc:Fallback>
                <p:oleObj r:id="rId2" imgW="89640" imgH="145800" progId="">
                  <p:embed/>
                  <p:pic>
                    <p:nvPicPr>
                      <p:cNvPr id="0" name="Object 2"/>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597400" y="1574800"/>
                        <a:ext cx="7635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7" name="Rectangle 9">
            <a:extLst>
              <a:ext uri="{FF2B5EF4-FFF2-40B4-BE49-F238E27FC236}">
                <a16:creationId xmlns:a16="http://schemas.microsoft.com/office/drawing/2014/main" id="{9ADF2ED8-9DAF-0D5E-4C44-0BDCE07AD014}"/>
              </a:ext>
            </a:extLst>
          </p:cNvPr>
          <p:cNvSpPr>
            <a:spLocks noChangeArrowheads="1"/>
          </p:cNvSpPr>
          <p:nvPr/>
        </p:nvSpPr>
        <p:spPr bwMode="auto">
          <a:xfrm>
            <a:off x="6172200" y="584200"/>
            <a:ext cx="190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3600" b="0">
                <a:solidFill>
                  <a:schemeClr val="tx2"/>
                </a:solidFill>
                <a:latin typeface="Times New Roman" panose="02020603050405020304" pitchFamily="18" charset="0"/>
                <a:ea typeface="宋体" panose="02010600030101010101" pitchFamily="2" charset="-122"/>
              </a:rPr>
              <a:t>B</a:t>
            </a:r>
          </a:p>
        </p:txBody>
      </p:sp>
      <p:graphicFrame>
        <p:nvGraphicFramePr>
          <p:cNvPr id="43018" name="Object 3">
            <a:extLst>
              <a:ext uri="{FF2B5EF4-FFF2-40B4-BE49-F238E27FC236}">
                <a16:creationId xmlns:a16="http://schemas.microsoft.com/office/drawing/2014/main" id="{3AFAC7A7-23E4-43AD-51D5-E5B890F4B56D}"/>
              </a:ext>
            </a:extLst>
          </p:cNvPr>
          <p:cNvGraphicFramePr>
            <a:graphicFrameLocks noChangeAspect="1"/>
          </p:cNvGraphicFramePr>
          <p:nvPr/>
        </p:nvGraphicFramePr>
        <p:xfrm>
          <a:off x="6096000" y="2413000"/>
          <a:ext cx="533400" cy="458788"/>
        </p:xfrm>
        <a:graphic>
          <a:graphicData uri="http://schemas.openxmlformats.org/presentationml/2006/ole">
            <mc:AlternateContent xmlns:mc="http://schemas.openxmlformats.org/markup-compatibility/2006">
              <mc:Choice xmlns:v="urn:schemas-microsoft-com:vml" Requires="v">
                <p:oleObj r:id="rId4" imgW="266353" imgH="228303" progId="">
                  <p:embed/>
                </p:oleObj>
              </mc:Choice>
              <mc:Fallback>
                <p:oleObj r:id="rId4" imgW="266353" imgH="228303"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413000"/>
                        <a:ext cx="5334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19" name="Object 4">
            <a:extLst>
              <a:ext uri="{FF2B5EF4-FFF2-40B4-BE49-F238E27FC236}">
                <a16:creationId xmlns:a16="http://schemas.microsoft.com/office/drawing/2014/main" id="{3289A031-6A0B-2624-ADF4-678BCC0851CA}"/>
              </a:ext>
            </a:extLst>
          </p:cNvPr>
          <p:cNvGraphicFramePr>
            <a:graphicFrameLocks noChangeAspect="1"/>
          </p:cNvGraphicFramePr>
          <p:nvPr/>
        </p:nvGraphicFramePr>
        <p:xfrm>
          <a:off x="2636838" y="2139950"/>
          <a:ext cx="520700" cy="425450"/>
        </p:xfrm>
        <a:graphic>
          <a:graphicData uri="http://schemas.openxmlformats.org/presentationml/2006/ole">
            <mc:AlternateContent xmlns:mc="http://schemas.openxmlformats.org/markup-compatibility/2006">
              <mc:Choice xmlns:v="urn:schemas-microsoft-com:vml" Requires="v">
                <p:oleObj r:id="rId6" imgW="279400" imgH="228600" progId="">
                  <p:embed/>
                </p:oleObj>
              </mc:Choice>
              <mc:Fallback>
                <p:oleObj r:id="rId6" imgW="279400" imgH="228600" progId="">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36838" y="2139950"/>
                        <a:ext cx="520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20" name="Object 5">
            <a:extLst>
              <a:ext uri="{FF2B5EF4-FFF2-40B4-BE49-F238E27FC236}">
                <a16:creationId xmlns:a16="http://schemas.microsoft.com/office/drawing/2014/main" id="{119C9C6C-B002-1133-ACF2-F29B47BFFDB6}"/>
              </a:ext>
            </a:extLst>
          </p:cNvPr>
          <p:cNvGraphicFramePr>
            <a:graphicFrameLocks noChangeAspect="1"/>
          </p:cNvGraphicFramePr>
          <p:nvPr/>
        </p:nvGraphicFramePr>
        <p:xfrm>
          <a:off x="1981200" y="2281238"/>
          <a:ext cx="457200" cy="436562"/>
        </p:xfrm>
        <a:graphic>
          <a:graphicData uri="http://schemas.openxmlformats.org/presentationml/2006/ole">
            <mc:AlternateContent xmlns:mc="http://schemas.openxmlformats.org/markup-compatibility/2006">
              <mc:Choice xmlns:v="urn:schemas-microsoft-com:vml" Requires="v">
                <p:oleObj r:id="rId8" imgW="241195" imgH="228501" progId="">
                  <p:embed/>
                </p:oleObj>
              </mc:Choice>
              <mc:Fallback>
                <p:oleObj r:id="rId8" imgW="241195" imgH="228501" progId="">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1200" y="2281238"/>
                        <a:ext cx="45720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7" name="Text Box 13">
            <a:extLst>
              <a:ext uri="{FF2B5EF4-FFF2-40B4-BE49-F238E27FC236}">
                <a16:creationId xmlns:a16="http://schemas.microsoft.com/office/drawing/2014/main" id="{88499103-87F7-8C58-90A7-3620B20AEE8C}"/>
              </a:ext>
            </a:extLst>
          </p:cNvPr>
          <p:cNvSpPr txBox="1">
            <a:spLocks noChangeArrowheads="1"/>
          </p:cNvSpPr>
          <p:nvPr/>
        </p:nvSpPr>
        <p:spPr bwMode="auto">
          <a:xfrm>
            <a:off x="5257800" y="660400"/>
            <a:ext cx="838200" cy="641350"/>
          </a:xfrm>
          <a:prstGeom prst="rect">
            <a:avLst/>
          </a:prstGeom>
          <a:noFill/>
          <a:ln w="12700">
            <a:noFill/>
            <a:miter lim="800000"/>
            <a:headEnd type="none" w="sm" len="sm"/>
            <a:tailEnd type="none" w="sm" len="sm"/>
          </a:ln>
          <a:effectLst/>
        </p:spPr>
        <p:txBody>
          <a:bodyPr>
            <a:spAutoFit/>
          </a:bodyPr>
          <a:lstStyle>
            <a:lvl1pPr>
              <a:defRPr kumimoji="1" sz="2000" b="1">
                <a:solidFill>
                  <a:schemeClr val="tx1"/>
                </a:solidFill>
                <a:latin typeface="Times New Roman" panose="02020603050405020304" pitchFamily="18" charset="0"/>
                <a:ea typeface="楷体_GB2312" pitchFamily="1" charset="-122"/>
              </a:defRPr>
            </a:lvl1pPr>
            <a:lvl2pPr marL="742950" indent="-285750">
              <a:defRPr kumimoji="1" sz="2000" b="1">
                <a:solidFill>
                  <a:schemeClr val="tx1"/>
                </a:solidFill>
                <a:latin typeface="Times New Roman" panose="02020603050405020304" pitchFamily="18" charset="0"/>
                <a:ea typeface="楷体_GB2312" pitchFamily="1" charset="-122"/>
              </a:defRPr>
            </a:lvl2pPr>
            <a:lvl3pPr marL="1143000" indent="-228600">
              <a:defRPr kumimoji="1" sz="2000" b="1">
                <a:solidFill>
                  <a:schemeClr val="tx1"/>
                </a:solidFill>
                <a:latin typeface="Times New Roman" panose="02020603050405020304" pitchFamily="18" charset="0"/>
                <a:ea typeface="楷体_GB2312" pitchFamily="1" charset="-122"/>
              </a:defRPr>
            </a:lvl3pPr>
            <a:lvl4pPr marL="1600200" indent="-228600">
              <a:defRPr kumimoji="1" sz="2000" b="1">
                <a:solidFill>
                  <a:schemeClr val="tx1"/>
                </a:solidFill>
                <a:latin typeface="Times New Roman" panose="02020603050405020304" pitchFamily="18" charset="0"/>
                <a:ea typeface="楷体_GB2312" pitchFamily="1" charset="-122"/>
              </a:defRPr>
            </a:lvl4pPr>
            <a:lvl5pPr marL="2057400" indent="-228600">
              <a:defRPr kumimoji="1" sz="2000" b="1">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kumimoji="1" sz="2000" b="1">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kumimoji="1" sz="2000" b="1">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kumimoji="1" sz="2000" b="1">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kumimoji="1" sz="2000" b="1">
                <a:solidFill>
                  <a:schemeClr val="tx1"/>
                </a:solidFill>
                <a:latin typeface="Times New Roman" panose="02020603050405020304" pitchFamily="18" charset="0"/>
                <a:ea typeface="楷体_GB2312" pitchFamily="1" charset="-122"/>
              </a:defRPr>
            </a:lvl9pPr>
          </a:lstStyle>
          <a:p>
            <a:pPr>
              <a:spcBef>
                <a:spcPct val="50000"/>
              </a:spcBef>
              <a:buFont typeface="Arial" panose="020B0604020202020204" pitchFamily="34" charset="0"/>
              <a:buNone/>
              <a:defRPr/>
            </a:pPr>
            <a:r>
              <a:rPr lang="en-US" altLang="zh-CN" sz="3600">
                <a:effectLst>
                  <a:outerShdw blurRad="38100" dist="38100" dir="2700000" algn="tl">
                    <a:srgbClr val="C0C0C0"/>
                  </a:outerShdw>
                </a:effectLst>
                <a:latin typeface="楷体_GB2312" pitchFamily="1" charset="-122"/>
                <a:cs typeface="+mn-cs"/>
              </a:rPr>
              <a:t>b</a:t>
            </a:r>
          </a:p>
        </p:txBody>
      </p:sp>
      <p:graphicFrame>
        <p:nvGraphicFramePr>
          <p:cNvPr id="43022" name="Object 6">
            <a:extLst>
              <a:ext uri="{FF2B5EF4-FFF2-40B4-BE49-F238E27FC236}">
                <a16:creationId xmlns:a16="http://schemas.microsoft.com/office/drawing/2014/main" id="{1F867F4B-4917-7FB3-1550-D1D785ECE510}"/>
              </a:ext>
            </a:extLst>
          </p:cNvPr>
          <p:cNvGraphicFramePr>
            <a:graphicFrameLocks noChangeAspect="1"/>
          </p:cNvGraphicFramePr>
          <p:nvPr/>
        </p:nvGraphicFramePr>
        <p:xfrm>
          <a:off x="5486400" y="1879600"/>
          <a:ext cx="434975" cy="436563"/>
        </p:xfrm>
        <a:graphic>
          <a:graphicData uri="http://schemas.openxmlformats.org/presentationml/2006/ole">
            <mc:AlternateContent xmlns:mc="http://schemas.openxmlformats.org/markup-compatibility/2006">
              <mc:Choice xmlns:v="urn:schemas-microsoft-com:vml" Requires="v">
                <p:oleObj r:id="rId10" imgW="228600" imgH="228600" progId="">
                  <p:embed/>
                </p:oleObj>
              </mc:Choice>
              <mc:Fallback>
                <p:oleObj r:id="rId10" imgW="228600" imgH="228600" progId="">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6400" y="1879600"/>
                        <a:ext cx="4349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3" name="Line 15">
            <a:extLst>
              <a:ext uri="{FF2B5EF4-FFF2-40B4-BE49-F238E27FC236}">
                <a16:creationId xmlns:a16="http://schemas.microsoft.com/office/drawing/2014/main" id="{220F594E-1218-7F15-6299-A5462C97EAC8}"/>
              </a:ext>
            </a:extLst>
          </p:cNvPr>
          <p:cNvSpPr>
            <a:spLocks noChangeShapeType="1"/>
          </p:cNvSpPr>
          <p:nvPr/>
        </p:nvSpPr>
        <p:spPr bwMode="auto">
          <a:xfrm>
            <a:off x="0" y="3556000"/>
            <a:ext cx="9144000" cy="0"/>
          </a:xfrm>
          <a:prstGeom prst="line">
            <a:avLst/>
          </a:prstGeom>
          <a:noFill/>
          <a:ln w="38100" cmpd="dbl">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024" name="Line 16">
            <a:extLst>
              <a:ext uri="{FF2B5EF4-FFF2-40B4-BE49-F238E27FC236}">
                <a16:creationId xmlns:a16="http://schemas.microsoft.com/office/drawing/2014/main" id="{2B02A95C-1F55-E228-83C9-C5673D0CCE7D}"/>
              </a:ext>
            </a:extLst>
          </p:cNvPr>
          <p:cNvSpPr>
            <a:spLocks noChangeShapeType="1"/>
          </p:cNvSpPr>
          <p:nvPr/>
        </p:nvSpPr>
        <p:spPr bwMode="auto">
          <a:xfrm>
            <a:off x="4419600" y="3556000"/>
            <a:ext cx="0" cy="2743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2" name="Group 17">
            <a:extLst>
              <a:ext uri="{FF2B5EF4-FFF2-40B4-BE49-F238E27FC236}">
                <a16:creationId xmlns:a16="http://schemas.microsoft.com/office/drawing/2014/main" id="{77E4A044-DE59-C1F9-A4FD-B7DB17C9A43E}"/>
              </a:ext>
            </a:extLst>
          </p:cNvPr>
          <p:cNvGrpSpPr>
            <a:grpSpLocks/>
          </p:cNvGrpSpPr>
          <p:nvPr/>
        </p:nvGrpSpPr>
        <p:grpSpPr bwMode="auto">
          <a:xfrm>
            <a:off x="304800" y="3556000"/>
            <a:ext cx="4191000" cy="2251075"/>
            <a:chOff x="192" y="2592"/>
            <a:chExt cx="2640" cy="1418"/>
          </a:xfrm>
        </p:grpSpPr>
        <p:sp>
          <p:nvSpPr>
            <p:cNvPr id="31762" name="Text Box 18">
              <a:extLst>
                <a:ext uri="{FF2B5EF4-FFF2-40B4-BE49-F238E27FC236}">
                  <a16:creationId xmlns:a16="http://schemas.microsoft.com/office/drawing/2014/main" id="{4FE83A30-7980-CB2B-FE5F-7F5A637FF4D6}"/>
                </a:ext>
              </a:extLst>
            </p:cNvPr>
            <p:cNvSpPr txBox="1">
              <a:spLocks noChangeArrowheads="1"/>
            </p:cNvSpPr>
            <p:nvPr/>
          </p:nvSpPr>
          <p:spPr bwMode="auto">
            <a:xfrm>
              <a:off x="192" y="2592"/>
              <a:ext cx="2640" cy="1418"/>
            </a:xfrm>
            <a:prstGeom prst="rect">
              <a:avLst/>
            </a:prstGeom>
            <a:noFill/>
            <a:ln w="12700">
              <a:no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en-US" altLang="zh-CN" sz="3600">
                  <a:effectLst>
                    <a:outerShdw blurRad="38100" dist="38100" dir="2700000" algn="tl">
                      <a:srgbClr val="C0C0C0"/>
                    </a:outerShdw>
                  </a:effectLst>
                  <a:latin typeface="楷体_GB2312" pitchFamily="1" charset="-122"/>
                  <a:ea typeface="楷体_GB2312" pitchFamily="1" charset="-122"/>
                  <a:cs typeface="+mn-cs"/>
                </a:rPr>
                <a:t>    </a:t>
              </a:r>
              <a:r>
                <a:rPr kumimoji="1" lang="zh-CN" altLang="en-US" sz="3200">
                  <a:effectLst>
                    <a:outerShdw blurRad="38100" dist="38100" dir="2700000" algn="tl">
                      <a:srgbClr val="C0C0C0"/>
                    </a:outerShdw>
                  </a:effectLst>
                  <a:latin typeface="楷体_GB2312" pitchFamily="1" charset="-122"/>
                  <a:ea typeface="楷体_GB2312" pitchFamily="1" charset="-122"/>
                  <a:cs typeface="+mn-cs"/>
                </a:rPr>
                <a:t>不偏心时，由于</a:t>
              </a:r>
            </a:p>
            <a:p>
              <a:pPr>
                <a:lnSpc>
                  <a:spcPct val="60000"/>
                </a:lnSpc>
                <a:spcBef>
                  <a:spcPct val="50000"/>
                </a:spcBef>
                <a:buFont typeface="Arial" panose="020B0604020202020204" pitchFamily="34" charset="0"/>
                <a:buNone/>
                <a:defRPr/>
              </a:pPr>
              <a:r>
                <a:rPr kumimoji="1" lang="zh-CN" altLang="en-US" sz="3200">
                  <a:effectLst>
                    <a:outerShdw blurRad="38100" dist="38100" dir="2700000" algn="tl">
                      <a:srgbClr val="C0C0C0"/>
                    </a:outerShdw>
                  </a:effectLst>
                  <a:latin typeface="楷体_GB2312" pitchFamily="1" charset="-122"/>
                  <a:ea typeface="楷体_GB2312" pitchFamily="1" charset="-122"/>
                  <a:cs typeface="+mn-cs"/>
                </a:rPr>
                <a:t>            ，所以</a:t>
              </a:r>
            </a:p>
            <a:p>
              <a:pPr>
                <a:lnSpc>
                  <a:spcPct val="60000"/>
                </a:lnSpc>
                <a:spcBef>
                  <a:spcPct val="50000"/>
                </a:spcBef>
                <a:buFont typeface="Arial" panose="020B0604020202020204" pitchFamily="34" charset="0"/>
                <a:buNone/>
                <a:defRPr/>
              </a:pPr>
              <a:r>
                <a:rPr kumimoji="1" lang="zh-CN" altLang="en-US" sz="3200">
                  <a:effectLst>
                    <a:outerShdw blurRad="38100" dist="38100" dir="2700000" algn="tl">
                      <a:srgbClr val="C0C0C0"/>
                    </a:outerShdw>
                  </a:effectLst>
                  <a:latin typeface="楷体_GB2312" pitchFamily="1" charset="-122"/>
                  <a:ea typeface="楷体_GB2312" pitchFamily="1" charset="-122"/>
                  <a:cs typeface="+mn-cs"/>
                </a:rPr>
                <a:t>可用弧长反映角度的</a:t>
              </a:r>
            </a:p>
            <a:p>
              <a:pPr>
                <a:lnSpc>
                  <a:spcPct val="60000"/>
                </a:lnSpc>
                <a:spcBef>
                  <a:spcPct val="50000"/>
                </a:spcBef>
                <a:buFont typeface="Arial" panose="020B0604020202020204" pitchFamily="34" charset="0"/>
                <a:buNone/>
                <a:defRPr/>
              </a:pPr>
              <a:r>
                <a:rPr kumimoji="1" lang="zh-CN" altLang="en-US" sz="3200">
                  <a:effectLst>
                    <a:outerShdw blurRad="38100" dist="38100" dir="2700000" algn="tl">
                      <a:srgbClr val="C0C0C0"/>
                    </a:outerShdw>
                  </a:effectLst>
                  <a:latin typeface="楷体_GB2312" pitchFamily="1" charset="-122"/>
                  <a:ea typeface="楷体_GB2312" pitchFamily="1" charset="-122"/>
                  <a:cs typeface="+mn-cs"/>
                </a:rPr>
                <a:t>大小。</a:t>
              </a:r>
              <a:endParaRPr kumimoji="1" lang="zh-CN" altLang="en-US" sz="3600">
                <a:effectLst>
                  <a:outerShdw blurRad="38100" dist="38100" dir="2700000" algn="tl">
                    <a:srgbClr val="C0C0C0"/>
                  </a:outerShdw>
                </a:effectLst>
                <a:latin typeface="楷体_GB2312" pitchFamily="1" charset="-122"/>
                <a:ea typeface="楷体_GB2312" pitchFamily="1" charset="-122"/>
                <a:cs typeface="+mn-cs"/>
              </a:endParaRPr>
            </a:p>
          </p:txBody>
        </p:sp>
        <p:graphicFrame>
          <p:nvGraphicFramePr>
            <p:cNvPr id="43036" name="Object 10">
              <a:extLst>
                <a:ext uri="{FF2B5EF4-FFF2-40B4-BE49-F238E27FC236}">
                  <a16:creationId xmlns:a16="http://schemas.microsoft.com/office/drawing/2014/main" id="{CB6387FD-A5CD-2724-5C14-47C0651BC092}"/>
                </a:ext>
              </a:extLst>
            </p:cNvPr>
            <p:cNvGraphicFramePr>
              <a:graphicFrameLocks noChangeAspect="1"/>
            </p:cNvGraphicFramePr>
            <p:nvPr/>
          </p:nvGraphicFramePr>
          <p:xfrm>
            <a:off x="255" y="3003"/>
            <a:ext cx="1623" cy="333"/>
          </p:xfrm>
          <a:graphic>
            <a:graphicData uri="http://schemas.openxmlformats.org/presentationml/2006/ole">
              <mc:AlternateContent xmlns:mc="http://schemas.openxmlformats.org/markup-compatibility/2006">
                <mc:Choice xmlns:v="urn:schemas-microsoft-com:vml" Requires="v">
                  <p:oleObj r:id="rId12" imgW="876300" imgH="228600" progId="">
                    <p:embed/>
                  </p:oleObj>
                </mc:Choice>
                <mc:Fallback>
                  <p:oleObj r:id="rId12" imgW="876300" imgH="228600" progId="">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 y="3003"/>
                          <a:ext cx="1623"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37" name="Arc 20">
              <a:extLst>
                <a:ext uri="{FF2B5EF4-FFF2-40B4-BE49-F238E27FC236}">
                  <a16:creationId xmlns:a16="http://schemas.microsoft.com/office/drawing/2014/main" id="{64528FC1-389F-5BDC-1E36-DDFD4585E038}"/>
                </a:ext>
              </a:extLst>
            </p:cNvPr>
            <p:cNvSpPr>
              <a:spLocks/>
            </p:cNvSpPr>
            <p:nvPr/>
          </p:nvSpPr>
          <p:spPr bwMode="auto">
            <a:xfrm rot="-3076296">
              <a:off x="429" y="2976"/>
              <a:ext cx="144"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38" name="Arc 21">
              <a:extLst>
                <a:ext uri="{FF2B5EF4-FFF2-40B4-BE49-F238E27FC236}">
                  <a16:creationId xmlns:a16="http://schemas.microsoft.com/office/drawing/2014/main" id="{FDFAC88D-B103-F2BF-D653-1173D6A427EE}"/>
                </a:ext>
              </a:extLst>
            </p:cNvPr>
            <p:cNvSpPr>
              <a:spLocks/>
            </p:cNvSpPr>
            <p:nvPr/>
          </p:nvSpPr>
          <p:spPr bwMode="auto">
            <a:xfrm rot="-3076296">
              <a:off x="1434" y="2922"/>
              <a:ext cx="144"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 name="Group 22">
            <a:extLst>
              <a:ext uri="{FF2B5EF4-FFF2-40B4-BE49-F238E27FC236}">
                <a16:creationId xmlns:a16="http://schemas.microsoft.com/office/drawing/2014/main" id="{DA675452-87FC-8623-93F2-ED368EE9AB61}"/>
              </a:ext>
            </a:extLst>
          </p:cNvPr>
          <p:cNvGrpSpPr>
            <a:grpSpLocks/>
          </p:cNvGrpSpPr>
          <p:nvPr/>
        </p:nvGrpSpPr>
        <p:grpSpPr bwMode="auto">
          <a:xfrm>
            <a:off x="4495800" y="3632200"/>
            <a:ext cx="4419600" cy="3225800"/>
            <a:chOff x="2832" y="2640"/>
            <a:chExt cx="2784" cy="2032"/>
          </a:xfrm>
        </p:grpSpPr>
        <p:grpSp>
          <p:nvGrpSpPr>
            <p:cNvPr id="43029" name="Group 23">
              <a:extLst>
                <a:ext uri="{FF2B5EF4-FFF2-40B4-BE49-F238E27FC236}">
                  <a16:creationId xmlns:a16="http://schemas.microsoft.com/office/drawing/2014/main" id="{90F9E037-E6F2-D46E-A012-7D9B6DA8C73F}"/>
                </a:ext>
              </a:extLst>
            </p:cNvPr>
            <p:cNvGrpSpPr>
              <a:grpSpLocks/>
            </p:cNvGrpSpPr>
            <p:nvPr/>
          </p:nvGrpSpPr>
          <p:grpSpPr bwMode="auto">
            <a:xfrm>
              <a:off x="2832" y="2640"/>
              <a:ext cx="2784" cy="2032"/>
              <a:chOff x="2832" y="2640"/>
              <a:chExt cx="2784" cy="2032"/>
            </a:xfrm>
          </p:grpSpPr>
          <p:sp>
            <p:nvSpPr>
              <p:cNvPr id="31768" name="Text Box 24">
                <a:extLst>
                  <a:ext uri="{FF2B5EF4-FFF2-40B4-BE49-F238E27FC236}">
                    <a16:creationId xmlns:a16="http://schemas.microsoft.com/office/drawing/2014/main" id="{720B89A5-23E4-B8D6-8160-E955AC1AFF03}"/>
                  </a:ext>
                </a:extLst>
              </p:cNvPr>
              <p:cNvSpPr txBox="1">
                <a:spLocks noChangeArrowheads="1"/>
              </p:cNvSpPr>
              <p:nvPr/>
            </p:nvSpPr>
            <p:spPr bwMode="auto">
              <a:xfrm>
                <a:off x="2832" y="2640"/>
                <a:ext cx="2784" cy="2032"/>
              </a:xfrm>
              <a:prstGeom prst="rect">
                <a:avLst/>
              </a:prstGeom>
              <a:noFill/>
              <a:ln w="12700">
                <a:noFill/>
                <a:miter lim="800000"/>
                <a:headEnd type="none" w="sm" len="sm"/>
                <a:tailEnd type="none" w="sm" len="sm"/>
              </a:ln>
              <a:effectLst/>
            </p:spPr>
            <p:txBody>
              <a:bodyPr>
                <a:spAutoFit/>
              </a:bodyPr>
              <a:lstStyle/>
              <a:p>
                <a:pPr>
                  <a:lnSpc>
                    <a:spcPct val="90000"/>
                  </a:lnSpc>
                  <a:spcBef>
                    <a:spcPct val="50000"/>
                  </a:spcBef>
                  <a:buFont typeface="Arial" panose="020B0604020202020204" pitchFamily="34" charset="0"/>
                  <a:buNone/>
                  <a:defRPr/>
                </a:pPr>
                <a:r>
                  <a:rPr kumimoji="1" lang="en-US" altLang="zh-CN" sz="3200">
                    <a:effectLst>
                      <a:outerShdw blurRad="38100" dist="38100" dir="2700000" algn="tl">
                        <a:srgbClr val="C0C0C0"/>
                      </a:outerShdw>
                    </a:effectLst>
                    <a:latin typeface="楷体_GB2312" pitchFamily="1" charset="-122"/>
                    <a:ea typeface="楷体_GB2312" pitchFamily="1" charset="-122"/>
                    <a:cs typeface="+mn-cs"/>
                  </a:rPr>
                  <a:t>    </a:t>
                </a:r>
                <a:r>
                  <a:rPr kumimoji="1" lang="zh-CN" altLang="en-US" sz="3200">
                    <a:effectLst>
                      <a:outerShdw blurRad="38100" dist="38100" dir="2700000" algn="tl">
                        <a:srgbClr val="C0C0C0"/>
                      </a:outerShdw>
                    </a:effectLst>
                    <a:latin typeface="楷体_GB2312" pitchFamily="1" charset="-122"/>
                    <a:ea typeface="楷体_GB2312" pitchFamily="1" charset="-122"/>
                    <a:cs typeface="+mn-cs"/>
                  </a:rPr>
                  <a:t>由于偏心，使之用弧长反映角度   时产</a:t>
                </a:r>
              </a:p>
              <a:p>
                <a:pPr>
                  <a:lnSpc>
                    <a:spcPct val="40000"/>
                  </a:lnSpc>
                  <a:spcBef>
                    <a:spcPct val="50000"/>
                  </a:spcBef>
                  <a:buFont typeface="Arial" panose="020B0604020202020204" pitchFamily="34" charset="0"/>
                  <a:buNone/>
                  <a:defRPr/>
                </a:pPr>
                <a:r>
                  <a:rPr kumimoji="1" lang="zh-CN" altLang="en-US" sz="3200">
                    <a:effectLst>
                      <a:outerShdw blurRad="38100" dist="38100" dir="2700000" algn="tl">
                        <a:srgbClr val="C0C0C0"/>
                      </a:outerShdw>
                    </a:effectLst>
                    <a:latin typeface="楷体_GB2312" pitchFamily="1" charset="-122"/>
                    <a:ea typeface="楷体_GB2312" pitchFamily="1" charset="-122"/>
                    <a:cs typeface="+mn-cs"/>
                  </a:rPr>
                  <a:t>生的系统误差。如：</a:t>
                </a:r>
              </a:p>
              <a:p>
                <a:pPr>
                  <a:lnSpc>
                    <a:spcPct val="40000"/>
                  </a:lnSpc>
                  <a:spcBef>
                    <a:spcPct val="50000"/>
                  </a:spcBef>
                  <a:buFont typeface="Arial" panose="020B0604020202020204" pitchFamily="34" charset="0"/>
                  <a:buNone/>
                  <a:defRPr/>
                </a:pPr>
                <a:r>
                  <a:rPr kumimoji="1" lang="zh-CN" altLang="en-US" sz="3200">
                    <a:effectLst>
                      <a:outerShdw blurRad="38100" dist="38100" dir="2700000" algn="tl">
                        <a:srgbClr val="C0C0C0"/>
                      </a:outerShdw>
                    </a:effectLst>
                    <a:latin typeface="楷体_GB2312" pitchFamily="1" charset="-122"/>
                    <a:ea typeface="楷体_GB2312" pitchFamily="1" charset="-122"/>
                    <a:cs typeface="+mn-cs"/>
                  </a:rPr>
                  <a:t>         这是由偏心</a:t>
                </a:r>
              </a:p>
              <a:p>
                <a:pPr>
                  <a:lnSpc>
                    <a:spcPct val="40000"/>
                  </a:lnSpc>
                  <a:spcBef>
                    <a:spcPct val="50000"/>
                  </a:spcBef>
                  <a:buFont typeface="Arial" panose="020B0604020202020204" pitchFamily="34" charset="0"/>
                  <a:buNone/>
                  <a:defRPr/>
                </a:pPr>
                <a:r>
                  <a:rPr kumimoji="1" lang="zh-CN" altLang="en-US" sz="3200">
                    <a:effectLst>
                      <a:outerShdw blurRad="38100" dist="38100" dir="2700000" algn="tl">
                        <a:srgbClr val="C0C0C0"/>
                      </a:outerShdw>
                    </a:effectLst>
                    <a:latin typeface="楷体_GB2312" pitchFamily="1" charset="-122"/>
                    <a:ea typeface="楷体_GB2312" pitchFamily="1" charset="-122"/>
                    <a:cs typeface="+mn-cs"/>
                  </a:rPr>
                  <a:t>造成的。</a:t>
                </a:r>
                <a:endParaRPr kumimoji="1" lang="zh-CN" altLang="en-US" sz="4400">
                  <a:effectLst>
                    <a:outerShdw blurRad="38100" dist="38100" dir="2700000" algn="tl">
                      <a:srgbClr val="C0C0C0"/>
                    </a:outerShdw>
                  </a:effectLst>
                  <a:latin typeface="楷体_GB2312" pitchFamily="1" charset="-122"/>
                  <a:ea typeface="楷体_GB2312" pitchFamily="1" charset="-122"/>
                  <a:cs typeface="+mn-cs"/>
                </a:endParaRPr>
              </a:p>
              <a:p>
                <a:pPr>
                  <a:lnSpc>
                    <a:spcPct val="90000"/>
                  </a:lnSpc>
                  <a:spcBef>
                    <a:spcPct val="50000"/>
                  </a:spcBef>
                  <a:buFont typeface="Arial" panose="020B0604020202020204" pitchFamily="34" charset="0"/>
                  <a:buNone/>
                  <a:defRPr/>
                </a:pPr>
                <a:r>
                  <a:rPr kumimoji="1" lang="zh-CN" altLang="en-US" sz="4400">
                    <a:effectLst>
                      <a:outerShdw blurRad="38100" dist="38100" dir="2700000" algn="tl">
                        <a:srgbClr val="C0C0C0"/>
                      </a:outerShdw>
                    </a:effectLst>
                    <a:latin typeface="楷体_GB2312" pitchFamily="1" charset="-122"/>
                    <a:ea typeface="楷体_GB2312" pitchFamily="1" charset="-122"/>
                    <a:cs typeface="+mn-cs"/>
                  </a:rPr>
                  <a:t>  </a:t>
                </a:r>
              </a:p>
            </p:txBody>
          </p:sp>
          <p:graphicFrame>
            <p:nvGraphicFramePr>
              <p:cNvPr id="43033" name="Object 8">
                <a:extLst>
                  <a:ext uri="{FF2B5EF4-FFF2-40B4-BE49-F238E27FC236}">
                    <a16:creationId xmlns:a16="http://schemas.microsoft.com/office/drawing/2014/main" id="{E816DC55-EBD6-C0BA-3406-2B0817A8B0C2}"/>
                  </a:ext>
                </a:extLst>
              </p:cNvPr>
              <p:cNvGraphicFramePr>
                <a:graphicFrameLocks noChangeAspect="1"/>
              </p:cNvGraphicFramePr>
              <p:nvPr/>
            </p:nvGraphicFramePr>
            <p:xfrm>
              <a:off x="4464" y="2976"/>
              <a:ext cx="288" cy="317"/>
            </p:xfrm>
            <a:graphic>
              <a:graphicData uri="http://schemas.openxmlformats.org/presentationml/2006/ole">
                <mc:AlternateContent xmlns:mc="http://schemas.openxmlformats.org/markup-compatibility/2006">
                  <mc:Choice xmlns:v="urn:schemas-microsoft-com:vml" Requires="v">
                    <p:oleObj r:id="rId14" imgW="89640" imgH="145800" progId="">
                      <p:embed/>
                    </p:oleObj>
                  </mc:Choice>
                  <mc:Fallback>
                    <p:oleObj r:id="rId14" imgW="89640" imgH="145800" progId="">
                      <p:embed/>
                      <p:pic>
                        <p:nvPicPr>
                          <p:cNvPr id="0" name="Object 8"/>
                          <p:cNvPicPr>
                            <a:picLocks noChangeAspect="1" noChangeArrowheads="1"/>
                          </p:cNvPicPr>
                          <p:nvPr/>
                        </p:nvPicPr>
                        <p:blipFill>
                          <a:blip r:embed="rId1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64" y="2976"/>
                            <a:ext cx="28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34" name="Object 9">
                <a:extLst>
                  <a:ext uri="{FF2B5EF4-FFF2-40B4-BE49-F238E27FC236}">
                    <a16:creationId xmlns:a16="http://schemas.microsoft.com/office/drawing/2014/main" id="{C0B67749-9A8A-EAAF-D4DE-ED5DBD30130D}"/>
                  </a:ext>
                </a:extLst>
              </p:cNvPr>
              <p:cNvGraphicFramePr>
                <a:graphicFrameLocks noChangeAspect="1"/>
              </p:cNvGraphicFramePr>
              <p:nvPr/>
            </p:nvGraphicFramePr>
            <p:xfrm>
              <a:off x="2928" y="3504"/>
              <a:ext cx="1126" cy="267"/>
            </p:xfrm>
            <a:graphic>
              <a:graphicData uri="http://schemas.openxmlformats.org/presentationml/2006/ole">
                <mc:AlternateContent xmlns:mc="http://schemas.openxmlformats.org/markup-compatibility/2006">
                  <mc:Choice xmlns:v="urn:schemas-microsoft-com:vml" Requires="v">
                    <p:oleObj r:id="rId16" imgW="965200" imgH="228600" progId="">
                      <p:embed/>
                    </p:oleObj>
                  </mc:Choice>
                  <mc:Fallback>
                    <p:oleObj r:id="rId16" imgW="965200" imgH="228600" progId="">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28" y="3504"/>
                            <a:ext cx="112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3030" name="Arc 27">
              <a:extLst>
                <a:ext uri="{FF2B5EF4-FFF2-40B4-BE49-F238E27FC236}">
                  <a16:creationId xmlns:a16="http://schemas.microsoft.com/office/drawing/2014/main" id="{2F7788F6-65F2-95E4-82C6-58A90A00E09E}"/>
                </a:ext>
              </a:extLst>
            </p:cNvPr>
            <p:cNvSpPr>
              <a:spLocks/>
            </p:cNvSpPr>
            <p:nvPr/>
          </p:nvSpPr>
          <p:spPr bwMode="auto">
            <a:xfrm rot="1167697" flipH="1">
              <a:off x="3072" y="3504"/>
              <a:ext cx="192"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flat"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31" name="Arc 28">
              <a:extLst>
                <a:ext uri="{FF2B5EF4-FFF2-40B4-BE49-F238E27FC236}">
                  <a16:creationId xmlns:a16="http://schemas.microsoft.com/office/drawing/2014/main" id="{8EB1F0BC-6C86-FCAC-9007-F6E9B2D7A2A6}"/>
                </a:ext>
              </a:extLst>
            </p:cNvPr>
            <p:cNvSpPr>
              <a:spLocks/>
            </p:cNvSpPr>
            <p:nvPr/>
          </p:nvSpPr>
          <p:spPr bwMode="auto">
            <a:xfrm rot="1167697" flipH="1">
              <a:off x="3696" y="3504"/>
              <a:ext cx="192"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flat"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43027" name="Object 7">
            <a:extLst>
              <a:ext uri="{FF2B5EF4-FFF2-40B4-BE49-F238E27FC236}">
                <a16:creationId xmlns:a16="http://schemas.microsoft.com/office/drawing/2014/main" id="{38E7AA25-BB08-BB2C-FF61-A012433E48F8}"/>
              </a:ext>
            </a:extLst>
          </p:cNvPr>
          <p:cNvGraphicFramePr>
            <a:graphicFrameLocks noChangeAspect="1"/>
          </p:cNvGraphicFramePr>
          <p:nvPr/>
        </p:nvGraphicFramePr>
        <p:xfrm>
          <a:off x="1771650" y="1201738"/>
          <a:ext cx="406400" cy="449262"/>
        </p:xfrm>
        <a:graphic>
          <a:graphicData uri="http://schemas.openxmlformats.org/presentationml/2006/ole">
            <mc:AlternateContent xmlns:mc="http://schemas.openxmlformats.org/markup-compatibility/2006">
              <mc:Choice xmlns:v="urn:schemas-microsoft-com:vml" Requires="v">
                <p:oleObj r:id="rId18" imgW="126725" imgH="139397" progId="">
                  <p:embed/>
                </p:oleObj>
              </mc:Choice>
              <mc:Fallback>
                <p:oleObj r:id="rId18" imgW="126725" imgH="139397" progId="">
                  <p:embed/>
                  <p:pic>
                    <p:nvPicPr>
                      <p:cNvPr id="0" name="Object 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71650" y="1201738"/>
                        <a:ext cx="40640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8" name="Text Box 32">
            <a:extLst>
              <a:ext uri="{FF2B5EF4-FFF2-40B4-BE49-F238E27FC236}">
                <a16:creationId xmlns:a16="http://schemas.microsoft.com/office/drawing/2014/main" id="{2F3CFEFF-09B5-A111-2829-3C2BFED1603C}"/>
              </a:ext>
            </a:extLst>
          </p:cNvPr>
          <p:cNvSpPr txBox="1">
            <a:spLocks noChangeArrowheads="1"/>
          </p:cNvSpPr>
          <p:nvPr/>
        </p:nvSpPr>
        <p:spPr bwMode="auto">
          <a:xfrm>
            <a:off x="539750" y="6092825"/>
            <a:ext cx="6407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zh-CN" altLang="en-US" sz="2400" b="0">
                <a:latin typeface="Times New Roman" panose="02020603050405020304" pitchFamily="18" charset="0"/>
                <a:ea typeface="宋体" panose="02010600030101010101" pitchFamily="2" charset="-122"/>
              </a:rPr>
              <a:t>分光计的刻度盘和游标盘不同轴会引起偏心差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CE216D3-5B8F-08E9-60B1-742B95ADC42C}"/>
              </a:ext>
            </a:extLst>
          </p:cNvPr>
          <p:cNvGrpSpPr>
            <a:grpSpLocks/>
          </p:cNvGrpSpPr>
          <p:nvPr/>
        </p:nvGrpSpPr>
        <p:grpSpPr bwMode="auto">
          <a:xfrm>
            <a:off x="1258888" y="2817813"/>
            <a:ext cx="6048375" cy="1978025"/>
            <a:chOff x="669" y="1112"/>
            <a:chExt cx="3160" cy="1246"/>
          </a:xfrm>
        </p:grpSpPr>
        <p:graphicFrame>
          <p:nvGraphicFramePr>
            <p:cNvPr id="44038" name="Object 2">
              <a:extLst>
                <a:ext uri="{FF2B5EF4-FFF2-40B4-BE49-F238E27FC236}">
                  <a16:creationId xmlns:a16="http://schemas.microsoft.com/office/drawing/2014/main" id="{31AFFD8E-7B36-EC20-68A0-4E95B7DE845D}"/>
                </a:ext>
              </a:extLst>
            </p:cNvPr>
            <p:cNvGraphicFramePr>
              <a:graphicFrameLocks noChangeAspect="1"/>
            </p:cNvGraphicFramePr>
            <p:nvPr/>
          </p:nvGraphicFramePr>
          <p:xfrm>
            <a:off x="2045" y="1112"/>
            <a:ext cx="1784" cy="1246"/>
          </p:xfrm>
          <a:graphic>
            <a:graphicData uri="http://schemas.openxmlformats.org/presentationml/2006/ole">
              <mc:AlternateContent xmlns:mc="http://schemas.openxmlformats.org/markup-compatibility/2006">
                <mc:Choice xmlns:v="urn:schemas-microsoft-com:vml" Requires="v">
                  <p:oleObj r:id="rId2" imgW="513000" imgH="575640" progId="">
                    <p:embed/>
                  </p:oleObj>
                </mc:Choice>
                <mc:Fallback>
                  <p:oleObj r:id="rId2" imgW="513000" imgH="575640" progId="">
                    <p:embed/>
                    <p:pic>
                      <p:nvPicPr>
                        <p:cNvPr id="0" name="Object 2"/>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045" y="1112"/>
                          <a:ext cx="1784" cy="1246"/>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9" name="Text Box 5">
              <a:extLst>
                <a:ext uri="{FF2B5EF4-FFF2-40B4-BE49-F238E27FC236}">
                  <a16:creationId xmlns:a16="http://schemas.microsoft.com/office/drawing/2014/main" id="{1994FBE3-3A74-7815-17A8-893D285BD671}"/>
                </a:ext>
              </a:extLst>
            </p:cNvPr>
            <p:cNvSpPr txBox="1">
              <a:spLocks noChangeArrowheads="1"/>
            </p:cNvSpPr>
            <p:nvPr/>
          </p:nvSpPr>
          <p:spPr bwMode="auto">
            <a:xfrm>
              <a:off x="669" y="1678"/>
              <a:ext cx="816" cy="404"/>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sz="3600">
                  <a:latin typeface="楷体_GB2312"/>
                  <a:ea typeface="楷体_GB2312"/>
                </a:rPr>
                <a:t>如：</a:t>
              </a:r>
            </a:p>
          </p:txBody>
        </p:sp>
      </p:grpSp>
      <p:sp>
        <p:nvSpPr>
          <p:cNvPr id="32774" name="Text Box 6">
            <a:extLst>
              <a:ext uri="{FF2B5EF4-FFF2-40B4-BE49-F238E27FC236}">
                <a16:creationId xmlns:a16="http://schemas.microsoft.com/office/drawing/2014/main" id="{A74BA350-FB0E-F374-60B7-73A4B3A3E2AF}"/>
              </a:ext>
            </a:extLst>
          </p:cNvPr>
          <p:cNvSpPr txBox="1">
            <a:spLocks noChangeArrowheads="1"/>
          </p:cNvSpPr>
          <p:nvPr/>
        </p:nvSpPr>
        <p:spPr bwMode="auto">
          <a:xfrm>
            <a:off x="566738" y="1071563"/>
            <a:ext cx="8458200" cy="1311275"/>
          </a:xfrm>
          <a:prstGeom prst="rect">
            <a:avLst/>
          </a:prstGeom>
          <a:solidFill>
            <a:schemeClr val="hlink"/>
          </a:solidFill>
          <a:ln w="12700">
            <a:no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en-US" altLang="zh-CN" sz="4000">
                <a:latin typeface="楷体_GB2312" pitchFamily="1" charset="-122"/>
                <a:ea typeface="楷体_GB2312" pitchFamily="1" charset="-122"/>
                <a:cs typeface="+mn-cs"/>
              </a:rPr>
              <a:t>    </a:t>
            </a:r>
            <a:r>
              <a:rPr kumimoji="1" lang="zh-CN" altLang="en-US" sz="4000">
                <a:effectLst>
                  <a:outerShdw blurRad="38100" dist="38100" dir="2700000" algn="tl">
                    <a:srgbClr val="FFFFFF"/>
                  </a:outerShdw>
                </a:effectLst>
                <a:latin typeface="楷体_GB2312" pitchFamily="1" charset="-122"/>
                <a:ea typeface="楷体_GB2312" pitchFamily="1" charset="-122"/>
                <a:cs typeface="+mn-cs"/>
              </a:rPr>
              <a:t>由于理论推导中的近似</a:t>
            </a:r>
            <a:r>
              <a:rPr kumimoji="1" lang="en-US" altLang="zh-CN" sz="4000">
                <a:effectLst>
                  <a:outerShdw blurRad="38100" dist="38100" dir="2700000" algn="tl">
                    <a:srgbClr val="FFFFFF"/>
                  </a:outerShdw>
                </a:effectLst>
                <a:latin typeface="楷体_GB2312" pitchFamily="1" charset="-122"/>
                <a:ea typeface="楷体_GB2312" pitchFamily="1" charset="-122"/>
                <a:cs typeface="+mn-cs"/>
              </a:rPr>
              <a:t>,</a:t>
            </a:r>
            <a:r>
              <a:rPr kumimoji="1" lang="zh-CN" altLang="en-US" sz="4000">
                <a:effectLst>
                  <a:outerShdw blurRad="38100" dist="38100" dir="2700000" algn="tl">
                    <a:srgbClr val="FFFFFF"/>
                  </a:outerShdw>
                </a:effectLst>
                <a:latin typeface="楷体_GB2312" pitchFamily="1" charset="-122"/>
                <a:ea typeface="楷体_GB2312" pitchFamily="1" charset="-122"/>
                <a:cs typeface="+mn-cs"/>
              </a:rPr>
              <a:t>产生的</a:t>
            </a:r>
          </a:p>
          <a:p>
            <a:pPr>
              <a:lnSpc>
                <a:spcPct val="50000"/>
              </a:lnSpc>
              <a:spcBef>
                <a:spcPct val="50000"/>
              </a:spcBef>
              <a:buFont typeface="Arial" panose="020B0604020202020204" pitchFamily="34" charset="0"/>
              <a:buNone/>
              <a:defRPr/>
            </a:pPr>
            <a:r>
              <a:rPr kumimoji="1" lang="zh-CN" altLang="en-US" sz="4000">
                <a:effectLst>
                  <a:outerShdw blurRad="38100" dist="38100" dir="2700000" algn="tl">
                    <a:srgbClr val="FFFFFF"/>
                  </a:outerShdw>
                </a:effectLst>
                <a:latin typeface="楷体_GB2312" pitchFamily="1" charset="-122"/>
                <a:ea typeface="楷体_GB2312" pitchFamily="1" charset="-122"/>
                <a:cs typeface="+mn-cs"/>
              </a:rPr>
              <a:t>系统误差</a:t>
            </a:r>
          </a:p>
        </p:txBody>
      </p:sp>
      <p:sp>
        <p:nvSpPr>
          <p:cNvPr id="32775" name="Text Box 7" descr="花束">
            <a:extLst>
              <a:ext uri="{FF2B5EF4-FFF2-40B4-BE49-F238E27FC236}">
                <a16:creationId xmlns:a16="http://schemas.microsoft.com/office/drawing/2014/main" id="{544009DE-2031-6434-E35A-0FA74836448C}"/>
              </a:ext>
            </a:extLst>
          </p:cNvPr>
          <p:cNvSpPr txBox="1">
            <a:spLocks noChangeArrowheads="1"/>
          </p:cNvSpPr>
          <p:nvPr/>
        </p:nvSpPr>
        <p:spPr bwMode="auto">
          <a:xfrm>
            <a:off x="685800" y="247650"/>
            <a:ext cx="1295400" cy="714375"/>
          </a:xfrm>
          <a:prstGeom prst="rect">
            <a:avLst/>
          </a:prstGeom>
          <a:solidFill>
            <a:srgbClr val="FFFFFF"/>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sz="4000">
                <a:latin typeface="楷体_GB2312"/>
                <a:ea typeface="楷体_GB2312"/>
              </a:rPr>
              <a:t>理论</a:t>
            </a:r>
          </a:p>
        </p:txBody>
      </p:sp>
      <p:sp>
        <p:nvSpPr>
          <p:cNvPr id="44037" name="Text Box 9">
            <a:extLst>
              <a:ext uri="{FF2B5EF4-FFF2-40B4-BE49-F238E27FC236}">
                <a16:creationId xmlns:a16="http://schemas.microsoft.com/office/drawing/2014/main" id="{EF3B641C-57EE-904F-9107-D89F6C5158BA}"/>
              </a:ext>
            </a:extLst>
          </p:cNvPr>
          <p:cNvSpPr txBox="1">
            <a:spLocks noChangeArrowheads="1"/>
          </p:cNvSpPr>
          <p:nvPr/>
        </p:nvSpPr>
        <p:spPr bwMode="auto">
          <a:xfrm>
            <a:off x="1258888" y="5229225"/>
            <a:ext cx="5976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zh-CN" altLang="en-US" sz="2400" b="0">
                <a:latin typeface="Times New Roman" panose="02020603050405020304" pitchFamily="18" charset="0"/>
                <a:ea typeface="宋体" panose="02010600030101010101" pitchFamily="2" charset="-122"/>
              </a:rPr>
              <a:t>成立条件：摆角趋于零，摆球的体积趋于零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2775"/>
                                        </p:tgtEl>
                                        <p:attrNameLst>
                                          <p:attrName>style.visibility</p:attrName>
                                        </p:attrNameLst>
                                      </p:cBhvr>
                                      <p:to>
                                        <p:strVal val="visible"/>
                                      </p:to>
                                    </p:set>
                                    <p:animEffect transition="in" filter="wipe(left)">
                                      <p:cBhvr>
                                        <p:cTn id="7" dur="500"/>
                                        <p:tgtEl>
                                          <p:spTgt spid="327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2774"/>
                                        </p:tgtEl>
                                        <p:attrNameLst>
                                          <p:attrName>style.visibility</p:attrName>
                                        </p:attrNameLst>
                                      </p:cBhvr>
                                      <p:to>
                                        <p:strVal val="visible"/>
                                      </p:to>
                                    </p:set>
                                    <p:animEffect transition="in" filter="wipe(left)">
                                      <p:cBhvr>
                                        <p:cTn id="12" dur="500"/>
                                        <p:tgtEl>
                                          <p:spTgt spid="3277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animBg="1"/>
      <p:bldP spid="3277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descr="花束">
            <a:extLst>
              <a:ext uri="{FF2B5EF4-FFF2-40B4-BE49-F238E27FC236}">
                <a16:creationId xmlns:a16="http://schemas.microsoft.com/office/drawing/2014/main" id="{ABF6B76E-8303-C605-5DBC-48D375D29D02}"/>
              </a:ext>
            </a:extLst>
          </p:cNvPr>
          <p:cNvSpPr txBox="1">
            <a:spLocks noChangeArrowheads="1"/>
          </p:cNvSpPr>
          <p:nvPr/>
        </p:nvSpPr>
        <p:spPr bwMode="auto">
          <a:xfrm>
            <a:off x="609600" y="381000"/>
            <a:ext cx="1295400" cy="714375"/>
          </a:xfrm>
          <a:prstGeom prst="rect">
            <a:avLst/>
          </a:prstGeom>
          <a:solidFill>
            <a:srgbClr val="FFFFFF"/>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sz="4000">
                <a:latin typeface="楷体_GB2312"/>
                <a:ea typeface="楷体_GB2312"/>
              </a:rPr>
              <a:t>人为</a:t>
            </a:r>
            <a:endParaRPr lang="zh-CN" altLang="en-US" sz="3600">
              <a:latin typeface="楷体_GB2312"/>
              <a:ea typeface="楷体_GB2312"/>
            </a:endParaRPr>
          </a:p>
        </p:txBody>
      </p:sp>
      <p:sp>
        <p:nvSpPr>
          <p:cNvPr id="33795" name="Text Box 3">
            <a:extLst>
              <a:ext uri="{FF2B5EF4-FFF2-40B4-BE49-F238E27FC236}">
                <a16:creationId xmlns:a16="http://schemas.microsoft.com/office/drawing/2014/main" id="{DC14E38C-2F03-7B28-D543-15EFD9D0F017}"/>
              </a:ext>
            </a:extLst>
          </p:cNvPr>
          <p:cNvSpPr txBox="1">
            <a:spLocks noChangeArrowheads="1"/>
          </p:cNvSpPr>
          <p:nvPr/>
        </p:nvSpPr>
        <p:spPr bwMode="auto">
          <a:xfrm>
            <a:off x="228600" y="1295400"/>
            <a:ext cx="8915400" cy="641350"/>
          </a:xfrm>
          <a:prstGeom prst="rect">
            <a:avLst/>
          </a:prstGeom>
          <a:solidFill>
            <a:schemeClr val="hlink"/>
          </a:solidFill>
          <a:ln w="12700">
            <a:no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en-US" altLang="zh-CN" sz="3200">
                <a:latin typeface="楷体_GB2312" pitchFamily="1" charset="-122"/>
                <a:ea typeface="楷体_GB2312" pitchFamily="1" charset="-122"/>
                <a:cs typeface="+mn-cs"/>
              </a:rPr>
              <a:t>   </a:t>
            </a:r>
            <a:r>
              <a:rPr kumimoji="1" lang="zh-CN" altLang="en-US" sz="3600">
                <a:effectLst>
                  <a:outerShdw blurRad="38100" dist="38100" dir="2700000" algn="tl">
                    <a:srgbClr val="FFFFFF"/>
                  </a:outerShdw>
                </a:effectLst>
                <a:latin typeface="楷体_GB2312" pitchFamily="1" charset="-122"/>
                <a:ea typeface="楷体_GB2312" pitchFamily="1" charset="-122"/>
                <a:cs typeface="+mn-cs"/>
              </a:rPr>
              <a:t>心理作用，读数（估计）偏大或偏小。</a:t>
            </a:r>
          </a:p>
        </p:txBody>
      </p:sp>
      <p:grpSp>
        <p:nvGrpSpPr>
          <p:cNvPr id="2" name="Group 4">
            <a:extLst>
              <a:ext uri="{FF2B5EF4-FFF2-40B4-BE49-F238E27FC236}">
                <a16:creationId xmlns:a16="http://schemas.microsoft.com/office/drawing/2014/main" id="{740468C3-A99A-EC37-0133-6048CDD3415F}"/>
              </a:ext>
            </a:extLst>
          </p:cNvPr>
          <p:cNvGrpSpPr>
            <a:grpSpLocks/>
          </p:cNvGrpSpPr>
          <p:nvPr/>
        </p:nvGrpSpPr>
        <p:grpSpPr bwMode="auto">
          <a:xfrm>
            <a:off x="762000" y="2362200"/>
            <a:ext cx="8382000" cy="3533775"/>
            <a:chOff x="480" y="1488"/>
            <a:chExt cx="5280" cy="2226"/>
          </a:xfrm>
        </p:grpSpPr>
        <p:sp>
          <p:nvSpPr>
            <p:cNvPr id="45061" name="Text Box 5">
              <a:extLst>
                <a:ext uri="{FF2B5EF4-FFF2-40B4-BE49-F238E27FC236}">
                  <a16:creationId xmlns:a16="http://schemas.microsoft.com/office/drawing/2014/main" id="{918721BA-1AD6-0838-23B7-6F5EF6C682FC}"/>
                </a:ext>
              </a:extLst>
            </p:cNvPr>
            <p:cNvSpPr txBox="1">
              <a:spLocks noChangeArrowheads="1"/>
            </p:cNvSpPr>
            <p:nvPr/>
          </p:nvSpPr>
          <p:spPr bwMode="auto">
            <a:xfrm>
              <a:off x="480" y="1507"/>
              <a:ext cx="1200" cy="365"/>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a:latin typeface="楷体_GB2312"/>
                  <a:ea typeface="楷体_GB2312"/>
                </a:rPr>
                <a:t>生理因素</a:t>
              </a:r>
            </a:p>
          </p:txBody>
        </p:sp>
        <p:sp>
          <p:nvSpPr>
            <p:cNvPr id="45062" name="Text Box 6">
              <a:extLst>
                <a:ext uri="{FF2B5EF4-FFF2-40B4-BE49-F238E27FC236}">
                  <a16:creationId xmlns:a16="http://schemas.microsoft.com/office/drawing/2014/main" id="{3A12B2ED-5BAD-85B7-8A9B-D7D8BEE43689}"/>
                </a:ext>
              </a:extLst>
            </p:cNvPr>
            <p:cNvSpPr txBox="1">
              <a:spLocks noChangeArrowheads="1"/>
            </p:cNvSpPr>
            <p:nvPr/>
          </p:nvSpPr>
          <p:spPr bwMode="auto">
            <a:xfrm>
              <a:off x="2031" y="1505"/>
              <a:ext cx="864" cy="220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a:latin typeface="楷体_GB2312"/>
                  <a:ea typeface="楷体_GB2312"/>
                </a:rPr>
                <a:t>听觉</a:t>
              </a:r>
            </a:p>
            <a:p>
              <a:pPr>
                <a:spcBef>
                  <a:spcPct val="50000"/>
                </a:spcBef>
                <a:buClrTx/>
                <a:buSzTx/>
                <a:buFont typeface="Arial" panose="020B0604020202020204" pitchFamily="34" charset="0"/>
                <a:buNone/>
              </a:pPr>
              <a:endParaRPr lang="zh-CN" altLang="en-US">
                <a:latin typeface="楷体_GB2312"/>
                <a:ea typeface="楷体_GB2312"/>
              </a:endParaRPr>
            </a:p>
            <a:p>
              <a:pPr>
                <a:spcBef>
                  <a:spcPct val="50000"/>
                </a:spcBef>
                <a:buClrTx/>
                <a:buSzTx/>
                <a:buFont typeface="Arial" panose="020B0604020202020204" pitchFamily="34" charset="0"/>
                <a:buNone/>
              </a:pPr>
              <a:r>
                <a:rPr lang="zh-CN" altLang="en-US">
                  <a:latin typeface="楷体_GB2312"/>
                  <a:ea typeface="楷体_GB2312"/>
                </a:rPr>
                <a:t>嗅觉</a:t>
              </a:r>
            </a:p>
            <a:p>
              <a:pPr>
                <a:spcBef>
                  <a:spcPct val="50000"/>
                </a:spcBef>
                <a:buClrTx/>
                <a:buSzTx/>
                <a:buFont typeface="Arial" panose="020B0604020202020204" pitchFamily="34" charset="0"/>
                <a:buNone/>
              </a:pPr>
              <a:r>
                <a:rPr lang="zh-CN" altLang="en-US">
                  <a:latin typeface="楷体_GB2312"/>
                  <a:ea typeface="楷体_GB2312"/>
                </a:rPr>
                <a:t>色觉</a:t>
              </a:r>
            </a:p>
            <a:p>
              <a:pPr>
                <a:spcBef>
                  <a:spcPct val="50000"/>
                </a:spcBef>
                <a:buClrTx/>
                <a:buSzTx/>
                <a:buFont typeface="Arial" panose="020B0604020202020204" pitchFamily="34" charset="0"/>
                <a:buNone/>
              </a:pPr>
              <a:r>
                <a:rPr lang="zh-CN" altLang="en-US">
                  <a:latin typeface="楷体_GB2312"/>
                  <a:ea typeface="楷体_GB2312"/>
                </a:rPr>
                <a:t>视觉</a:t>
              </a:r>
            </a:p>
          </p:txBody>
        </p:sp>
        <p:sp>
          <p:nvSpPr>
            <p:cNvPr id="45063" name="Text Box 7">
              <a:extLst>
                <a:ext uri="{FF2B5EF4-FFF2-40B4-BE49-F238E27FC236}">
                  <a16:creationId xmlns:a16="http://schemas.microsoft.com/office/drawing/2014/main" id="{B3041E81-29EA-A479-36B7-E0E01896153B}"/>
                </a:ext>
              </a:extLst>
            </p:cNvPr>
            <p:cNvSpPr txBox="1">
              <a:spLocks noChangeArrowheads="1"/>
            </p:cNvSpPr>
            <p:nvPr/>
          </p:nvSpPr>
          <p:spPr bwMode="auto">
            <a:xfrm>
              <a:off x="2979" y="1488"/>
              <a:ext cx="2781" cy="91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a:latin typeface="楷体_GB2312"/>
                  <a:ea typeface="楷体_GB2312"/>
                </a:rPr>
                <a:t>对音域（</a:t>
              </a:r>
              <a:r>
                <a:rPr lang="en-US" altLang="zh-CN" sz="2800">
                  <a:latin typeface="楷体_GB2312"/>
                  <a:ea typeface="楷体_GB2312"/>
                </a:rPr>
                <a:t>20HZ--20KHZ</a:t>
              </a:r>
              <a:r>
                <a:rPr lang="zh-CN" altLang="en-US" sz="2800">
                  <a:latin typeface="楷体_GB2312"/>
                  <a:ea typeface="楷体_GB2312"/>
                </a:rPr>
                <a:t>）</a:t>
              </a:r>
            </a:p>
            <a:p>
              <a:pPr>
                <a:lnSpc>
                  <a:spcPct val="40000"/>
                </a:lnSpc>
                <a:spcBef>
                  <a:spcPct val="50000"/>
                </a:spcBef>
                <a:buClrTx/>
                <a:buSzTx/>
                <a:buFont typeface="Arial" panose="020B0604020202020204" pitchFamily="34" charset="0"/>
                <a:buNone/>
              </a:pPr>
              <a:r>
                <a:rPr lang="zh-CN" altLang="en-US">
                  <a:latin typeface="楷体_GB2312"/>
                  <a:ea typeface="楷体_GB2312"/>
                </a:rPr>
                <a:t>的辨别。</a:t>
              </a:r>
            </a:p>
            <a:p>
              <a:pPr>
                <a:lnSpc>
                  <a:spcPct val="40000"/>
                </a:lnSpc>
                <a:spcBef>
                  <a:spcPct val="50000"/>
                </a:spcBef>
                <a:buClrTx/>
                <a:buSzTx/>
                <a:buFont typeface="Arial" panose="020B0604020202020204" pitchFamily="34" charset="0"/>
                <a:buNone/>
              </a:pPr>
              <a:r>
                <a:rPr lang="zh-CN" altLang="en-US">
                  <a:latin typeface="楷体_GB2312"/>
                  <a:ea typeface="楷体_GB2312"/>
                </a:rPr>
                <a:t>对音色的辨别。</a:t>
              </a:r>
            </a:p>
          </p:txBody>
        </p:sp>
        <p:sp>
          <p:nvSpPr>
            <p:cNvPr id="45064" name="Line 8">
              <a:extLst>
                <a:ext uri="{FF2B5EF4-FFF2-40B4-BE49-F238E27FC236}">
                  <a16:creationId xmlns:a16="http://schemas.microsoft.com/office/drawing/2014/main" id="{E89606BD-B8D3-A47C-FC0D-D48F110E7527}"/>
                </a:ext>
              </a:extLst>
            </p:cNvPr>
            <p:cNvSpPr>
              <a:spLocks noChangeShapeType="1"/>
            </p:cNvSpPr>
            <p:nvPr/>
          </p:nvSpPr>
          <p:spPr bwMode="auto">
            <a:xfrm>
              <a:off x="1680" y="1680"/>
              <a:ext cx="336"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5065" name="Line 9">
              <a:extLst>
                <a:ext uri="{FF2B5EF4-FFF2-40B4-BE49-F238E27FC236}">
                  <a16:creationId xmlns:a16="http://schemas.microsoft.com/office/drawing/2014/main" id="{921FD5D6-A6E1-BAE7-D977-CF897F6CCC66}"/>
                </a:ext>
              </a:extLst>
            </p:cNvPr>
            <p:cNvSpPr>
              <a:spLocks noChangeShapeType="1"/>
            </p:cNvSpPr>
            <p:nvPr/>
          </p:nvSpPr>
          <p:spPr bwMode="auto">
            <a:xfrm>
              <a:off x="1680" y="1680"/>
              <a:ext cx="0" cy="187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5066" name="Line 10">
              <a:extLst>
                <a:ext uri="{FF2B5EF4-FFF2-40B4-BE49-F238E27FC236}">
                  <a16:creationId xmlns:a16="http://schemas.microsoft.com/office/drawing/2014/main" id="{56830AF1-A320-AE8C-BD9B-55BDC6255FE3}"/>
                </a:ext>
              </a:extLst>
            </p:cNvPr>
            <p:cNvSpPr>
              <a:spLocks noChangeShapeType="1"/>
            </p:cNvSpPr>
            <p:nvPr/>
          </p:nvSpPr>
          <p:spPr bwMode="auto">
            <a:xfrm>
              <a:off x="1680" y="2625"/>
              <a:ext cx="336"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5067" name="Line 11">
              <a:extLst>
                <a:ext uri="{FF2B5EF4-FFF2-40B4-BE49-F238E27FC236}">
                  <a16:creationId xmlns:a16="http://schemas.microsoft.com/office/drawing/2014/main" id="{A1063227-1697-DE69-FC63-1F2DE1A7EA0A}"/>
                </a:ext>
              </a:extLst>
            </p:cNvPr>
            <p:cNvSpPr>
              <a:spLocks noChangeShapeType="1"/>
            </p:cNvSpPr>
            <p:nvPr/>
          </p:nvSpPr>
          <p:spPr bwMode="auto">
            <a:xfrm>
              <a:off x="1680" y="3072"/>
              <a:ext cx="336"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5068" name="Line 12">
              <a:extLst>
                <a:ext uri="{FF2B5EF4-FFF2-40B4-BE49-F238E27FC236}">
                  <a16:creationId xmlns:a16="http://schemas.microsoft.com/office/drawing/2014/main" id="{DE489A93-EF0A-BF83-A51A-691446574DB6}"/>
                </a:ext>
              </a:extLst>
            </p:cNvPr>
            <p:cNvSpPr>
              <a:spLocks noChangeShapeType="1"/>
            </p:cNvSpPr>
            <p:nvPr/>
          </p:nvSpPr>
          <p:spPr bwMode="auto">
            <a:xfrm>
              <a:off x="1680" y="3546"/>
              <a:ext cx="336"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5069" name="Line 13">
              <a:extLst>
                <a:ext uri="{FF2B5EF4-FFF2-40B4-BE49-F238E27FC236}">
                  <a16:creationId xmlns:a16="http://schemas.microsoft.com/office/drawing/2014/main" id="{989358F2-2FE1-9F3A-B67F-A968249B2DBD}"/>
                </a:ext>
              </a:extLst>
            </p:cNvPr>
            <p:cNvSpPr>
              <a:spLocks noChangeShapeType="1"/>
            </p:cNvSpPr>
            <p:nvPr/>
          </p:nvSpPr>
          <p:spPr bwMode="auto">
            <a:xfrm>
              <a:off x="2688" y="1680"/>
              <a:ext cx="28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5070" name="Line 14">
              <a:extLst>
                <a:ext uri="{FF2B5EF4-FFF2-40B4-BE49-F238E27FC236}">
                  <a16:creationId xmlns:a16="http://schemas.microsoft.com/office/drawing/2014/main" id="{B3D0707A-18E1-C8D5-761D-DACB71EEA1F0}"/>
                </a:ext>
              </a:extLst>
            </p:cNvPr>
            <p:cNvSpPr>
              <a:spLocks noChangeShapeType="1"/>
            </p:cNvSpPr>
            <p:nvPr/>
          </p:nvSpPr>
          <p:spPr bwMode="auto">
            <a:xfrm>
              <a:off x="2688" y="1680"/>
              <a:ext cx="0" cy="57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5071" name="Line 15">
              <a:extLst>
                <a:ext uri="{FF2B5EF4-FFF2-40B4-BE49-F238E27FC236}">
                  <a16:creationId xmlns:a16="http://schemas.microsoft.com/office/drawing/2014/main" id="{65212DBD-CD13-A6A4-7EC5-6FBAABEE5E47}"/>
                </a:ext>
              </a:extLst>
            </p:cNvPr>
            <p:cNvSpPr>
              <a:spLocks noChangeShapeType="1"/>
            </p:cNvSpPr>
            <p:nvPr/>
          </p:nvSpPr>
          <p:spPr bwMode="auto">
            <a:xfrm>
              <a:off x="2688" y="2256"/>
              <a:ext cx="28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500"/>
                                        <p:tgtEl>
                                          <p:spTgt spid="33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3795"/>
                                        </p:tgtEl>
                                        <p:attrNameLst>
                                          <p:attrName>style.visibility</p:attrName>
                                        </p:attrNameLst>
                                      </p:cBhvr>
                                      <p:to>
                                        <p:strVal val="visible"/>
                                      </p:to>
                                    </p:set>
                                    <p:animEffect transition="in" filter="wipe(left)">
                                      <p:cBhvr>
                                        <p:cTn id="12" dur="500"/>
                                        <p:tgtEl>
                                          <p:spTgt spid="337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nimBg="1"/>
      <p:bldP spid="3379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descr="花束">
            <a:extLst>
              <a:ext uri="{FF2B5EF4-FFF2-40B4-BE49-F238E27FC236}">
                <a16:creationId xmlns:a16="http://schemas.microsoft.com/office/drawing/2014/main" id="{3EDB7A78-860A-BE1D-BF43-0E5646BEFCE3}"/>
              </a:ext>
            </a:extLst>
          </p:cNvPr>
          <p:cNvSpPr txBox="1">
            <a:spLocks noChangeArrowheads="1"/>
          </p:cNvSpPr>
          <p:nvPr/>
        </p:nvSpPr>
        <p:spPr bwMode="auto">
          <a:xfrm>
            <a:off x="533400" y="481013"/>
            <a:ext cx="1447800" cy="714375"/>
          </a:xfrm>
          <a:prstGeom prst="rect">
            <a:avLst/>
          </a:prstGeom>
          <a:solidFill>
            <a:srgbClr val="FFFFFF"/>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sz="4000">
                <a:latin typeface="楷体_GB2312"/>
                <a:ea typeface="楷体_GB2312"/>
              </a:rPr>
              <a:t>环境</a:t>
            </a:r>
            <a:endParaRPr lang="zh-CN" altLang="en-US">
              <a:latin typeface="楷体_GB2312"/>
              <a:ea typeface="楷体_GB2312"/>
            </a:endParaRPr>
          </a:p>
        </p:txBody>
      </p:sp>
      <p:sp>
        <p:nvSpPr>
          <p:cNvPr id="46083" name="Rectangle 3">
            <a:extLst>
              <a:ext uri="{FF2B5EF4-FFF2-40B4-BE49-F238E27FC236}">
                <a16:creationId xmlns:a16="http://schemas.microsoft.com/office/drawing/2014/main" id="{7304147B-1CCB-5FBC-2D41-FFE551EB000E}"/>
              </a:ext>
            </a:extLst>
          </p:cNvPr>
          <p:cNvSpPr>
            <a:spLocks noChangeArrowheads="1"/>
          </p:cNvSpPr>
          <p:nvPr/>
        </p:nvSpPr>
        <p:spPr bwMode="auto">
          <a:xfrm>
            <a:off x="838200" y="1752600"/>
            <a:ext cx="2743200" cy="2971800"/>
          </a:xfrm>
          <a:prstGeom prst="rect">
            <a:avLst/>
          </a:prstGeom>
          <a:solidFill>
            <a:schemeClr val="tx1"/>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6084" name="Rectangle 4">
            <a:extLst>
              <a:ext uri="{FF2B5EF4-FFF2-40B4-BE49-F238E27FC236}">
                <a16:creationId xmlns:a16="http://schemas.microsoft.com/office/drawing/2014/main" id="{6391BB83-C42A-9FA1-C019-517C13355255}"/>
              </a:ext>
            </a:extLst>
          </p:cNvPr>
          <p:cNvSpPr>
            <a:spLocks noChangeArrowheads="1"/>
          </p:cNvSpPr>
          <p:nvPr/>
        </p:nvSpPr>
        <p:spPr bwMode="auto">
          <a:xfrm>
            <a:off x="1019175" y="2109788"/>
            <a:ext cx="2362200" cy="1905000"/>
          </a:xfrm>
          <a:prstGeom prst="rect">
            <a:avLst/>
          </a:prstGeom>
          <a:solidFill>
            <a:srgbClr val="CCECFF"/>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6085" name="Oval 5">
            <a:extLst>
              <a:ext uri="{FF2B5EF4-FFF2-40B4-BE49-F238E27FC236}">
                <a16:creationId xmlns:a16="http://schemas.microsoft.com/office/drawing/2014/main" id="{614484B8-A955-9AEA-B346-4DF0FCC0E4C5}"/>
              </a:ext>
            </a:extLst>
          </p:cNvPr>
          <p:cNvSpPr>
            <a:spLocks noChangeArrowheads="1"/>
          </p:cNvSpPr>
          <p:nvPr/>
        </p:nvSpPr>
        <p:spPr bwMode="auto">
          <a:xfrm>
            <a:off x="1143000" y="4291013"/>
            <a:ext cx="152400" cy="152400"/>
          </a:xfrm>
          <a:prstGeom prst="ellipse">
            <a:avLst/>
          </a:prstGeom>
          <a:solidFill>
            <a:srgbClr val="CCECFF"/>
          </a:solidFill>
          <a:ln w="12700">
            <a:solidFill>
              <a:srgbClr val="CCECFF"/>
            </a:solidFill>
            <a:round/>
            <a:headEnd type="none" w="sm" len="sm"/>
            <a:tailEnd type="none" w="sm" len="sm"/>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6086" name="Oval 6">
            <a:extLst>
              <a:ext uri="{FF2B5EF4-FFF2-40B4-BE49-F238E27FC236}">
                <a16:creationId xmlns:a16="http://schemas.microsoft.com/office/drawing/2014/main" id="{577C7BE6-1155-41EE-3F85-7C8460F8A22E}"/>
              </a:ext>
            </a:extLst>
          </p:cNvPr>
          <p:cNvSpPr>
            <a:spLocks noChangeArrowheads="1"/>
          </p:cNvSpPr>
          <p:nvPr/>
        </p:nvSpPr>
        <p:spPr bwMode="auto">
          <a:xfrm>
            <a:off x="1600200" y="4300538"/>
            <a:ext cx="152400" cy="152400"/>
          </a:xfrm>
          <a:prstGeom prst="ellipse">
            <a:avLst/>
          </a:prstGeom>
          <a:solidFill>
            <a:srgbClr val="CCECFF"/>
          </a:solidFill>
          <a:ln w="12700">
            <a:solidFill>
              <a:srgbClr val="CCECFF"/>
            </a:solidFill>
            <a:round/>
            <a:headEnd type="none" w="sm" len="sm"/>
            <a:tailEnd type="none" w="sm" len="sm"/>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6087" name="Line 7">
            <a:extLst>
              <a:ext uri="{FF2B5EF4-FFF2-40B4-BE49-F238E27FC236}">
                <a16:creationId xmlns:a16="http://schemas.microsoft.com/office/drawing/2014/main" id="{54C2702E-8430-C37D-A281-BBF7B3A9F289}"/>
              </a:ext>
            </a:extLst>
          </p:cNvPr>
          <p:cNvSpPr>
            <a:spLocks noChangeShapeType="1"/>
          </p:cNvSpPr>
          <p:nvPr/>
        </p:nvSpPr>
        <p:spPr bwMode="auto">
          <a:xfrm>
            <a:off x="1066800" y="2995613"/>
            <a:ext cx="22860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24" name="Freeform 8">
            <a:extLst>
              <a:ext uri="{FF2B5EF4-FFF2-40B4-BE49-F238E27FC236}">
                <a16:creationId xmlns:a16="http://schemas.microsoft.com/office/drawing/2014/main" id="{55AEB42E-EE34-5691-F4F6-381C4793E223}"/>
              </a:ext>
            </a:extLst>
          </p:cNvPr>
          <p:cNvSpPr>
            <a:spLocks/>
          </p:cNvSpPr>
          <p:nvPr/>
        </p:nvSpPr>
        <p:spPr bwMode="auto">
          <a:xfrm>
            <a:off x="1066800" y="2233613"/>
            <a:ext cx="2362200" cy="1447800"/>
          </a:xfrm>
          <a:custGeom>
            <a:avLst/>
            <a:gdLst>
              <a:gd name="T0" fmla="*/ 0 w 1488"/>
              <a:gd name="T1" fmla="*/ 2147483646 h 912"/>
              <a:gd name="T2" fmla="*/ 2147483646 w 1488"/>
              <a:gd name="T3" fmla="*/ 2147483646 h 912"/>
              <a:gd name="T4" fmla="*/ 2147483646 w 1488"/>
              <a:gd name="T5" fmla="*/ 2147483646 h 912"/>
              <a:gd name="T6" fmla="*/ 2147483646 w 1488"/>
              <a:gd name="T7" fmla="*/ 2147483646 h 912"/>
              <a:gd name="T8" fmla="*/ 2147483646 w 1488"/>
              <a:gd name="T9" fmla="*/ 2147483646 h 912"/>
              <a:gd name="T10" fmla="*/ 0 60000 65536"/>
              <a:gd name="T11" fmla="*/ 0 60000 65536"/>
              <a:gd name="T12" fmla="*/ 0 60000 65536"/>
              <a:gd name="T13" fmla="*/ 0 60000 65536"/>
              <a:gd name="T14" fmla="*/ 0 60000 65536"/>
              <a:gd name="T15" fmla="*/ 0 w 1488"/>
              <a:gd name="T16" fmla="*/ 0 h 912"/>
              <a:gd name="T17" fmla="*/ 1488 w 1488"/>
              <a:gd name="T18" fmla="*/ 912 h 912"/>
            </a:gdLst>
            <a:ahLst/>
            <a:cxnLst>
              <a:cxn ang="T10">
                <a:pos x="T0" y="T1"/>
              </a:cxn>
              <a:cxn ang="T11">
                <a:pos x="T2" y="T3"/>
              </a:cxn>
              <a:cxn ang="T12">
                <a:pos x="T4" y="T5"/>
              </a:cxn>
              <a:cxn ang="T13">
                <a:pos x="T6" y="T7"/>
              </a:cxn>
              <a:cxn ang="T14">
                <a:pos x="T8" y="T9"/>
              </a:cxn>
            </a:cxnLst>
            <a:rect l="T15" t="T16" r="T17" b="T18"/>
            <a:pathLst>
              <a:path w="1488" h="912">
                <a:moveTo>
                  <a:pt x="0" y="480"/>
                </a:moveTo>
                <a:cubicBezTo>
                  <a:pt x="76" y="252"/>
                  <a:pt x="152" y="24"/>
                  <a:pt x="288" y="96"/>
                </a:cubicBezTo>
                <a:cubicBezTo>
                  <a:pt x="424" y="168"/>
                  <a:pt x="664" y="912"/>
                  <a:pt x="816" y="912"/>
                </a:cubicBezTo>
                <a:cubicBezTo>
                  <a:pt x="968" y="912"/>
                  <a:pt x="1088" y="192"/>
                  <a:pt x="1200" y="96"/>
                </a:cubicBezTo>
                <a:cubicBezTo>
                  <a:pt x="1312" y="0"/>
                  <a:pt x="1400" y="168"/>
                  <a:pt x="1488" y="336"/>
                </a:cubicBezTo>
              </a:path>
            </a:pathLst>
          </a:custGeom>
          <a:noFill/>
          <a:ln w="28575" cap="flat"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089" name="Line 9">
            <a:extLst>
              <a:ext uri="{FF2B5EF4-FFF2-40B4-BE49-F238E27FC236}">
                <a16:creationId xmlns:a16="http://schemas.microsoft.com/office/drawing/2014/main" id="{F9D92B45-94DE-8430-3055-D4685DDC04E5}"/>
              </a:ext>
            </a:extLst>
          </p:cNvPr>
          <p:cNvSpPr>
            <a:spLocks noChangeShapeType="1"/>
          </p:cNvSpPr>
          <p:nvPr/>
        </p:nvSpPr>
        <p:spPr bwMode="auto">
          <a:xfrm>
            <a:off x="1219200" y="4443413"/>
            <a:ext cx="0" cy="914400"/>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0" name="Line 10">
            <a:extLst>
              <a:ext uri="{FF2B5EF4-FFF2-40B4-BE49-F238E27FC236}">
                <a16:creationId xmlns:a16="http://schemas.microsoft.com/office/drawing/2014/main" id="{F3951E2D-7EE5-4D51-1D3F-BE25AD0EB2BC}"/>
              </a:ext>
            </a:extLst>
          </p:cNvPr>
          <p:cNvSpPr>
            <a:spLocks noChangeShapeType="1"/>
          </p:cNvSpPr>
          <p:nvPr/>
        </p:nvSpPr>
        <p:spPr bwMode="auto">
          <a:xfrm>
            <a:off x="1676400" y="4443413"/>
            <a:ext cx="0" cy="914400"/>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7" name="Text Box 11">
            <a:extLst>
              <a:ext uri="{FF2B5EF4-FFF2-40B4-BE49-F238E27FC236}">
                <a16:creationId xmlns:a16="http://schemas.microsoft.com/office/drawing/2014/main" id="{910CE1C1-7A4F-E1A6-7A82-73D05874142B}"/>
              </a:ext>
            </a:extLst>
          </p:cNvPr>
          <p:cNvSpPr txBox="1">
            <a:spLocks noChangeArrowheads="1"/>
          </p:cNvSpPr>
          <p:nvPr/>
        </p:nvSpPr>
        <p:spPr bwMode="auto">
          <a:xfrm>
            <a:off x="609600" y="5510213"/>
            <a:ext cx="2362200" cy="579437"/>
          </a:xfrm>
          <a:prstGeom prst="rect">
            <a:avLst/>
          </a:prstGeom>
          <a:noFill/>
          <a:ln w="12700">
            <a:no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zh-CN" altLang="en-US" sz="3200">
                <a:effectLst>
                  <a:outerShdw blurRad="38100" dist="38100" dir="2700000" algn="tl">
                    <a:srgbClr val="C0C0C0"/>
                  </a:outerShdw>
                </a:effectLst>
                <a:latin typeface="楷体_GB2312" pitchFamily="1" charset="-122"/>
                <a:ea typeface="楷体_GB2312" pitchFamily="1" charset="-122"/>
                <a:cs typeface="+mn-cs"/>
              </a:rPr>
              <a:t>市电的干扰</a:t>
            </a:r>
          </a:p>
        </p:txBody>
      </p:sp>
      <p:sp>
        <p:nvSpPr>
          <p:cNvPr id="34828" name="Text Box 12">
            <a:extLst>
              <a:ext uri="{FF2B5EF4-FFF2-40B4-BE49-F238E27FC236}">
                <a16:creationId xmlns:a16="http://schemas.microsoft.com/office/drawing/2014/main" id="{F9B76D55-0AE0-9097-D21B-E4E4A47287E1}"/>
              </a:ext>
            </a:extLst>
          </p:cNvPr>
          <p:cNvSpPr txBox="1">
            <a:spLocks noChangeArrowheads="1"/>
          </p:cNvSpPr>
          <p:nvPr/>
        </p:nvSpPr>
        <p:spPr bwMode="auto">
          <a:xfrm>
            <a:off x="1957388" y="3900488"/>
            <a:ext cx="1447800" cy="519112"/>
          </a:xfrm>
          <a:prstGeom prst="rect">
            <a:avLst/>
          </a:prstGeom>
          <a:noFill/>
          <a:ln w="12700">
            <a:no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zh-CN" altLang="en-US" sz="2800">
                <a:solidFill>
                  <a:schemeClr val="bg1"/>
                </a:solidFill>
                <a:effectLst>
                  <a:outerShdw blurRad="38100" dist="38100" dir="2700000" algn="tl">
                    <a:srgbClr val="C0C0C0"/>
                  </a:outerShdw>
                </a:effectLst>
                <a:latin typeface="楷体_GB2312" pitchFamily="1" charset="-122"/>
                <a:ea typeface="楷体_GB2312" pitchFamily="1" charset="-122"/>
                <a:cs typeface="+mn-cs"/>
              </a:rPr>
              <a:t>输入</a:t>
            </a:r>
          </a:p>
        </p:txBody>
      </p:sp>
      <p:sp>
        <p:nvSpPr>
          <p:cNvPr id="46093" name="Rectangle 13">
            <a:extLst>
              <a:ext uri="{FF2B5EF4-FFF2-40B4-BE49-F238E27FC236}">
                <a16:creationId xmlns:a16="http://schemas.microsoft.com/office/drawing/2014/main" id="{3537D3DB-5107-1BDA-0A0C-0F55AA131218}"/>
              </a:ext>
            </a:extLst>
          </p:cNvPr>
          <p:cNvSpPr>
            <a:spLocks noChangeArrowheads="1"/>
          </p:cNvSpPr>
          <p:nvPr/>
        </p:nvSpPr>
        <p:spPr bwMode="auto">
          <a:xfrm>
            <a:off x="5105400" y="1928813"/>
            <a:ext cx="3048000" cy="2895600"/>
          </a:xfrm>
          <a:prstGeom prst="rect">
            <a:avLst/>
          </a:prstGeom>
          <a:solidFill>
            <a:schemeClr val="tx1"/>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6094" name="Rectangle 14">
            <a:extLst>
              <a:ext uri="{FF2B5EF4-FFF2-40B4-BE49-F238E27FC236}">
                <a16:creationId xmlns:a16="http://schemas.microsoft.com/office/drawing/2014/main" id="{7C951DC3-B4E1-98B2-D58F-C5544217C978}"/>
              </a:ext>
            </a:extLst>
          </p:cNvPr>
          <p:cNvSpPr>
            <a:spLocks noChangeArrowheads="1"/>
          </p:cNvSpPr>
          <p:nvPr/>
        </p:nvSpPr>
        <p:spPr bwMode="auto">
          <a:xfrm>
            <a:off x="5257800" y="2157413"/>
            <a:ext cx="2743200" cy="1143000"/>
          </a:xfrm>
          <a:prstGeom prst="rect">
            <a:avLst/>
          </a:prstGeom>
          <a:solidFill>
            <a:srgbClr val="CCECFF"/>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6095" name="Oval 15">
            <a:extLst>
              <a:ext uri="{FF2B5EF4-FFF2-40B4-BE49-F238E27FC236}">
                <a16:creationId xmlns:a16="http://schemas.microsoft.com/office/drawing/2014/main" id="{C97C0014-1CA6-3612-D5AA-BD28EC495FE5}"/>
              </a:ext>
            </a:extLst>
          </p:cNvPr>
          <p:cNvSpPr>
            <a:spLocks noChangeArrowheads="1"/>
          </p:cNvSpPr>
          <p:nvPr/>
        </p:nvSpPr>
        <p:spPr bwMode="auto">
          <a:xfrm>
            <a:off x="7162800" y="4214813"/>
            <a:ext cx="152400" cy="152400"/>
          </a:xfrm>
          <a:prstGeom prst="ellipse">
            <a:avLst/>
          </a:prstGeom>
          <a:solidFill>
            <a:srgbClr val="BDF6F7"/>
          </a:solidFill>
          <a:ln w="12700">
            <a:solidFill>
              <a:srgbClr val="CCECFF"/>
            </a:solidFill>
            <a:round/>
            <a:headEnd type="none" w="sm" len="sm"/>
            <a:tailEnd type="none" w="sm" len="sm"/>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6096" name="Oval 16">
            <a:extLst>
              <a:ext uri="{FF2B5EF4-FFF2-40B4-BE49-F238E27FC236}">
                <a16:creationId xmlns:a16="http://schemas.microsoft.com/office/drawing/2014/main" id="{772310DE-F918-E3CF-3A01-0EE05E876E64}"/>
              </a:ext>
            </a:extLst>
          </p:cNvPr>
          <p:cNvSpPr>
            <a:spLocks noChangeArrowheads="1"/>
          </p:cNvSpPr>
          <p:nvPr/>
        </p:nvSpPr>
        <p:spPr bwMode="auto">
          <a:xfrm>
            <a:off x="7567613" y="4214813"/>
            <a:ext cx="152400" cy="152400"/>
          </a:xfrm>
          <a:prstGeom prst="ellipse">
            <a:avLst/>
          </a:prstGeom>
          <a:solidFill>
            <a:srgbClr val="BDF6F7"/>
          </a:solidFill>
          <a:ln w="12700">
            <a:solidFill>
              <a:srgbClr val="CCECFF"/>
            </a:solidFill>
            <a:round/>
            <a:headEnd type="none" w="sm" len="sm"/>
            <a:tailEnd type="none" w="sm" len="sm"/>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34833" name="Text Box 17">
            <a:extLst>
              <a:ext uri="{FF2B5EF4-FFF2-40B4-BE49-F238E27FC236}">
                <a16:creationId xmlns:a16="http://schemas.microsoft.com/office/drawing/2014/main" id="{060F05BE-F4AA-B50D-6690-6FCD4A0D249E}"/>
              </a:ext>
            </a:extLst>
          </p:cNvPr>
          <p:cNvSpPr txBox="1">
            <a:spLocks noChangeArrowheads="1"/>
          </p:cNvSpPr>
          <p:nvPr/>
        </p:nvSpPr>
        <p:spPr bwMode="auto">
          <a:xfrm>
            <a:off x="5181600" y="3681413"/>
            <a:ext cx="2362200" cy="519112"/>
          </a:xfrm>
          <a:prstGeom prst="rect">
            <a:avLst/>
          </a:prstGeom>
          <a:noFill/>
          <a:ln w="12700">
            <a:no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zh-CN" altLang="en-US" sz="2800">
                <a:solidFill>
                  <a:schemeClr val="bg1"/>
                </a:solidFill>
                <a:effectLst>
                  <a:outerShdw blurRad="38100" dist="38100" dir="2700000" algn="tl">
                    <a:srgbClr val="C0C0C0"/>
                  </a:outerShdw>
                </a:effectLst>
                <a:latin typeface="楷体_GB2312" pitchFamily="1" charset="-122"/>
                <a:ea typeface="楷体_GB2312" pitchFamily="1" charset="-122"/>
                <a:cs typeface="+mn-cs"/>
              </a:rPr>
              <a:t>光点检流计</a:t>
            </a:r>
          </a:p>
        </p:txBody>
      </p:sp>
      <p:sp>
        <p:nvSpPr>
          <p:cNvPr id="34834" name="Line 18">
            <a:extLst>
              <a:ext uri="{FF2B5EF4-FFF2-40B4-BE49-F238E27FC236}">
                <a16:creationId xmlns:a16="http://schemas.microsoft.com/office/drawing/2014/main" id="{086576EA-E49D-A718-C088-D237E47603EF}"/>
              </a:ext>
            </a:extLst>
          </p:cNvPr>
          <p:cNvSpPr>
            <a:spLocks noChangeShapeType="1"/>
          </p:cNvSpPr>
          <p:nvPr/>
        </p:nvSpPr>
        <p:spPr bwMode="auto">
          <a:xfrm>
            <a:off x="5410200" y="2314575"/>
            <a:ext cx="0" cy="838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5" name="Line 19">
            <a:extLst>
              <a:ext uri="{FF2B5EF4-FFF2-40B4-BE49-F238E27FC236}">
                <a16:creationId xmlns:a16="http://schemas.microsoft.com/office/drawing/2014/main" id="{D59539FB-4C1A-6B06-BE0B-5AFDEF59CFD0}"/>
              </a:ext>
            </a:extLst>
          </p:cNvPr>
          <p:cNvSpPr>
            <a:spLocks noChangeShapeType="1"/>
          </p:cNvSpPr>
          <p:nvPr/>
        </p:nvSpPr>
        <p:spPr bwMode="auto">
          <a:xfrm>
            <a:off x="6605588" y="2309813"/>
            <a:ext cx="0" cy="838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6" name="Line 20">
            <a:extLst>
              <a:ext uri="{FF2B5EF4-FFF2-40B4-BE49-F238E27FC236}">
                <a16:creationId xmlns:a16="http://schemas.microsoft.com/office/drawing/2014/main" id="{C47CC222-CC4A-B427-1490-94162CC6C71B}"/>
              </a:ext>
            </a:extLst>
          </p:cNvPr>
          <p:cNvSpPr>
            <a:spLocks noChangeShapeType="1"/>
          </p:cNvSpPr>
          <p:nvPr/>
        </p:nvSpPr>
        <p:spPr bwMode="auto">
          <a:xfrm>
            <a:off x="7772400" y="2309813"/>
            <a:ext cx="0" cy="838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7" name="Line 21">
            <a:extLst>
              <a:ext uri="{FF2B5EF4-FFF2-40B4-BE49-F238E27FC236}">
                <a16:creationId xmlns:a16="http://schemas.microsoft.com/office/drawing/2014/main" id="{719FB794-72A9-859B-A4CE-5B847FF0A06C}"/>
              </a:ext>
            </a:extLst>
          </p:cNvPr>
          <p:cNvSpPr>
            <a:spLocks noChangeShapeType="1"/>
          </p:cNvSpPr>
          <p:nvPr/>
        </p:nvSpPr>
        <p:spPr bwMode="auto">
          <a:xfrm>
            <a:off x="6705600" y="2305050"/>
            <a:ext cx="0" cy="838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4838" name="Line 22">
            <a:extLst>
              <a:ext uri="{FF2B5EF4-FFF2-40B4-BE49-F238E27FC236}">
                <a16:creationId xmlns:a16="http://schemas.microsoft.com/office/drawing/2014/main" id="{F4DD8A54-D77A-5008-E1BB-E0360ED7754C}"/>
              </a:ext>
            </a:extLst>
          </p:cNvPr>
          <p:cNvSpPr>
            <a:spLocks noChangeShapeType="1"/>
          </p:cNvSpPr>
          <p:nvPr/>
        </p:nvSpPr>
        <p:spPr bwMode="auto">
          <a:xfrm>
            <a:off x="5486400" y="2314575"/>
            <a:ext cx="0" cy="838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103" name="Line 23">
            <a:extLst>
              <a:ext uri="{FF2B5EF4-FFF2-40B4-BE49-F238E27FC236}">
                <a16:creationId xmlns:a16="http://schemas.microsoft.com/office/drawing/2014/main" id="{4231518B-CFF0-DF16-05FB-E74AA72E13BD}"/>
              </a:ext>
            </a:extLst>
          </p:cNvPr>
          <p:cNvSpPr>
            <a:spLocks noChangeShapeType="1"/>
          </p:cNvSpPr>
          <p:nvPr/>
        </p:nvSpPr>
        <p:spPr bwMode="auto">
          <a:xfrm>
            <a:off x="7215188" y="4367213"/>
            <a:ext cx="0" cy="9144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04" name="Line 24">
            <a:extLst>
              <a:ext uri="{FF2B5EF4-FFF2-40B4-BE49-F238E27FC236}">
                <a16:creationId xmlns:a16="http://schemas.microsoft.com/office/drawing/2014/main" id="{22796F85-F1ED-5079-6CEC-740ADB0AE4A1}"/>
              </a:ext>
            </a:extLst>
          </p:cNvPr>
          <p:cNvSpPr>
            <a:spLocks noChangeShapeType="1"/>
          </p:cNvSpPr>
          <p:nvPr/>
        </p:nvSpPr>
        <p:spPr bwMode="auto">
          <a:xfrm>
            <a:off x="7672388" y="4367213"/>
            <a:ext cx="0" cy="9144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4841" name="Object 2">
            <a:extLst>
              <a:ext uri="{FF2B5EF4-FFF2-40B4-BE49-F238E27FC236}">
                <a16:creationId xmlns:a16="http://schemas.microsoft.com/office/drawing/2014/main" id="{3C5AA6D2-8E62-C010-4750-1935DF5EE4B4}"/>
              </a:ext>
            </a:extLst>
          </p:cNvPr>
          <p:cNvGraphicFramePr>
            <a:graphicFrameLocks noChangeAspect="1"/>
          </p:cNvGraphicFramePr>
          <p:nvPr/>
        </p:nvGraphicFramePr>
        <p:xfrm>
          <a:off x="6934200" y="5227638"/>
          <a:ext cx="1828800" cy="1577975"/>
        </p:xfrm>
        <a:graphic>
          <a:graphicData uri="http://schemas.openxmlformats.org/presentationml/2006/ole">
            <mc:AlternateContent xmlns:mc="http://schemas.openxmlformats.org/markup-compatibility/2006">
              <mc:Choice xmlns:v="urn:schemas-microsoft-com:vml" Requires="v">
                <p:oleObj r:id="rId2" imgW="1913760" imgH="1305720" progId="">
                  <p:embed/>
                </p:oleObj>
              </mc:Choice>
              <mc:Fallback>
                <p:oleObj r:id="rId2" imgW="1913760" imgH="1305720" progId="">
                  <p:embed/>
                  <p:pic>
                    <p:nvPicPr>
                      <p:cNvPr id="0" name="Object 2"/>
                      <p:cNvPicPr>
                        <a:picLocks noChangeAspect="1" noChangeArrowheads="1"/>
                      </p:cNvPicPr>
                      <p:nvPr/>
                    </p:nvPicPr>
                    <p:blipFill>
                      <a:blip r:embed="rId3">
                        <a:clrChange>
                          <a:clrFrom>
                            <a:srgbClr val="005F7F"/>
                          </a:clrFrom>
                          <a:clrTo>
                            <a:srgbClr val="005F7F">
                              <a:alpha val="0"/>
                            </a:srgbClr>
                          </a:clrTo>
                        </a:clrChange>
                        <a:extLst>
                          <a:ext uri="{28A0092B-C50C-407E-A947-70E740481C1C}">
                            <a14:useLocalDpi xmlns:a14="http://schemas.microsoft.com/office/drawing/2010/main" val="0"/>
                          </a:ext>
                        </a:extLst>
                      </a:blip>
                      <a:srcRect/>
                      <a:stretch>
                        <a:fillRect/>
                      </a:stretch>
                    </p:blipFill>
                    <p:spPr bwMode="auto">
                      <a:xfrm>
                        <a:off x="6934200" y="5227638"/>
                        <a:ext cx="1828800"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42" name="Text Box 26">
            <a:extLst>
              <a:ext uri="{FF2B5EF4-FFF2-40B4-BE49-F238E27FC236}">
                <a16:creationId xmlns:a16="http://schemas.microsoft.com/office/drawing/2014/main" id="{E7BFC327-3110-1BC4-D648-4BCC0B14C935}"/>
              </a:ext>
            </a:extLst>
          </p:cNvPr>
          <p:cNvSpPr txBox="1">
            <a:spLocks noChangeArrowheads="1"/>
          </p:cNvSpPr>
          <p:nvPr/>
        </p:nvSpPr>
        <p:spPr bwMode="auto">
          <a:xfrm>
            <a:off x="4876800" y="5053013"/>
            <a:ext cx="1981200" cy="1804987"/>
          </a:xfrm>
          <a:prstGeom prst="rect">
            <a:avLst/>
          </a:prstGeom>
          <a:noFill/>
          <a:ln w="12700">
            <a:no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zh-CN" altLang="en-US" sz="2800">
                <a:effectLst>
                  <a:outerShdw blurRad="38100" dist="38100" dir="2700000" algn="tl">
                    <a:srgbClr val="C0C0C0"/>
                  </a:outerShdw>
                </a:effectLst>
                <a:latin typeface="楷体_GB2312" pitchFamily="1" charset="-122"/>
                <a:ea typeface="楷体_GB2312" pitchFamily="1" charset="-122"/>
                <a:cs typeface="+mn-cs"/>
              </a:rPr>
              <a:t>接近时，静</a:t>
            </a:r>
          </a:p>
          <a:p>
            <a:pPr>
              <a:lnSpc>
                <a:spcPct val="50000"/>
              </a:lnSpc>
              <a:spcBef>
                <a:spcPct val="50000"/>
              </a:spcBef>
              <a:buFont typeface="Arial" panose="020B0604020202020204" pitchFamily="34" charset="0"/>
              <a:buNone/>
              <a:defRPr/>
            </a:pPr>
            <a:r>
              <a:rPr kumimoji="1" lang="zh-CN" altLang="en-US" sz="2800">
                <a:effectLst>
                  <a:outerShdw blurRad="38100" dist="38100" dir="2700000" algn="tl">
                    <a:srgbClr val="C0C0C0"/>
                  </a:outerShdw>
                </a:effectLst>
                <a:latin typeface="楷体_GB2312" pitchFamily="1" charset="-122"/>
                <a:ea typeface="楷体_GB2312" pitchFamily="1" charset="-122"/>
                <a:cs typeface="+mn-cs"/>
              </a:rPr>
              <a:t>电干扰，使</a:t>
            </a:r>
          </a:p>
          <a:p>
            <a:pPr>
              <a:lnSpc>
                <a:spcPct val="50000"/>
              </a:lnSpc>
              <a:spcBef>
                <a:spcPct val="50000"/>
              </a:spcBef>
              <a:buFont typeface="Arial" panose="020B0604020202020204" pitchFamily="34" charset="0"/>
              <a:buNone/>
              <a:defRPr/>
            </a:pPr>
            <a:r>
              <a:rPr kumimoji="1" lang="zh-CN" altLang="en-US" sz="2800">
                <a:effectLst>
                  <a:outerShdw blurRad="38100" dist="38100" dir="2700000" algn="tl">
                    <a:srgbClr val="C0C0C0"/>
                  </a:outerShdw>
                </a:effectLst>
                <a:latin typeface="楷体_GB2312" pitchFamily="1" charset="-122"/>
                <a:ea typeface="楷体_GB2312" pitchFamily="1" charset="-122"/>
                <a:cs typeface="+mn-cs"/>
              </a:rPr>
              <a:t>光斑移动等</a:t>
            </a:r>
          </a:p>
          <a:p>
            <a:pPr>
              <a:lnSpc>
                <a:spcPct val="50000"/>
              </a:lnSpc>
              <a:spcBef>
                <a:spcPct val="50000"/>
              </a:spcBef>
              <a:buFont typeface="Arial" panose="020B0604020202020204" pitchFamily="34" charset="0"/>
              <a:buNone/>
              <a:defRPr/>
            </a:pPr>
            <a:r>
              <a:rPr kumimoji="1" lang="zh-CN" altLang="en-US" sz="2800">
                <a:effectLst>
                  <a:outerShdw blurRad="38100" dist="38100" dir="2700000" algn="tl">
                    <a:srgbClr val="C0C0C0"/>
                  </a:outerShdw>
                </a:effectLst>
                <a:latin typeface="楷体_GB2312" pitchFamily="1" charset="-122"/>
                <a:ea typeface="楷体_GB2312" pitchFamily="1" charset="-122"/>
                <a:cs typeface="+mn-cs"/>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824"/>
                                        </p:tgtEl>
                                        <p:attrNameLst>
                                          <p:attrName>style.visibility</p:attrName>
                                        </p:attrNameLst>
                                      </p:cBhvr>
                                      <p:to>
                                        <p:strVal val="visible"/>
                                      </p:to>
                                    </p:set>
                                    <p:animEffect transition="in" filter="wipe(left)">
                                      <p:cBhvr>
                                        <p:cTn id="7" dur="500"/>
                                        <p:tgtEl>
                                          <p:spTgt spid="34824"/>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34834"/>
                                        </p:tgtEl>
                                        <p:attrNameLst>
                                          <p:attrName>style.visibility</p:attrName>
                                        </p:attrNameLst>
                                      </p:cBhvr>
                                      <p:to>
                                        <p:strVal val="visible"/>
                                      </p:to>
                                    </p:set>
                                  </p:childTnLst>
                                  <p:subTnLst>
                                    <p:set>
                                      <p:cBhvr override="childStyle">
                                        <p:cTn dur="1" fill="hold" display="0" masterRel="nextClick" afterEffect="1"/>
                                        <p:tgtEl>
                                          <p:spTgt spid="34834"/>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4841"/>
                                        </p:tgtEl>
                                        <p:attrNameLst>
                                          <p:attrName>style.visibility</p:attrName>
                                        </p:attrNameLst>
                                      </p:cBhvr>
                                      <p:to>
                                        <p:strVal val="visible"/>
                                      </p:to>
                                    </p:set>
                                  </p:childTnLst>
                                </p:cTn>
                              </p:par>
                            </p:childTnLst>
                          </p:cTn>
                        </p:par>
                        <p:par>
                          <p:cTn id="15" fill="hold" nodeType="afterGroup">
                            <p:stCondLst>
                              <p:cond delay="500"/>
                            </p:stCondLst>
                            <p:childTnLst>
                              <p:par>
                                <p:cTn id="16" presetID="11" presetClass="entr" presetSubtype="0" fill="hold" nodeType="afterEffect">
                                  <p:stCondLst>
                                    <p:cond delay="0"/>
                                  </p:stCondLst>
                                  <p:childTnLst>
                                    <p:set>
                                      <p:cBhvr>
                                        <p:cTn id="17" dur="500">
                                          <p:stCondLst>
                                            <p:cond delay="0"/>
                                          </p:stCondLst>
                                        </p:cTn>
                                        <p:tgtEl>
                                          <p:spTgt spid="34835"/>
                                        </p:tgtEl>
                                        <p:attrNameLst>
                                          <p:attrName>style.visibility</p:attrName>
                                        </p:attrNameLst>
                                      </p:cBhvr>
                                      <p:to>
                                        <p:strVal val="visible"/>
                                      </p:to>
                                    </p:set>
                                  </p:childTnLst>
                                </p:cTn>
                              </p:par>
                            </p:childTnLst>
                          </p:cTn>
                        </p:par>
                        <p:par>
                          <p:cTn id="18" fill="hold" nodeType="afterGroup">
                            <p:stCondLst>
                              <p:cond delay="1000"/>
                            </p:stCondLst>
                            <p:childTnLst>
                              <p:par>
                                <p:cTn id="19" presetID="11" presetClass="entr" presetSubtype="0" fill="hold" nodeType="afterEffect">
                                  <p:stCondLst>
                                    <p:cond delay="0"/>
                                  </p:stCondLst>
                                  <p:childTnLst>
                                    <p:set>
                                      <p:cBhvr>
                                        <p:cTn id="20" dur="500">
                                          <p:stCondLst>
                                            <p:cond delay="0"/>
                                          </p:stCondLst>
                                        </p:cTn>
                                        <p:tgtEl>
                                          <p:spTgt spid="34836"/>
                                        </p:tgtEl>
                                        <p:attrNameLst>
                                          <p:attrName>style.visibility</p:attrName>
                                        </p:attrNameLst>
                                      </p:cBhvr>
                                      <p:to>
                                        <p:strVal val="visible"/>
                                      </p:to>
                                    </p:set>
                                  </p:childTnLst>
                                </p:cTn>
                              </p:par>
                            </p:childTnLst>
                          </p:cTn>
                        </p:par>
                        <p:par>
                          <p:cTn id="21" fill="hold" nodeType="afterGroup">
                            <p:stCondLst>
                              <p:cond delay="1500"/>
                            </p:stCondLst>
                            <p:childTnLst>
                              <p:par>
                                <p:cTn id="22" presetID="11" presetClass="entr" presetSubtype="0" fill="hold" nodeType="afterEffect">
                                  <p:stCondLst>
                                    <p:cond delay="0"/>
                                  </p:stCondLst>
                                  <p:childTnLst>
                                    <p:set>
                                      <p:cBhvr>
                                        <p:cTn id="23" dur="500">
                                          <p:stCondLst>
                                            <p:cond delay="0"/>
                                          </p:stCondLst>
                                        </p:cTn>
                                        <p:tgtEl>
                                          <p:spTgt spid="34837"/>
                                        </p:tgtEl>
                                        <p:attrNameLst>
                                          <p:attrName>style.visibility</p:attrName>
                                        </p:attrNameLst>
                                      </p:cBhvr>
                                      <p:to>
                                        <p:strVal val="visible"/>
                                      </p:to>
                                    </p:set>
                                  </p:childTnLst>
                                </p:cTn>
                              </p:par>
                            </p:childTnLst>
                          </p:cTn>
                        </p:par>
                        <p:par>
                          <p:cTn id="24" fill="hold" nodeType="afterGroup">
                            <p:stCondLst>
                              <p:cond delay="2000"/>
                            </p:stCondLst>
                            <p:childTnLst>
                              <p:par>
                                <p:cTn id="25" presetID="1" presetClass="entr" presetSubtype="0" fill="hold" nodeType="afterEffect">
                                  <p:stCondLst>
                                    <p:cond delay="0"/>
                                  </p:stCondLst>
                                  <p:childTnLst>
                                    <p:set>
                                      <p:cBhvr>
                                        <p:cTn id="26" dur="1" fill="hold">
                                          <p:stCondLst>
                                            <p:cond delay="499"/>
                                          </p:stCondLst>
                                        </p:cTn>
                                        <p:tgtEl>
                                          <p:spTgt spid="348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descr="花束">
            <a:extLst>
              <a:ext uri="{FF2B5EF4-FFF2-40B4-BE49-F238E27FC236}">
                <a16:creationId xmlns:a16="http://schemas.microsoft.com/office/drawing/2014/main" id="{407E6596-0932-7423-AC02-DF3ACB141F61}"/>
              </a:ext>
            </a:extLst>
          </p:cNvPr>
          <p:cNvSpPr txBox="1">
            <a:spLocks noChangeArrowheads="1"/>
          </p:cNvSpPr>
          <p:nvPr/>
        </p:nvSpPr>
        <p:spPr bwMode="auto">
          <a:xfrm>
            <a:off x="457200" y="228600"/>
            <a:ext cx="1371600" cy="714375"/>
          </a:xfrm>
          <a:prstGeom prst="rect">
            <a:avLst/>
          </a:prstGeom>
          <a:blipFill dpi="0" rotWithShape="0">
            <a:blip r:embed="rId2" cstate="print"/>
            <a:srcRect/>
            <a:tile tx="0" ty="0" sx="100000" sy="100000" flip="none" algn="tl"/>
          </a:blipFill>
          <a:ln w="12700">
            <a:solidFill>
              <a:schemeClr val="tx1"/>
            </a:solid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zh-CN" altLang="en-US" sz="4000">
                <a:effectLst>
                  <a:outerShdw blurRad="38100" dist="38100" dir="2700000" algn="tl">
                    <a:srgbClr val="FFFFFF"/>
                  </a:outerShdw>
                </a:effectLst>
                <a:latin typeface="楷体_GB2312" pitchFamily="1" charset="-122"/>
                <a:ea typeface="楷体_GB2312" pitchFamily="1" charset="-122"/>
                <a:cs typeface="+mn-cs"/>
              </a:rPr>
              <a:t>方法</a:t>
            </a:r>
            <a:endParaRPr kumimoji="1" lang="zh-CN" altLang="en-US" sz="3600">
              <a:effectLst>
                <a:outerShdw blurRad="38100" dist="38100" dir="2700000" algn="tl">
                  <a:srgbClr val="FFFFFF"/>
                </a:outerShdw>
              </a:effectLst>
              <a:latin typeface="楷体_GB2312" pitchFamily="1" charset="-122"/>
              <a:ea typeface="楷体_GB2312" pitchFamily="1" charset="-122"/>
              <a:cs typeface="+mn-cs"/>
            </a:endParaRPr>
          </a:p>
        </p:txBody>
      </p:sp>
      <p:sp>
        <p:nvSpPr>
          <p:cNvPr id="35843" name="Text Box 3">
            <a:extLst>
              <a:ext uri="{FF2B5EF4-FFF2-40B4-BE49-F238E27FC236}">
                <a16:creationId xmlns:a16="http://schemas.microsoft.com/office/drawing/2014/main" id="{92E2D4CA-0106-A99C-728A-13A3956862F9}"/>
              </a:ext>
            </a:extLst>
          </p:cNvPr>
          <p:cNvSpPr txBox="1">
            <a:spLocks noChangeArrowheads="1"/>
          </p:cNvSpPr>
          <p:nvPr/>
        </p:nvSpPr>
        <p:spPr bwMode="auto">
          <a:xfrm>
            <a:off x="381000" y="1371600"/>
            <a:ext cx="1676400" cy="579438"/>
          </a:xfrm>
          <a:prstGeom prst="rect">
            <a:avLst/>
          </a:prstGeom>
          <a:noFill/>
          <a:ln w="12700">
            <a:noFill/>
            <a:miter lim="800000"/>
            <a:headEnd type="none" w="sm" len="sm"/>
            <a:tailEnd type="none" w="sm" len="sm"/>
          </a:ln>
          <a:effectLst/>
        </p:spPr>
        <p:txBody>
          <a:bodyPr>
            <a:spAutoFit/>
          </a:bodyPr>
          <a:lstStyle/>
          <a:p>
            <a:pPr>
              <a:spcBef>
                <a:spcPct val="50000"/>
              </a:spcBef>
              <a:buFont typeface="Arial" panose="020B0604020202020204" pitchFamily="34" charset="0"/>
              <a:buNone/>
              <a:defRPr/>
            </a:pPr>
            <a:r>
              <a:rPr kumimoji="1" lang="zh-CN" altLang="en-US" sz="3200">
                <a:effectLst>
                  <a:outerShdw blurRad="38100" dist="38100" dir="2700000" algn="tl">
                    <a:srgbClr val="C0C0C0"/>
                  </a:outerShdw>
                </a:effectLst>
                <a:latin typeface="楷体_GB2312" pitchFamily="1" charset="-122"/>
                <a:ea typeface="楷体_GB2312" pitchFamily="1" charset="-122"/>
                <a:cs typeface="+mn-cs"/>
              </a:rPr>
              <a:t>内接</a:t>
            </a:r>
          </a:p>
        </p:txBody>
      </p:sp>
      <p:sp>
        <p:nvSpPr>
          <p:cNvPr id="47108" name="Line 4">
            <a:extLst>
              <a:ext uri="{FF2B5EF4-FFF2-40B4-BE49-F238E27FC236}">
                <a16:creationId xmlns:a16="http://schemas.microsoft.com/office/drawing/2014/main" id="{DD222938-B828-FF20-05CA-FEA912182108}"/>
              </a:ext>
            </a:extLst>
          </p:cNvPr>
          <p:cNvSpPr>
            <a:spLocks noChangeShapeType="1"/>
          </p:cNvSpPr>
          <p:nvPr/>
        </p:nvSpPr>
        <p:spPr bwMode="auto">
          <a:xfrm>
            <a:off x="1752600" y="27432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09" name="Line 5">
            <a:extLst>
              <a:ext uri="{FF2B5EF4-FFF2-40B4-BE49-F238E27FC236}">
                <a16:creationId xmlns:a16="http://schemas.microsoft.com/office/drawing/2014/main" id="{8C6CCD26-88A0-F794-B663-21505C0CE472}"/>
              </a:ext>
            </a:extLst>
          </p:cNvPr>
          <p:cNvSpPr>
            <a:spLocks noChangeShapeType="1"/>
          </p:cNvSpPr>
          <p:nvPr/>
        </p:nvSpPr>
        <p:spPr bwMode="auto">
          <a:xfrm>
            <a:off x="2947988" y="2743200"/>
            <a:ext cx="6096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0" name="Line 6">
            <a:extLst>
              <a:ext uri="{FF2B5EF4-FFF2-40B4-BE49-F238E27FC236}">
                <a16:creationId xmlns:a16="http://schemas.microsoft.com/office/drawing/2014/main" id="{8AA61926-8879-24BD-2D02-DDAE75E3DFD7}"/>
              </a:ext>
            </a:extLst>
          </p:cNvPr>
          <p:cNvSpPr>
            <a:spLocks noChangeShapeType="1"/>
          </p:cNvSpPr>
          <p:nvPr/>
        </p:nvSpPr>
        <p:spPr bwMode="auto">
          <a:xfrm>
            <a:off x="452438" y="27432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1" name="Text Box 7">
            <a:extLst>
              <a:ext uri="{FF2B5EF4-FFF2-40B4-BE49-F238E27FC236}">
                <a16:creationId xmlns:a16="http://schemas.microsoft.com/office/drawing/2014/main" id="{F3BB7154-81B1-0314-6F09-A8A04C579687}"/>
              </a:ext>
            </a:extLst>
          </p:cNvPr>
          <p:cNvSpPr txBox="1">
            <a:spLocks noChangeArrowheads="1"/>
          </p:cNvSpPr>
          <p:nvPr/>
        </p:nvSpPr>
        <p:spPr bwMode="auto">
          <a:xfrm>
            <a:off x="1700213" y="3300413"/>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400">
                <a:latin typeface="楷体_GB2312"/>
                <a:ea typeface="楷体_GB2312"/>
              </a:rPr>
              <a:t>V</a:t>
            </a:r>
          </a:p>
        </p:txBody>
      </p:sp>
      <p:sp>
        <p:nvSpPr>
          <p:cNvPr id="47112" name="Line 8">
            <a:extLst>
              <a:ext uri="{FF2B5EF4-FFF2-40B4-BE49-F238E27FC236}">
                <a16:creationId xmlns:a16="http://schemas.microsoft.com/office/drawing/2014/main" id="{C7823695-97DA-998D-BF5E-FA3855A61C57}"/>
              </a:ext>
            </a:extLst>
          </p:cNvPr>
          <p:cNvSpPr>
            <a:spLocks noChangeShapeType="1"/>
          </p:cNvSpPr>
          <p:nvPr/>
        </p:nvSpPr>
        <p:spPr bwMode="auto">
          <a:xfrm>
            <a:off x="685800" y="2743200"/>
            <a:ext cx="0" cy="838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3" name="Line 9">
            <a:extLst>
              <a:ext uri="{FF2B5EF4-FFF2-40B4-BE49-F238E27FC236}">
                <a16:creationId xmlns:a16="http://schemas.microsoft.com/office/drawing/2014/main" id="{54CE8F73-FDEA-A632-17A8-D48C703BBFB7}"/>
              </a:ext>
            </a:extLst>
          </p:cNvPr>
          <p:cNvSpPr>
            <a:spLocks noChangeShapeType="1"/>
          </p:cNvSpPr>
          <p:nvPr/>
        </p:nvSpPr>
        <p:spPr bwMode="auto">
          <a:xfrm>
            <a:off x="685800" y="3581400"/>
            <a:ext cx="9144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4" name="Line 10">
            <a:extLst>
              <a:ext uri="{FF2B5EF4-FFF2-40B4-BE49-F238E27FC236}">
                <a16:creationId xmlns:a16="http://schemas.microsoft.com/office/drawing/2014/main" id="{B52DCFE1-EC78-4354-EDFD-FF014D8BE107}"/>
              </a:ext>
            </a:extLst>
          </p:cNvPr>
          <p:cNvSpPr>
            <a:spLocks noChangeShapeType="1"/>
          </p:cNvSpPr>
          <p:nvPr/>
        </p:nvSpPr>
        <p:spPr bwMode="auto">
          <a:xfrm>
            <a:off x="2133600" y="3581400"/>
            <a:ext cx="11430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5" name="Line 11">
            <a:extLst>
              <a:ext uri="{FF2B5EF4-FFF2-40B4-BE49-F238E27FC236}">
                <a16:creationId xmlns:a16="http://schemas.microsoft.com/office/drawing/2014/main" id="{D48DB9BF-7BC3-FF5F-EC3F-BB6BB23F6156}"/>
              </a:ext>
            </a:extLst>
          </p:cNvPr>
          <p:cNvSpPr>
            <a:spLocks noChangeShapeType="1"/>
          </p:cNvSpPr>
          <p:nvPr/>
        </p:nvSpPr>
        <p:spPr bwMode="auto">
          <a:xfrm>
            <a:off x="3276600" y="2743200"/>
            <a:ext cx="0" cy="838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6" name="Line 12">
            <a:extLst>
              <a:ext uri="{FF2B5EF4-FFF2-40B4-BE49-F238E27FC236}">
                <a16:creationId xmlns:a16="http://schemas.microsoft.com/office/drawing/2014/main" id="{59CCCC9A-2BE6-2C3E-B5F4-BA0C827DEBF6}"/>
              </a:ext>
            </a:extLst>
          </p:cNvPr>
          <p:cNvSpPr>
            <a:spLocks noChangeShapeType="1"/>
          </p:cNvSpPr>
          <p:nvPr/>
        </p:nvSpPr>
        <p:spPr bwMode="auto">
          <a:xfrm>
            <a:off x="838200" y="2133600"/>
            <a:ext cx="0" cy="6096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7" name="Line 13">
            <a:extLst>
              <a:ext uri="{FF2B5EF4-FFF2-40B4-BE49-F238E27FC236}">
                <a16:creationId xmlns:a16="http://schemas.microsoft.com/office/drawing/2014/main" id="{4790D390-7F30-707E-02CF-5DD6EE5CBD4E}"/>
              </a:ext>
            </a:extLst>
          </p:cNvPr>
          <p:cNvSpPr>
            <a:spLocks noChangeShapeType="1"/>
          </p:cNvSpPr>
          <p:nvPr/>
        </p:nvSpPr>
        <p:spPr bwMode="auto">
          <a:xfrm>
            <a:off x="2057400" y="2133600"/>
            <a:ext cx="0" cy="6096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8" name="Line 14">
            <a:extLst>
              <a:ext uri="{FF2B5EF4-FFF2-40B4-BE49-F238E27FC236}">
                <a16:creationId xmlns:a16="http://schemas.microsoft.com/office/drawing/2014/main" id="{F65E86F8-BD0C-89FA-AAB4-4504E66AA821}"/>
              </a:ext>
            </a:extLst>
          </p:cNvPr>
          <p:cNvSpPr>
            <a:spLocks noChangeShapeType="1"/>
          </p:cNvSpPr>
          <p:nvPr/>
        </p:nvSpPr>
        <p:spPr bwMode="auto">
          <a:xfrm>
            <a:off x="3276600" y="2133600"/>
            <a:ext cx="0" cy="6096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19" name="Text Box 15">
            <a:extLst>
              <a:ext uri="{FF2B5EF4-FFF2-40B4-BE49-F238E27FC236}">
                <a16:creationId xmlns:a16="http://schemas.microsoft.com/office/drawing/2014/main" id="{F79B9838-F510-0636-7941-46135AABDB11}"/>
              </a:ext>
            </a:extLst>
          </p:cNvPr>
          <p:cNvSpPr txBox="1">
            <a:spLocks noChangeArrowheads="1"/>
          </p:cNvSpPr>
          <p:nvPr/>
        </p:nvSpPr>
        <p:spPr bwMode="auto">
          <a:xfrm>
            <a:off x="1247775" y="2133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400">
                <a:latin typeface="楷体_GB2312"/>
                <a:ea typeface="楷体_GB2312"/>
              </a:rPr>
              <a:t>V</a:t>
            </a:r>
            <a:r>
              <a:rPr lang="en-US" altLang="zh-CN" sz="1600">
                <a:latin typeface="楷体_GB2312"/>
                <a:ea typeface="楷体_GB2312"/>
              </a:rPr>
              <a:t>R</a:t>
            </a:r>
            <a:endParaRPr lang="en-US" altLang="zh-CN" sz="2400">
              <a:latin typeface="楷体_GB2312"/>
              <a:ea typeface="楷体_GB2312"/>
            </a:endParaRPr>
          </a:p>
        </p:txBody>
      </p:sp>
      <p:sp>
        <p:nvSpPr>
          <p:cNvPr id="47120" name="Line 16">
            <a:extLst>
              <a:ext uri="{FF2B5EF4-FFF2-40B4-BE49-F238E27FC236}">
                <a16:creationId xmlns:a16="http://schemas.microsoft.com/office/drawing/2014/main" id="{F3266DC3-3726-32D1-A3E7-4891D60D5EBF}"/>
              </a:ext>
            </a:extLst>
          </p:cNvPr>
          <p:cNvSpPr>
            <a:spLocks noChangeShapeType="1"/>
          </p:cNvSpPr>
          <p:nvPr/>
        </p:nvSpPr>
        <p:spPr bwMode="auto">
          <a:xfrm>
            <a:off x="838200" y="2362200"/>
            <a:ext cx="457200" cy="0"/>
          </a:xfrm>
          <a:prstGeom prst="line">
            <a:avLst/>
          </a:prstGeom>
          <a:noFill/>
          <a:ln w="1905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21" name="Line 17">
            <a:extLst>
              <a:ext uri="{FF2B5EF4-FFF2-40B4-BE49-F238E27FC236}">
                <a16:creationId xmlns:a16="http://schemas.microsoft.com/office/drawing/2014/main" id="{13AF84D4-55F9-17B9-E4FD-112664D5C44A}"/>
              </a:ext>
            </a:extLst>
          </p:cNvPr>
          <p:cNvSpPr>
            <a:spLocks noChangeShapeType="1"/>
          </p:cNvSpPr>
          <p:nvPr/>
        </p:nvSpPr>
        <p:spPr bwMode="auto">
          <a:xfrm>
            <a:off x="1676400" y="2362200"/>
            <a:ext cx="381000" cy="0"/>
          </a:xfrm>
          <a:prstGeom prst="line">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2" name="Text Box 18">
            <a:extLst>
              <a:ext uri="{FF2B5EF4-FFF2-40B4-BE49-F238E27FC236}">
                <a16:creationId xmlns:a16="http://schemas.microsoft.com/office/drawing/2014/main" id="{CFD41335-E5C0-AC39-6CB9-1BA22D2DDC47}"/>
              </a:ext>
            </a:extLst>
          </p:cNvPr>
          <p:cNvSpPr txBox="1">
            <a:spLocks noChangeArrowheads="1"/>
          </p:cNvSpPr>
          <p:nvPr/>
        </p:nvSpPr>
        <p:spPr bwMode="auto">
          <a:xfrm>
            <a:off x="2390775" y="2133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400">
                <a:latin typeface="楷体_GB2312"/>
                <a:ea typeface="楷体_GB2312"/>
              </a:rPr>
              <a:t>V</a:t>
            </a:r>
            <a:r>
              <a:rPr lang="en-US" altLang="zh-CN" sz="1600">
                <a:latin typeface="楷体_GB2312"/>
                <a:ea typeface="楷体_GB2312"/>
              </a:rPr>
              <a:t>A</a:t>
            </a:r>
            <a:endParaRPr lang="en-US" altLang="zh-CN" sz="2400">
              <a:latin typeface="楷体_GB2312"/>
              <a:ea typeface="楷体_GB2312"/>
            </a:endParaRPr>
          </a:p>
        </p:txBody>
      </p:sp>
      <p:sp>
        <p:nvSpPr>
          <p:cNvPr id="47123" name="Line 19">
            <a:extLst>
              <a:ext uri="{FF2B5EF4-FFF2-40B4-BE49-F238E27FC236}">
                <a16:creationId xmlns:a16="http://schemas.microsoft.com/office/drawing/2014/main" id="{75269818-7E07-BC81-F4CC-4823040E9CC2}"/>
              </a:ext>
            </a:extLst>
          </p:cNvPr>
          <p:cNvSpPr>
            <a:spLocks noChangeShapeType="1"/>
          </p:cNvSpPr>
          <p:nvPr/>
        </p:nvSpPr>
        <p:spPr bwMode="auto">
          <a:xfrm>
            <a:off x="2057400" y="2362200"/>
            <a:ext cx="381000" cy="0"/>
          </a:xfrm>
          <a:prstGeom prst="line">
            <a:avLst/>
          </a:prstGeom>
          <a:noFill/>
          <a:ln w="1905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24" name="Line 20">
            <a:extLst>
              <a:ext uri="{FF2B5EF4-FFF2-40B4-BE49-F238E27FC236}">
                <a16:creationId xmlns:a16="http://schemas.microsoft.com/office/drawing/2014/main" id="{C1B6AA9E-2B97-B40E-B6C0-6954E2894880}"/>
              </a:ext>
            </a:extLst>
          </p:cNvPr>
          <p:cNvSpPr>
            <a:spLocks noChangeShapeType="1"/>
          </p:cNvSpPr>
          <p:nvPr/>
        </p:nvSpPr>
        <p:spPr bwMode="auto">
          <a:xfrm>
            <a:off x="2819400" y="2362200"/>
            <a:ext cx="457200" cy="0"/>
          </a:xfrm>
          <a:prstGeom prst="line">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5" name="Rectangle 21">
            <a:extLst>
              <a:ext uri="{FF2B5EF4-FFF2-40B4-BE49-F238E27FC236}">
                <a16:creationId xmlns:a16="http://schemas.microsoft.com/office/drawing/2014/main" id="{EA994995-FE78-DA02-7C73-6C084D7CEB45}"/>
              </a:ext>
            </a:extLst>
          </p:cNvPr>
          <p:cNvSpPr>
            <a:spLocks noChangeArrowheads="1"/>
          </p:cNvSpPr>
          <p:nvPr/>
        </p:nvSpPr>
        <p:spPr bwMode="auto">
          <a:xfrm>
            <a:off x="5638800" y="2667000"/>
            <a:ext cx="609600" cy="152400"/>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nvGrpSpPr>
          <p:cNvPr id="47126" name="Group 22">
            <a:extLst>
              <a:ext uri="{FF2B5EF4-FFF2-40B4-BE49-F238E27FC236}">
                <a16:creationId xmlns:a16="http://schemas.microsoft.com/office/drawing/2014/main" id="{4487A78E-BDED-A2B3-662E-28375804A3CA}"/>
              </a:ext>
            </a:extLst>
          </p:cNvPr>
          <p:cNvGrpSpPr>
            <a:grpSpLocks/>
          </p:cNvGrpSpPr>
          <p:nvPr/>
        </p:nvGrpSpPr>
        <p:grpSpPr bwMode="auto">
          <a:xfrm>
            <a:off x="7162800" y="2486025"/>
            <a:ext cx="533400" cy="533400"/>
            <a:chOff x="1521" y="1584"/>
            <a:chExt cx="336" cy="336"/>
          </a:xfrm>
        </p:grpSpPr>
        <p:sp>
          <p:nvSpPr>
            <p:cNvPr id="47151" name="Oval 23">
              <a:extLst>
                <a:ext uri="{FF2B5EF4-FFF2-40B4-BE49-F238E27FC236}">
                  <a16:creationId xmlns:a16="http://schemas.microsoft.com/office/drawing/2014/main" id="{A5427C98-BF66-8D22-478F-28F59EDF7931}"/>
                </a:ext>
              </a:extLst>
            </p:cNvPr>
            <p:cNvSpPr>
              <a:spLocks noChangeArrowheads="1"/>
            </p:cNvSpPr>
            <p:nvPr/>
          </p:nvSpPr>
          <p:spPr bwMode="auto">
            <a:xfrm>
              <a:off x="1521" y="1584"/>
              <a:ext cx="336" cy="336"/>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7152" name="Text Box 24">
              <a:extLst>
                <a:ext uri="{FF2B5EF4-FFF2-40B4-BE49-F238E27FC236}">
                  <a16:creationId xmlns:a16="http://schemas.microsoft.com/office/drawing/2014/main" id="{0C92749B-77A2-99BD-419C-F5E3FEB0469A}"/>
                </a:ext>
              </a:extLst>
            </p:cNvPr>
            <p:cNvSpPr txBox="1">
              <a:spLocks noChangeArrowheads="1"/>
            </p:cNvSpPr>
            <p:nvPr/>
          </p:nvSpPr>
          <p:spPr bwMode="auto">
            <a:xfrm>
              <a:off x="1569" y="158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400">
                  <a:latin typeface="楷体_GB2312"/>
                  <a:ea typeface="楷体_GB2312"/>
                </a:rPr>
                <a:t>A</a:t>
              </a:r>
            </a:p>
          </p:txBody>
        </p:sp>
      </p:grpSp>
      <p:sp>
        <p:nvSpPr>
          <p:cNvPr id="47127" name="Text Box 25">
            <a:extLst>
              <a:ext uri="{FF2B5EF4-FFF2-40B4-BE49-F238E27FC236}">
                <a16:creationId xmlns:a16="http://schemas.microsoft.com/office/drawing/2014/main" id="{51D1BE2F-76F0-0A54-E574-32D7F2033CC6}"/>
              </a:ext>
            </a:extLst>
          </p:cNvPr>
          <p:cNvSpPr txBox="1">
            <a:spLocks noChangeArrowheads="1"/>
          </p:cNvSpPr>
          <p:nvPr/>
        </p:nvSpPr>
        <p:spPr bwMode="auto">
          <a:xfrm>
            <a:off x="5767388" y="3300413"/>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400">
                <a:latin typeface="楷体_GB2312"/>
                <a:ea typeface="楷体_GB2312"/>
              </a:rPr>
              <a:t>V</a:t>
            </a:r>
          </a:p>
        </p:txBody>
      </p:sp>
      <p:sp>
        <p:nvSpPr>
          <p:cNvPr id="47128" name="Line 26">
            <a:extLst>
              <a:ext uri="{FF2B5EF4-FFF2-40B4-BE49-F238E27FC236}">
                <a16:creationId xmlns:a16="http://schemas.microsoft.com/office/drawing/2014/main" id="{C1732EA8-8EBB-5C8C-1BEF-6576208A684E}"/>
              </a:ext>
            </a:extLst>
          </p:cNvPr>
          <p:cNvSpPr>
            <a:spLocks noChangeShapeType="1"/>
          </p:cNvSpPr>
          <p:nvPr/>
        </p:nvSpPr>
        <p:spPr bwMode="auto">
          <a:xfrm>
            <a:off x="4876800" y="2738438"/>
            <a:ext cx="7620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29" name="Line 27">
            <a:extLst>
              <a:ext uri="{FF2B5EF4-FFF2-40B4-BE49-F238E27FC236}">
                <a16:creationId xmlns:a16="http://schemas.microsoft.com/office/drawing/2014/main" id="{92BE5CF9-3A28-F6F7-393B-5317108A8674}"/>
              </a:ext>
            </a:extLst>
          </p:cNvPr>
          <p:cNvSpPr>
            <a:spLocks noChangeShapeType="1"/>
          </p:cNvSpPr>
          <p:nvPr/>
        </p:nvSpPr>
        <p:spPr bwMode="auto">
          <a:xfrm>
            <a:off x="6248400" y="2743200"/>
            <a:ext cx="9144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30" name="Line 28">
            <a:extLst>
              <a:ext uri="{FF2B5EF4-FFF2-40B4-BE49-F238E27FC236}">
                <a16:creationId xmlns:a16="http://schemas.microsoft.com/office/drawing/2014/main" id="{FA996B8C-6445-A3B6-E0B1-D56E0F21C69E}"/>
              </a:ext>
            </a:extLst>
          </p:cNvPr>
          <p:cNvSpPr>
            <a:spLocks noChangeShapeType="1"/>
          </p:cNvSpPr>
          <p:nvPr/>
        </p:nvSpPr>
        <p:spPr bwMode="auto">
          <a:xfrm>
            <a:off x="7696200" y="27432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31" name="Line 29">
            <a:extLst>
              <a:ext uri="{FF2B5EF4-FFF2-40B4-BE49-F238E27FC236}">
                <a16:creationId xmlns:a16="http://schemas.microsoft.com/office/drawing/2014/main" id="{FEA8610E-0270-1FBE-B6B1-87087DBF3C31}"/>
              </a:ext>
            </a:extLst>
          </p:cNvPr>
          <p:cNvSpPr>
            <a:spLocks noChangeShapeType="1"/>
          </p:cNvSpPr>
          <p:nvPr/>
        </p:nvSpPr>
        <p:spPr bwMode="auto">
          <a:xfrm>
            <a:off x="5205413" y="3509963"/>
            <a:ext cx="4572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32" name="Line 30">
            <a:extLst>
              <a:ext uri="{FF2B5EF4-FFF2-40B4-BE49-F238E27FC236}">
                <a16:creationId xmlns:a16="http://schemas.microsoft.com/office/drawing/2014/main" id="{AF5A413B-120C-5970-65CF-222BBA92B030}"/>
              </a:ext>
            </a:extLst>
          </p:cNvPr>
          <p:cNvSpPr>
            <a:spLocks noChangeShapeType="1"/>
          </p:cNvSpPr>
          <p:nvPr/>
        </p:nvSpPr>
        <p:spPr bwMode="auto">
          <a:xfrm flipV="1">
            <a:off x="5181600" y="2743200"/>
            <a:ext cx="0" cy="7620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33" name="Line 31">
            <a:extLst>
              <a:ext uri="{FF2B5EF4-FFF2-40B4-BE49-F238E27FC236}">
                <a16:creationId xmlns:a16="http://schemas.microsoft.com/office/drawing/2014/main" id="{6972BB9B-2E06-9591-2DA2-BA62C31E50B9}"/>
              </a:ext>
            </a:extLst>
          </p:cNvPr>
          <p:cNvSpPr>
            <a:spLocks noChangeShapeType="1"/>
          </p:cNvSpPr>
          <p:nvPr/>
        </p:nvSpPr>
        <p:spPr bwMode="auto">
          <a:xfrm>
            <a:off x="6172200" y="3505200"/>
            <a:ext cx="5334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34" name="Line 32">
            <a:extLst>
              <a:ext uri="{FF2B5EF4-FFF2-40B4-BE49-F238E27FC236}">
                <a16:creationId xmlns:a16="http://schemas.microsoft.com/office/drawing/2014/main" id="{8409BFE9-DCFD-DCFB-70E2-D5015EDE21F4}"/>
              </a:ext>
            </a:extLst>
          </p:cNvPr>
          <p:cNvSpPr>
            <a:spLocks noChangeShapeType="1"/>
          </p:cNvSpPr>
          <p:nvPr/>
        </p:nvSpPr>
        <p:spPr bwMode="auto">
          <a:xfrm flipV="1">
            <a:off x="6705600" y="2743200"/>
            <a:ext cx="0" cy="7620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35" name="Line 33">
            <a:extLst>
              <a:ext uri="{FF2B5EF4-FFF2-40B4-BE49-F238E27FC236}">
                <a16:creationId xmlns:a16="http://schemas.microsoft.com/office/drawing/2014/main" id="{FDE1EA43-024C-7F2D-23E7-D3179D13F413}"/>
              </a:ext>
            </a:extLst>
          </p:cNvPr>
          <p:cNvSpPr>
            <a:spLocks noChangeShapeType="1"/>
          </p:cNvSpPr>
          <p:nvPr/>
        </p:nvSpPr>
        <p:spPr bwMode="auto">
          <a:xfrm>
            <a:off x="0" y="1371600"/>
            <a:ext cx="9144000" cy="0"/>
          </a:xfrm>
          <a:prstGeom prst="line">
            <a:avLst/>
          </a:prstGeom>
          <a:noFill/>
          <a:ln w="76200" cmpd="tri">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36" name="Line 34">
            <a:extLst>
              <a:ext uri="{FF2B5EF4-FFF2-40B4-BE49-F238E27FC236}">
                <a16:creationId xmlns:a16="http://schemas.microsoft.com/office/drawing/2014/main" id="{624B17C5-7E5C-617E-8D9B-8A883523E584}"/>
              </a:ext>
            </a:extLst>
          </p:cNvPr>
          <p:cNvSpPr>
            <a:spLocks noChangeShapeType="1"/>
          </p:cNvSpPr>
          <p:nvPr/>
        </p:nvSpPr>
        <p:spPr bwMode="auto">
          <a:xfrm>
            <a:off x="4267200" y="1371600"/>
            <a:ext cx="0" cy="5486400"/>
          </a:xfrm>
          <a:prstGeom prst="line">
            <a:avLst/>
          </a:prstGeom>
          <a:noFill/>
          <a:ln w="38100" cmpd="dbl">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7137" name="Text Box 35">
            <a:extLst>
              <a:ext uri="{FF2B5EF4-FFF2-40B4-BE49-F238E27FC236}">
                <a16:creationId xmlns:a16="http://schemas.microsoft.com/office/drawing/2014/main" id="{28DDAFEC-4459-B58A-3B28-74B05CD0CE94}"/>
              </a:ext>
            </a:extLst>
          </p:cNvPr>
          <p:cNvSpPr txBox="1">
            <a:spLocks noChangeArrowheads="1"/>
          </p:cNvSpPr>
          <p:nvPr/>
        </p:nvSpPr>
        <p:spPr bwMode="auto">
          <a:xfrm>
            <a:off x="5705475" y="223361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400">
                <a:latin typeface="楷体_GB2312"/>
                <a:ea typeface="楷体_GB2312"/>
              </a:rPr>
              <a:t>I</a:t>
            </a:r>
            <a:r>
              <a:rPr lang="en-US" altLang="zh-CN" sz="1600">
                <a:latin typeface="楷体_GB2312"/>
                <a:ea typeface="楷体_GB2312"/>
              </a:rPr>
              <a:t>R</a:t>
            </a:r>
            <a:endParaRPr lang="en-US" altLang="zh-CN" sz="2400">
              <a:latin typeface="楷体_GB2312"/>
              <a:ea typeface="楷体_GB2312"/>
            </a:endParaRPr>
          </a:p>
        </p:txBody>
      </p:sp>
      <p:sp>
        <p:nvSpPr>
          <p:cNvPr id="47138" name="Line 36">
            <a:extLst>
              <a:ext uri="{FF2B5EF4-FFF2-40B4-BE49-F238E27FC236}">
                <a16:creationId xmlns:a16="http://schemas.microsoft.com/office/drawing/2014/main" id="{38E04877-10B1-5B4A-A539-60D37CF37FE7}"/>
              </a:ext>
            </a:extLst>
          </p:cNvPr>
          <p:cNvSpPr>
            <a:spLocks noChangeShapeType="1"/>
          </p:cNvSpPr>
          <p:nvPr/>
        </p:nvSpPr>
        <p:spPr bwMode="auto">
          <a:xfrm>
            <a:off x="5181600" y="2514600"/>
            <a:ext cx="533400"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9" name="Text Box 37">
            <a:extLst>
              <a:ext uri="{FF2B5EF4-FFF2-40B4-BE49-F238E27FC236}">
                <a16:creationId xmlns:a16="http://schemas.microsoft.com/office/drawing/2014/main" id="{C43EEFD8-E3AC-8901-BD76-5890F3441C7E}"/>
              </a:ext>
            </a:extLst>
          </p:cNvPr>
          <p:cNvSpPr txBox="1">
            <a:spLocks noChangeArrowheads="1"/>
          </p:cNvSpPr>
          <p:nvPr/>
        </p:nvSpPr>
        <p:spPr bwMode="auto">
          <a:xfrm>
            <a:off x="5715000" y="3810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400">
                <a:latin typeface="楷体_GB2312"/>
                <a:ea typeface="楷体_GB2312"/>
              </a:rPr>
              <a:t>I</a:t>
            </a:r>
            <a:r>
              <a:rPr lang="en-US" altLang="zh-CN" sz="1600">
                <a:latin typeface="楷体_GB2312"/>
                <a:ea typeface="楷体_GB2312"/>
              </a:rPr>
              <a:t>V</a:t>
            </a:r>
            <a:endParaRPr lang="en-US" altLang="zh-CN" sz="2400">
              <a:latin typeface="楷体_GB2312"/>
              <a:ea typeface="楷体_GB2312"/>
            </a:endParaRPr>
          </a:p>
        </p:txBody>
      </p:sp>
      <p:sp>
        <p:nvSpPr>
          <p:cNvPr id="47140" name="Line 38">
            <a:extLst>
              <a:ext uri="{FF2B5EF4-FFF2-40B4-BE49-F238E27FC236}">
                <a16:creationId xmlns:a16="http://schemas.microsoft.com/office/drawing/2014/main" id="{F962100F-7664-2F7B-9568-824FE0E683E7}"/>
              </a:ext>
            </a:extLst>
          </p:cNvPr>
          <p:cNvSpPr>
            <a:spLocks noChangeShapeType="1"/>
          </p:cNvSpPr>
          <p:nvPr/>
        </p:nvSpPr>
        <p:spPr bwMode="auto">
          <a:xfrm>
            <a:off x="5181600" y="4038600"/>
            <a:ext cx="533400"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1" name="Text Box 39">
            <a:extLst>
              <a:ext uri="{FF2B5EF4-FFF2-40B4-BE49-F238E27FC236}">
                <a16:creationId xmlns:a16="http://schemas.microsoft.com/office/drawing/2014/main" id="{D7F99F71-40D4-A30F-A055-FEC85DDA074D}"/>
              </a:ext>
            </a:extLst>
          </p:cNvPr>
          <p:cNvSpPr txBox="1">
            <a:spLocks noChangeArrowheads="1"/>
          </p:cNvSpPr>
          <p:nvPr/>
        </p:nvSpPr>
        <p:spPr bwMode="auto">
          <a:xfrm>
            <a:off x="228600" y="3962400"/>
            <a:ext cx="40386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800">
                <a:latin typeface="楷体_GB2312"/>
                <a:ea typeface="楷体_GB2312"/>
              </a:rPr>
              <a:t>    </a:t>
            </a:r>
            <a:r>
              <a:rPr lang="zh-CN" altLang="en-US" sz="2800">
                <a:latin typeface="楷体_GB2312"/>
                <a:ea typeface="楷体_GB2312"/>
              </a:rPr>
              <a:t>用</a:t>
            </a:r>
            <a:r>
              <a:rPr lang="en-US" altLang="zh-CN" sz="2800">
                <a:latin typeface="楷体_GB2312"/>
                <a:ea typeface="楷体_GB2312"/>
              </a:rPr>
              <a:t>V</a:t>
            </a:r>
            <a:r>
              <a:rPr lang="zh-CN" altLang="en-US" sz="2800">
                <a:latin typeface="楷体_GB2312"/>
                <a:ea typeface="楷体_GB2312"/>
              </a:rPr>
              <a:t>作为</a:t>
            </a:r>
            <a:r>
              <a:rPr lang="en-US" altLang="zh-CN" sz="2800">
                <a:latin typeface="楷体_GB2312"/>
                <a:ea typeface="楷体_GB2312"/>
              </a:rPr>
              <a:t>V</a:t>
            </a:r>
            <a:r>
              <a:rPr lang="en-US" altLang="zh-CN" sz="2000">
                <a:latin typeface="楷体_GB2312"/>
                <a:ea typeface="楷体_GB2312"/>
              </a:rPr>
              <a:t>R</a:t>
            </a:r>
            <a:r>
              <a:rPr lang="zh-CN" altLang="en-US" sz="2800">
                <a:latin typeface="楷体_GB2312"/>
                <a:ea typeface="楷体_GB2312"/>
              </a:rPr>
              <a:t>的近似值</a:t>
            </a:r>
          </a:p>
          <a:p>
            <a:pPr>
              <a:lnSpc>
                <a:spcPct val="40000"/>
              </a:lnSpc>
              <a:spcBef>
                <a:spcPct val="50000"/>
              </a:spcBef>
              <a:buClrTx/>
              <a:buSzTx/>
              <a:buFont typeface="Arial" panose="020B0604020202020204" pitchFamily="34" charset="0"/>
              <a:buNone/>
            </a:pPr>
            <a:r>
              <a:rPr lang="zh-CN" altLang="en-US" sz="2800">
                <a:latin typeface="楷体_GB2312"/>
                <a:ea typeface="楷体_GB2312"/>
              </a:rPr>
              <a:t>时，求</a:t>
            </a:r>
          </a:p>
          <a:p>
            <a:pPr>
              <a:lnSpc>
                <a:spcPct val="60000"/>
              </a:lnSpc>
              <a:spcBef>
                <a:spcPct val="50000"/>
              </a:spcBef>
              <a:buClrTx/>
              <a:buSzTx/>
              <a:buFont typeface="Arial" panose="020B0604020202020204" pitchFamily="34" charset="0"/>
              <a:buNone/>
            </a:pPr>
            <a:endParaRPr lang="en-US" altLang="zh-CN" sz="2800">
              <a:latin typeface="楷体_GB2312"/>
              <a:ea typeface="楷体_GB2312"/>
            </a:endParaRPr>
          </a:p>
        </p:txBody>
      </p:sp>
      <p:graphicFrame>
        <p:nvGraphicFramePr>
          <p:cNvPr id="47142" name="Object 2">
            <a:extLst>
              <a:ext uri="{FF2B5EF4-FFF2-40B4-BE49-F238E27FC236}">
                <a16:creationId xmlns:a16="http://schemas.microsoft.com/office/drawing/2014/main" id="{1AF94A7F-1332-59E0-C256-00F9DE8D6406}"/>
              </a:ext>
            </a:extLst>
          </p:cNvPr>
          <p:cNvGraphicFramePr>
            <a:graphicFrameLocks noChangeAspect="1"/>
          </p:cNvGraphicFramePr>
          <p:nvPr/>
        </p:nvGraphicFramePr>
        <p:xfrm>
          <a:off x="381000" y="4876800"/>
          <a:ext cx="3581400" cy="1600200"/>
        </p:xfrm>
        <a:graphic>
          <a:graphicData uri="http://schemas.openxmlformats.org/presentationml/2006/ole">
            <mc:AlternateContent xmlns:mc="http://schemas.openxmlformats.org/markup-compatibility/2006">
              <mc:Choice xmlns:v="urn:schemas-microsoft-com:vml" Requires="v">
                <p:oleObj r:id="rId3" imgW="1930400" imgH="1155700" progId="">
                  <p:embed/>
                </p:oleObj>
              </mc:Choice>
              <mc:Fallback>
                <p:oleObj r:id="rId3" imgW="1930400" imgH="115570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4876800"/>
                        <a:ext cx="35814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43" name="Object 3">
            <a:extLst>
              <a:ext uri="{FF2B5EF4-FFF2-40B4-BE49-F238E27FC236}">
                <a16:creationId xmlns:a16="http://schemas.microsoft.com/office/drawing/2014/main" id="{23F6627F-587F-048C-65C8-F290F20FE66F}"/>
              </a:ext>
            </a:extLst>
          </p:cNvPr>
          <p:cNvGraphicFramePr>
            <a:graphicFrameLocks noChangeAspect="1"/>
          </p:cNvGraphicFramePr>
          <p:nvPr/>
        </p:nvGraphicFramePr>
        <p:xfrm>
          <a:off x="5105400" y="4876800"/>
          <a:ext cx="3124200" cy="1752600"/>
        </p:xfrm>
        <a:graphic>
          <a:graphicData uri="http://schemas.openxmlformats.org/presentationml/2006/ole">
            <mc:AlternateContent xmlns:mc="http://schemas.openxmlformats.org/markup-compatibility/2006">
              <mc:Choice xmlns:v="urn:schemas-microsoft-com:vml" Requires="v">
                <p:oleObj r:id="rId5" imgW="1676400" imgH="1206500" progId="">
                  <p:embed/>
                </p:oleObj>
              </mc:Choice>
              <mc:Fallback>
                <p:oleObj r:id="rId5" imgW="1676400" imgH="1206500" progId="">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4876800"/>
                        <a:ext cx="31242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44" name="Rectangle 42">
            <a:extLst>
              <a:ext uri="{FF2B5EF4-FFF2-40B4-BE49-F238E27FC236}">
                <a16:creationId xmlns:a16="http://schemas.microsoft.com/office/drawing/2014/main" id="{0D22E83B-C8E6-0481-DDFC-63F8568F9F43}"/>
              </a:ext>
            </a:extLst>
          </p:cNvPr>
          <p:cNvSpPr>
            <a:spLocks noChangeArrowheads="1"/>
          </p:cNvSpPr>
          <p:nvPr/>
        </p:nvSpPr>
        <p:spPr bwMode="auto">
          <a:xfrm>
            <a:off x="1143000" y="2667000"/>
            <a:ext cx="609600" cy="152400"/>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nvGrpSpPr>
          <p:cNvPr id="47145" name="Group 43">
            <a:extLst>
              <a:ext uri="{FF2B5EF4-FFF2-40B4-BE49-F238E27FC236}">
                <a16:creationId xmlns:a16="http://schemas.microsoft.com/office/drawing/2014/main" id="{D12AB537-8C33-6B62-AB3B-935BC5BFD23B}"/>
              </a:ext>
            </a:extLst>
          </p:cNvPr>
          <p:cNvGrpSpPr>
            <a:grpSpLocks/>
          </p:cNvGrpSpPr>
          <p:nvPr/>
        </p:nvGrpSpPr>
        <p:grpSpPr bwMode="auto">
          <a:xfrm>
            <a:off x="2414588" y="2514600"/>
            <a:ext cx="533400" cy="533400"/>
            <a:chOff x="1521" y="1584"/>
            <a:chExt cx="336" cy="336"/>
          </a:xfrm>
        </p:grpSpPr>
        <p:sp>
          <p:nvSpPr>
            <p:cNvPr id="47149" name="Oval 44">
              <a:extLst>
                <a:ext uri="{FF2B5EF4-FFF2-40B4-BE49-F238E27FC236}">
                  <a16:creationId xmlns:a16="http://schemas.microsoft.com/office/drawing/2014/main" id="{E084EC1D-E4A4-69B8-AE13-15186113EABC}"/>
                </a:ext>
              </a:extLst>
            </p:cNvPr>
            <p:cNvSpPr>
              <a:spLocks noChangeArrowheads="1"/>
            </p:cNvSpPr>
            <p:nvPr/>
          </p:nvSpPr>
          <p:spPr bwMode="auto">
            <a:xfrm>
              <a:off x="1521" y="1584"/>
              <a:ext cx="336" cy="336"/>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7150" name="Text Box 45">
              <a:extLst>
                <a:ext uri="{FF2B5EF4-FFF2-40B4-BE49-F238E27FC236}">
                  <a16:creationId xmlns:a16="http://schemas.microsoft.com/office/drawing/2014/main" id="{F01CF794-E595-A863-B37F-187B1F6510AC}"/>
                </a:ext>
              </a:extLst>
            </p:cNvPr>
            <p:cNvSpPr txBox="1">
              <a:spLocks noChangeArrowheads="1"/>
            </p:cNvSpPr>
            <p:nvPr/>
          </p:nvSpPr>
          <p:spPr bwMode="auto">
            <a:xfrm>
              <a:off x="1569" y="158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400">
                  <a:latin typeface="楷体_GB2312"/>
                  <a:ea typeface="楷体_GB2312"/>
                </a:rPr>
                <a:t>A</a:t>
              </a:r>
            </a:p>
          </p:txBody>
        </p:sp>
      </p:grpSp>
      <p:sp>
        <p:nvSpPr>
          <p:cNvPr id="47146" name="Oval 46">
            <a:extLst>
              <a:ext uri="{FF2B5EF4-FFF2-40B4-BE49-F238E27FC236}">
                <a16:creationId xmlns:a16="http://schemas.microsoft.com/office/drawing/2014/main" id="{CAD58E35-99BE-B202-C5BB-403FDCF5B040}"/>
              </a:ext>
            </a:extLst>
          </p:cNvPr>
          <p:cNvSpPr>
            <a:spLocks noChangeArrowheads="1"/>
          </p:cNvSpPr>
          <p:nvPr/>
        </p:nvSpPr>
        <p:spPr bwMode="auto">
          <a:xfrm>
            <a:off x="1600200" y="3276600"/>
            <a:ext cx="533400" cy="533400"/>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7147" name="Oval 47">
            <a:extLst>
              <a:ext uri="{FF2B5EF4-FFF2-40B4-BE49-F238E27FC236}">
                <a16:creationId xmlns:a16="http://schemas.microsoft.com/office/drawing/2014/main" id="{552EDE72-7A49-47E2-E194-87BDFEEB465A}"/>
              </a:ext>
            </a:extLst>
          </p:cNvPr>
          <p:cNvSpPr>
            <a:spLocks noChangeArrowheads="1"/>
          </p:cNvSpPr>
          <p:nvPr/>
        </p:nvSpPr>
        <p:spPr bwMode="auto">
          <a:xfrm>
            <a:off x="5667375" y="3276600"/>
            <a:ext cx="533400" cy="533400"/>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47148" name="Text Box 48">
            <a:extLst>
              <a:ext uri="{FF2B5EF4-FFF2-40B4-BE49-F238E27FC236}">
                <a16:creationId xmlns:a16="http://schemas.microsoft.com/office/drawing/2014/main" id="{0E1E07C2-14F4-DB83-DBC3-CA0817C79434}"/>
              </a:ext>
            </a:extLst>
          </p:cNvPr>
          <p:cNvSpPr txBox="1">
            <a:spLocks noChangeArrowheads="1"/>
          </p:cNvSpPr>
          <p:nvPr/>
        </p:nvSpPr>
        <p:spPr bwMode="auto">
          <a:xfrm>
            <a:off x="4495800" y="4343400"/>
            <a:ext cx="4495800"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sz="2800">
                <a:latin typeface="楷体_GB2312"/>
                <a:ea typeface="楷体_GB2312"/>
              </a:rPr>
              <a:t>用</a:t>
            </a:r>
            <a:r>
              <a:rPr lang="en-US" altLang="zh-CN" sz="2800">
                <a:latin typeface="楷体_GB2312"/>
                <a:ea typeface="楷体_GB2312"/>
              </a:rPr>
              <a:t>I</a:t>
            </a:r>
            <a:r>
              <a:rPr lang="zh-CN" altLang="en-US" sz="2800">
                <a:latin typeface="楷体_GB2312"/>
                <a:ea typeface="楷体_GB2312"/>
              </a:rPr>
              <a:t>作为</a:t>
            </a:r>
            <a:r>
              <a:rPr lang="en-US" altLang="zh-CN" sz="2800">
                <a:latin typeface="楷体_GB2312"/>
                <a:ea typeface="楷体_GB2312"/>
              </a:rPr>
              <a:t>I</a:t>
            </a:r>
            <a:r>
              <a:rPr lang="en-US" altLang="zh-CN" sz="2000">
                <a:latin typeface="楷体_GB2312"/>
                <a:ea typeface="楷体_GB2312"/>
              </a:rPr>
              <a:t>R</a:t>
            </a:r>
            <a:r>
              <a:rPr lang="zh-CN" altLang="en-US" sz="2800">
                <a:latin typeface="楷体_GB2312"/>
                <a:ea typeface="楷体_GB2312"/>
              </a:rPr>
              <a:t>的近似值时，求</a:t>
            </a:r>
          </a:p>
          <a:p>
            <a:pPr>
              <a:lnSpc>
                <a:spcPct val="60000"/>
              </a:lnSpc>
              <a:spcBef>
                <a:spcPct val="50000"/>
              </a:spcBef>
              <a:buClrTx/>
              <a:buSzTx/>
              <a:buFont typeface="Arial" panose="020B0604020202020204" pitchFamily="34" charset="0"/>
              <a:buNone/>
            </a:pPr>
            <a:endParaRPr lang="en-US" altLang="zh-CN" sz="2800">
              <a:latin typeface="楷体_GB2312"/>
              <a:ea typeface="楷体_GB231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36D848D-4D1B-65B7-2F67-0EDF9E0357B4}"/>
              </a:ext>
            </a:extLst>
          </p:cNvPr>
          <p:cNvSpPr>
            <a:spLocks noChangeArrowheads="1"/>
          </p:cNvSpPr>
          <p:nvPr/>
        </p:nvSpPr>
        <p:spPr bwMode="auto">
          <a:xfrm>
            <a:off x="755650" y="333375"/>
            <a:ext cx="3671888" cy="914400"/>
          </a:xfrm>
          <a:prstGeom prst="rect">
            <a:avLst/>
          </a:prstGeom>
          <a:solidFill>
            <a:schemeClr val="hlink"/>
          </a:solidFill>
          <a:ln w="9525">
            <a:noFill/>
            <a:miter lim="800000"/>
          </a:ln>
          <a:effectLst/>
        </p:spPr>
        <p:txBody>
          <a:bodyPr lIns="92075" tIns="46038" rIns="92075" bIns="46038">
            <a:spAutoFit/>
          </a:bodyPr>
          <a:lstStyle/>
          <a:p>
            <a:pPr>
              <a:spcBef>
                <a:spcPct val="50000"/>
              </a:spcBef>
              <a:buFont typeface="Arial" panose="020B0604020202020204" pitchFamily="34" charset="0"/>
              <a:buNone/>
              <a:defRPr/>
            </a:pPr>
            <a:r>
              <a:rPr kumimoji="1" lang="en-US" altLang="zh-CN" sz="5400">
                <a:solidFill>
                  <a:srgbClr val="FF0066"/>
                </a:solidFill>
                <a:effectLst>
                  <a:outerShdw blurRad="38100" dist="38100" dir="2700000" algn="tl">
                    <a:srgbClr val="000000"/>
                  </a:outerShdw>
                </a:effectLst>
                <a:latin typeface="楷体_GB2312" pitchFamily="1" charset="-122"/>
                <a:ea typeface="楷体_GB2312" pitchFamily="1" charset="-122"/>
                <a:cs typeface="+mn-cs"/>
              </a:rPr>
              <a:t> </a:t>
            </a:r>
            <a:r>
              <a:rPr kumimoji="1" lang="zh-CN" altLang="en-US" sz="4000">
                <a:solidFill>
                  <a:srgbClr val="FF0066"/>
                </a:solidFill>
                <a:effectLst>
                  <a:outerShdw blurRad="38100" dist="38100" dir="2700000" algn="tl">
                    <a:srgbClr val="000000"/>
                  </a:outerShdw>
                </a:effectLst>
                <a:latin typeface="楷体_GB2312" pitchFamily="1" charset="-122"/>
                <a:ea typeface="楷体_GB2312" pitchFamily="1" charset="-122"/>
                <a:cs typeface="+mn-cs"/>
              </a:rPr>
              <a:t>系统误差</a:t>
            </a:r>
            <a:r>
              <a:rPr kumimoji="1" lang="zh-CN" altLang="en-US" sz="4000">
                <a:latin typeface="楷体_GB2312" pitchFamily="1" charset="-122"/>
                <a:ea typeface="楷体_GB2312" pitchFamily="1" charset="-122"/>
                <a:cs typeface="+mn-cs"/>
              </a:rPr>
              <a:t>特点</a:t>
            </a:r>
            <a:endParaRPr kumimoji="1" lang="zh-CN" altLang="en-US" sz="4000">
              <a:solidFill>
                <a:srgbClr val="FF0066"/>
              </a:solidFill>
              <a:latin typeface="楷体_GB2312" pitchFamily="1" charset="-122"/>
              <a:ea typeface="楷体_GB2312" pitchFamily="1" charset="-122"/>
              <a:cs typeface="+mn-cs"/>
            </a:endParaRPr>
          </a:p>
        </p:txBody>
      </p:sp>
      <p:sp>
        <p:nvSpPr>
          <p:cNvPr id="36867" name="Rectangle 3">
            <a:extLst>
              <a:ext uri="{FF2B5EF4-FFF2-40B4-BE49-F238E27FC236}">
                <a16:creationId xmlns:a16="http://schemas.microsoft.com/office/drawing/2014/main" id="{BD0CA677-9D0A-2A57-F0E5-6DDD630DA46D}"/>
              </a:ext>
            </a:extLst>
          </p:cNvPr>
          <p:cNvSpPr>
            <a:spLocks noChangeArrowheads="1"/>
          </p:cNvSpPr>
          <p:nvPr/>
        </p:nvSpPr>
        <p:spPr bwMode="auto">
          <a:xfrm>
            <a:off x="1143000" y="1676400"/>
            <a:ext cx="7162800" cy="4664075"/>
          </a:xfrm>
          <a:prstGeom prst="rect">
            <a:avLst/>
          </a:prstGeom>
          <a:solidFill>
            <a:srgbClr val="CCECFF"/>
          </a:solidFill>
          <a:ln w="9525">
            <a:noFill/>
            <a:miter lim="800000"/>
          </a:ln>
          <a:effectLst/>
        </p:spPr>
        <p:txBody>
          <a:bodyPr lIns="92075" tIns="46038" rIns="92075" bIns="46038">
            <a:spAutoFit/>
          </a:bodyPr>
          <a:lstStyle/>
          <a:p>
            <a:pPr>
              <a:lnSpc>
                <a:spcPct val="150000"/>
              </a:lnSpc>
              <a:spcBef>
                <a:spcPct val="50000"/>
              </a:spcBef>
              <a:buFont typeface="Arial" panose="020B0604020202020204" pitchFamily="34" charset="0"/>
              <a:buNone/>
              <a:defRPr/>
            </a:pPr>
            <a:r>
              <a:rPr kumimoji="1" lang="en-US" altLang="zh-CN" sz="4000">
                <a:effectLst>
                  <a:outerShdw blurRad="38100" dist="38100" dir="2700000" algn="tl">
                    <a:srgbClr val="FFFFFF"/>
                  </a:outerShdw>
                </a:effectLst>
                <a:latin typeface="楷体_GB2312"/>
                <a:ea typeface="宋体" panose="02010600030101010101" pitchFamily="2" charset="-122"/>
                <a:cs typeface="Times New Roman" panose="02020603050405020304" pitchFamily="18" charset="0"/>
              </a:rPr>
              <a:t>    </a:t>
            </a:r>
            <a:r>
              <a:rPr kumimoji="1" lang="zh-CN" altLang="en-US" sz="4000">
                <a:effectLst>
                  <a:outerShdw blurRad="38100" dist="38100" dir="2700000" algn="tl">
                    <a:srgbClr val="FFFFFF"/>
                  </a:outerShdw>
                </a:effectLst>
                <a:latin typeface="楷体_GB2312"/>
                <a:ea typeface="宋体" panose="02010600030101010101" pitchFamily="2" charset="-122"/>
                <a:cs typeface="Times New Roman" panose="02020603050405020304" pitchFamily="18" charset="0"/>
              </a:rPr>
              <a:t>增加测量次数误差不能减少，只能从方法、理论、仪器等方面的改进与修正来实现。表现出恒偏大、恒偏小或周期性的特点。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Effect transition="in" filter="wipe(left)">
                                      <p:cBhvr>
                                        <p:cTn id="7" dur="500"/>
                                        <p:tgtEl>
                                          <p:spTgt spid="368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iterate type="wd">
                                    <p:tmPct val="100000"/>
                                  </p:iterate>
                                  <p:childTnLst>
                                    <p:set>
                                      <p:cBhvr>
                                        <p:cTn id="11" dur="1" fill="hold">
                                          <p:stCondLst>
                                            <p:cond delay="0"/>
                                          </p:stCondLst>
                                        </p:cTn>
                                        <p:tgtEl>
                                          <p:spTgt spid="36867"/>
                                        </p:tgtEl>
                                        <p:attrNameLst>
                                          <p:attrName>style.visibility</p:attrName>
                                        </p:attrNameLst>
                                      </p:cBhvr>
                                      <p:to>
                                        <p:strVal val="visible"/>
                                      </p:to>
                                    </p:set>
                                    <p:animEffect transition="in" filter="wipe(left)">
                                      <p:cBhvr>
                                        <p:cTn id="12" dur="300"/>
                                        <p:tgtEl>
                                          <p:spTgt spid="36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advAuto="1000"/>
      <p:bldP spid="3686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D3C55330-6BA8-E8AA-C4AF-43B6EE9BC736}"/>
              </a:ext>
            </a:extLst>
          </p:cNvPr>
          <p:cNvSpPr>
            <a:spLocks noGrp="1" noChangeArrowheads="1"/>
          </p:cNvSpPr>
          <p:nvPr>
            <p:ph idx="1"/>
          </p:nvPr>
        </p:nvSpPr>
        <p:spPr>
          <a:xfrm>
            <a:off x="685800" y="1773238"/>
            <a:ext cx="7772400" cy="4751387"/>
          </a:xfrm>
        </p:spPr>
        <p:txBody>
          <a:bodyPr/>
          <a:lstStyle/>
          <a:p>
            <a:pPr eaLnBrk="1" hangingPunct="1">
              <a:lnSpc>
                <a:spcPct val="90000"/>
              </a:lnSpc>
            </a:pPr>
            <a:r>
              <a:rPr lang="zh-CN" altLang="en-US" sz="2800" b="1">
                <a:solidFill>
                  <a:srgbClr val="CC0000"/>
                </a:solidFill>
                <a:latin typeface="宋体" panose="02010600030101010101" pitchFamily="2" charset="-122"/>
              </a:rPr>
              <a:t>定义：在实际测量条件下，多次测量同一物理量时，误差的符号和绝对值的变化：时大时小、时正时负；以不可预定方式变化着的误差。</a:t>
            </a:r>
            <a:endParaRPr lang="en-US" altLang="zh-CN" sz="2800"/>
          </a:p>
          <a:p>
            <a:pPr eaLnBrk="1" hangingPunct="1">
              <a:lnSpc>
                <a:spcPct val="90000"/>
              </a:lnSpc>
            </a:pPr>
            <a:endParaRPr lang="zh-CN" altLang="en-US" sz="2700"/>
          </a:p>
          <a:p>
            <a:pPr eaLnBrk="1" hangingPunct="1">
              <a:lnSpc>
                <a:spcPct val="90000"/>
              </a:lnSpc>
            </a:pPr>
            <a:r>
              <a:rPr lang="zh-CN" altLang="zh-CN" sz="2700"/>
              <a:t>产生原因：实验条件和环境因素无规则的起伏变化，引起测量值围绕真值发生涨落的变化。</a:t>
            </a:r>
          </a:p>
        </p:txBody>
      </p:sp>
      <p:sp>
        <p:nvSpPr>
          <p:cNvPr id="49155" name="Rectangle 3">
            <a:extLst>
              <a:ext uri="{FF2B5EF4-FFF2-40B4-BE49-F238E27FC236}">
                <a16:creationId xmlns:a16="http://schemas.microsoft.com/office/drawing/2014/main" id="{7D93A214-093B-71B4-08E7-619FB903C69F}"/>
              </a:ext>
            </a:extLst>
          </p:cNvPr>
          <p:cNvSpPr>
            <a:spLocks noChangeArrowheads="1"/>
          </p:cNvSpPr>
          <p:nvPr/>
        </p:nvSpPr>
        <p:spPr bwMode="auto">
          <a:xfrm>
            <a:off x="755650" y="4591050"/>
            <a:ext cx="734536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r>
              <a:rPr lang="zh-CN" altLang="en-US" sz="2800" b="0">
                <a:solidFill>
                  <a:srgbClr val="000000"/>
                </a:solidFill>
                <a:latin typeface="Calibri" panose="020F0502020204030204" pitchFamily="34" charset="0"/>
                <a:ea typeface="宋体" panose="02010600030101010101" pitchFamily="2" charset="-122"/>
              </a:rPr>
              <a:t>例如：用毫米刻度的米尺去测量某物体的长度时往往将米尺去对准物体两端并估读到毫米下一位读数值，这个数值就存在一定的随机性，也就带来了随机误差。</a:t>
            </a:r>
            <a:endParaRPr lang="en-US" altLang="zh-CN" sz="2800" b="0">
              <a:latin typeface="Times New Roman" panose="02020603050405020304" pitchFamily="18" charset="0"/>
              <a:ea typeface="宋体" panose="02010600030101010101" pitchFamily="2" charset="-122"/>
            </a:endParaRPr>
          </a:p>
        </p:txBody>
      </p:sp>
      <p:sp>
        <p:nvSpPr>
          <p:cNvPr id="14" name="Rectangle 2">
            <a:extLst>
              <a:ext uri="{FF2B5EF4-FFF2-40B4-BE49-F238E27FC236}">
                <a16:creationId xmlns:a16="http://schemas.microsoft.com/office/drawing/2014/main" id="{2BCC4709-2E7C-1FC5-7E4A-5858DF527DF3}"/>
              </a:ext>
            </a:extLst>
          </p:cNvPr>
          <p:cNvSpPr txBox="1">
            <a:spLocks noChangeArrowheads="1"/>
          </p:cNvSpPr>
          <p:nvPr/>
        </p:nvSpPr>
        <p:spPr bwMode="auto">
          <a:xfrm>
            <a:off x="684213" y="1052513"/>
            <a:ext cx="7772400" cy="457200"/>
          </a:xfrm>
          <a:prstGeom prst="rect">
            <a:avLst/>
          </a:prstGeom>
          <a:solidFill>
            <a:schemeClr val="accent1"/>
          </a:solidFill>
          <a:ln w="9525">
            <a:solidFill>
              <a:schemeClr val="accent1"/>
            </a:solidFill>
            <a:miter lim="800000"/>
          </a:ln>
        </p:spPr>
        <p:txBody>
          <a:bodyPr anchor="ctr"/>
          <a:lstStyle/>
          <a:p>
            <a:pPr eaLnBrk="1" hangingPunct="1">
              <a:defRPr/>
            </a:pPr>
            <a:r>
              <a:rPr lang="en-US" altLang="zh-CN" sz="2800">
                <a:solidFill>
                  <a:srgbClr val="CC3300"/>
                </a:solidFill>
                <a:effectLst>
                  <a:outerShdw blurRad="38100" dist="38100" dir="2700000" algn="tl">
                    <a:srgbClr val="000000"/>
                  </a:outerShdw>
                </a:effectLst>
                <a:latin typeface="Maiandra GD" panose="020E0502030308020204" pitchFamily="34" charset="0"/>
                <a:ea typeface="幼圆" panose="02010509060101010101" pitchFamily="49" charset="-122"/>
                <a:cs typeface="+mn-cs"/>
              </a:rPr>
              <a:t>1</a:t>
            </a:r>
            <a:r>
              <a:rPr lang="zh-CN" altLang="en-US" sz="2800">
                <a:solidFill>
                  <a:srgbClr val="CC3300"/>
                </a:solidFill>
                <a:effectLst>
                  <a:outerShdw blurRad="38100" dist="38100" dir="2700000" algn="tl">
                    <a:srgbClr val="000000"/>
                  </a:outerShdw>
                </a:effectLst>
                <a:latin typeface="Maiandra GD" panose="020E0502030308020204" pitchFamily="34" charset="0"/>
                <a:ea typeface="幼圆" panose="02010509060101010101" pitchFamily="49" charset="-122"/>
                <a:cs typeface="+mn-cs"/>
              </a:rPr>
              <a:t>、定义、原因和特点</a:t>
            </a:r>
          </a:p>
        </p:txBody>
      </p:sp>
      <p:sp>
        <p:nvSpPr>
          <p:cNvPr id="30738" name="Rectangle 18">
            <a:extLst>
              <a:ext uri="{FF2B5EF4-FFF2-40B4-BE49-F238E27FC236}">
                <a16:creationId xmlns:a16="http://schemas.microsoft.com/office/drawing/2014/main" id="{39857908-2EE5-8DB6-B1F2-6D77029DE077}"/>
              </a:ext>
            </a:extLst>
          </p:cNvPr>
          <p:cNvSpPr>
            <a:spLocks noChangeArrowheads="1"/>
          </p:cNvSpPr>
          <p:nvPr/>
        </p:nvSpPr>
        <p:spPr bwMode="auto">
          <a:xfrm>
            <a:off x="255588" y="188913"/>
            <a:ext cx="3557587" cy="771525"/>
          </a:xfrm>
          <a:prstGeom prst="rect">
            <a:avLst/>
          </a:prstGeom>
          <a:solidFill>
            <a:srgbClr val="00FFFF"/>
          </a:solidFill>
          <a:ln w="9525">
            <a:solidFill>
              <a:schemeClr val="tx1"/>
            </a:solidFill>
            <a:miter lim="800000"/>
          </a:ln>
          <a:effectLst>
            <a:outerShdw dist="107763" dir="2700000" algn="ctr" rotWithShape="0">
              <a:schemeClr val="bg2"/>
            </a:outerShdw>
          </a:effectLst>
        </p:spPr>
        <p:txBody>
          <a:bodyPr wrap="none" anchor="ctr">
            <a:spAutoFit/>
          </a:bodyPr>
          <a:lstStyle/>
          <a:p>
            <a:pPr algn="ctr">
              <a:buFont typeface="Arial" panose="020B0604020202020204" pitchFamily="34" charset="0"/>
              <a:buNone/>
              <a:defRPr/>
            </a:pPr>
            <a:r>
              <a:rPr kumimoji="1" lang="zh-CN" altLang="en-US" sz="4400">
                <a:solidFill>
                  <a:srgbClr val="FF0066"/>
                </a:solidFill>
                <a:effectLst>
                  <a:outerShdw blurRad="38100" dist="38100" dir="2700000" algn="tl">
                    <a:srgbClr val="000000"/>
                  </a:outerShdw>
                </a:effectLst>
                <a:latin typeface="楷体_GB2312" pitchFamily="1" charset="-122"/>
                <a:ea typeface="楷体_GB2312" pitchFamily="1" charset="-122"/>
                <a:cs typeface="+mn-cs"/>
              </a:rPr>
              <a:t>三</a:t>
            </a:r>
            <a:r>
              <a:rPr kumimoji="1" lang="en-US" altLang="zh-CN" sz="4400">
                <a:solidFill>
                  <a:srgbClr val="FF0066"/>
                </a:solidFill>
                <a:effectLst>
                  <a:outerShdw blurRad="38100" dist="38100" dir="2700000" algn="tl">
                    <a:srgbClr val="000000"/>
                  </a:outerShdw>
                </a:effectLst>
                <a:latin typeface="楷体_GB2312" pitchFamily="1" charset="-122"/>
                <a:ea typeface="楷体_GB2312" pitchFamily="1" charset="-122"/>
                <a:cs typeface="+mn-cs"/>
              </a:rPr>
              <a:t>.</a:t>
            </a:r>
            <a:r>
              <a:rPr kumimoji="1" lang="en-US" altLang="zh-CN" sz="4400">
                <a:solidFill>
                  <a:srgbClr val="FFFF99"/>
                </a:solidFill>
                <a:effectLst>
                  <a:outerShdw blurRad="38100" dist="38100" dir="2700000" algn="tl">
                    <a:srgbClr val="000000"/>
                  </a:outerShdw>
                </a:effectLst>
                <a:latin typeface="楷体_GB2312" pitchFamily="1" charset="-122"/>
                <a:ea typeface="楷体_GB2312" pitchFamily="1" charset="-122"/>
                <a:cs typeface="+mn-cs"/>
              </a:rPr>
              <a:t> </a:t>
            </a:r>
            <a:r>
              <a:rPr kumimoji="1" lang="zh-CN" altLang="en-US" sz="4400">
                <a:solidFill>
                  <a:srgbClr val="FF0066"/>
                </a:solidFill>
                <a:effectLst>
                  <a:outerShdw blurRad="38100" dist="38100" dir="2700000" algn="tl">
                    <a:srgbClr val="000000"/>
                  </a:outerShdw>
                </a:effectLst>
                <a:latin typeface="楷体_GB2312" pitchFamily="1" charset="-122"/>
                <a:ea typeface="楷体_GB2312" pitchFamily="1" charset="-122"/>
                <a:cs typeface="+mn-cs"/>
              </a:rPr>
              <a:t>随机误差</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a:extLst>
              <a:ext uri="{FF2B5EF4-FFF2-40B4-BE49-F238E27FC236}">
                <a16:creationId xmlns:a16="http://schemas.microsoft.com/office/drawing/2014/main" id="{E15DB7B2-C952-FA9B-6E8D-E79645FF806E}"/>
              </a:ext>
            </a:extLst>
          </p:cNvPr>
          <p:cNvSpPr>
            <a:spLocks noChangeArrowheads="1"/>
          </p:cNvSpPr>
          <p:nvPr/>
        </p:nvSpPr>
        <p:spPr bwMode="auto">
          <a:xfrm>
            <a:off x="395288" y="0"/>
            <a:ext cx="8748712"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nSpc>
                <a:spcPct val="150000"/>
              </a:lnSpc>
              <a:spcBef>
                <a:spcPct val="0"/>
              </a:spcBef>
              <a:buClrTx/>
              <a:buSzTx/>
              <a:buFont typeface="Arial" panose="020B0604020202020204" pitchFamily="34" charset="0"/>
              <a:buChar char="•"/>
            </a:pPr>
            <a:r>
              <a:rPr lang="zh-CN" altLang="en-US" b="0">
                <a:solidFill>
                  <a:srgbClr val="000000"/>
                </a:solidFill>
                <a:latin typeface="Calibri" panose="020F0502020204030204" pitchFamily="34" charset="0"/>
                <a:ea typeface="宋体" panose="02010600030101010101" pitchFamily="2" charset="-122"/>
              </a:rPr>
              <a:t>随机误差特点</a:t>
            </a:r>
            <a:endParaRPr lang="zh-CN" altLang="en-US" b="0">
              <a:latin typeface="Times New Roman" panose="02020603050405020304" pitchFamily="18" charset="0"/>
              <a:ea typeface="宋体" panose="02010600030101010101" pitchFamily="2" charset="-122"/>
            </a:endParaRPr>
          </a:p>
          <a:p>
            <a:pPr>
              <a:lnSpc>
                <a:spcPct val="150000"/>
              </a:lnSpc>
              <a:spcBef>
                <a:spcPct val="0"/>
              </a:spcBef>
              <a:buClrTx/>
              <a:buSzTx/>
              <a:buFont typeface="Arial" panose="020B0604020202020204" pitchFamily="34" charset="0"/>
              <a:buNone/>
            </a:pPr>
            <a:r>
              <a:rPr lang="en-US" altLang="zh-CN" b="0">
                <a:solidFill>
                  <a:srgbClr val="000000"/>
                </a:solidFill>
                <a:latin typeface="Calibri" panose="020F0502020204030204" pitchFamily="34" charset="0"/>
                <a:ea typeface="宋体" panose="02010600030101010101" pitchFamily="2" charset="-122"/>
              </a:rPr>
              <a:t>(1) </a:t>
            </a:r>
            <a:r>
              <a:rPr lang="zh-CN" altLang="en-US" b="0">
                <a:solidFill>
                  <a:srgbClr val="000000"/>
                </a:solidFill>
                <a:latin typeface="Calibri" panose="020F0502020204030204" pitchFamily="34" charset="0"/>
                <a:ea typeface="宋体" panose="02010600030101010101" pitchFamily="2" charset="-122"/>
              </a:rPr>
              <a:t>小误差出现的概率比大误差出现的概率大；</a:t>
            </a:r>
            <a:endParaRPr lang="zh-CN" altLang="en-US" b="0">
              <a:latin typeface="Times New Roman" panose="02020603050405020304" pitchFamily="18" charset="0"/>
              <a:ea typeface="宋体" panose="02010600030101010101" pitchFamily="2" charset="-122"/>
            </a:endParaRPr>
          </a:p>
          <a:p>
            <a:pPr>
              <a:lnSpc>
                <a:spcPct val="150000"/>
              </a:lnSpc>
              <a:spcBef>
                <a:spcPct val="0"/>
              </a:spcBef>
              <a:buClrTx/>
              <a:buSzTx/>
              <a:buFont typeface="Arial" panose="020B0604020202020204" pitchFamily="34" charset="0"/>
              <a:buNone/>
            </a:pPr>
            <a:r>
              <a:rPr lang="en-US" altLang="zh-CN" b="0">
                <a:solidFill>
                  <a:srgbClr val="000000"/>
                </a:solidFill>
                <a:latin typeface="Calibri" panose="020F0502020204030204" pitchFamily="34" charset="0"/>
                <a:ea typeface="宋体" panose="02010600030101010101" pitchFamily="2" charset="-122"/>
              </a:rPr>
              <a:t>(2) </a:t>
            </a:r>
            <a:r>
              <a:rPr lang="zh-CN" altLang="en-US" b="0">
                <a:solidFill>
                  <a:srgbClr val="000000"/>
                </a:solidFill>
                <a:latin typeface="Calibri" panose="020F0502020204030204" pitchFamily="34" charset="0"/>
                <a:ea typeface="宋体" panose="02010600030101010101" pitchFamily="2" charset="-122"/>
              </a:rPr>
              <a:t>无穷多次测量时服从正态分布；</a:t>
            </a:r>
            <a:endParaRPr lang="zh-CN" altLang="en-US" b="0">
              <a:latin typeface="Times New Roman" panose="02020603050405020304" pitchFamily="18" charset="0"/>
              <a:ea typeface="宋体" panose="02010600030101010101" pitchFamily="2" charset="-122"/>
            </a:endParaRPr>
          </a:p>
          <a:p>
            <a:pPr>
              <a:lnSpc>
                <a:spcPct val="150000"/>
              </a:lnSpc>
              <a:spcBef>
                <a:spcPct val="0"/>
              </a:spcBef>
              <a:buClrTx/>
              <a:buSzTx/>
              <a:buFont typeface="Arial" panose="020B0604020202020204" pitchFamily="34" charset="0"/>
              <a:buNone/>
            </a:pPr>
            <a:r>
              <a:rPr lang="en-US" altLang="zh-CN" b="0">
                <a:solidFill>
                  <a:srgbClr val="000000"/>
                </a:solidFill>
                <a:latin typeface="Calibri" panose="020F0502020204030204" pitchFamily="34" charset="0"/>
                <a:ea typeface="宋体" panose="02010600030101010101" pitchFamily="2" charset="-122"/>
              </a:rPr>
              <a:t>(3) </a:t>
            </a:r>
            <a:r>
              <a:rPr lang="zh-CN" altLang="en-US" b="0">
                <a:solidFill>
                  <a:srgbClr val="000000"/>
                </a:solidFill>
                <a:latin typeface="Calibri" panose="020F0502020204030204" pitchFamily="34" charset="0"/>
                <a:ea typeface="宋体" panose="02010600030101010101" pitchFamily="2" charset="-122"/>
              </a:rPr>
              <a:t>具有抵偿性。取多次测量的平均值有利于消减随机误差。</a:t>
            </a:r>
            <a:endParaRPr lang="zh-CN" altLang="en-US" b="0">
              <a:latin typeface="Times New Roman" panose="02020603050405020304" pitchFamily="18" charset="0"/>
              <a:ea typeface="宋体" panose="02010600030101010101" pitchFamily="2" charset="-122"/>
            </a:endParaRPr>
          </a:p>
        </p:txBody>
      </p:sp>
      <p:pic>
        <p:nvPicPr>
          <p:cNvPr id="50179" name="Picture 2">
            <a:extLst>
              <a:ext uri="{FF2B5EF4-FFF2-40B4-BE49-F238E27FC236}">
                <a16:creationId xmlns:a16="http://schemas.microsoft.com/office/drawing/2014/main" id="{D5B2CEB8-F550-0C39-0BCA-3C3377575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3141663"/>
            <a:ext cx="4032250" cy="316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3CC32898-1795-2960-4E48-E2E431072B8C}"/>
              </a:ext>
            </a:extLst>
          </p:cNvPr>
          <p:cNvSpPr>
            <a:spLocks noGrp="1" noChangeArrowheads="1"/>
          </p:cNvSpPr>
          <p:nvPr>
            <p:ph type="ctrTitle"/>
          </p:nvPr>
        </p:nvSpPr>
        <p:spPr>
          <a:xfrm>
            <a:off x="179388" y="908050"/>
            <a:ext cx="4824412" cy="711200"/>
          </a:xfrm>
          <a:solidFill>
            <a:schemeClr val="hlink"/>
          </a:solidFill>
        </p:spPr>
        <p:txBody>
          <a:bodyPr/>
          <a:lstStyle/>
          <a:p>
            <a:pPr eaLnBrk="1" hangingPunct="1"/>
            <a:r>
              <a:rPr lang="en-US" altLang="zh-CN" sz="4000">
                <a:ea typeface="楷体_GB2312"/>
                <a:cs typeface="楷体_GB2312"/>
              </a:rPr>
              <a:t>2</a:t>
            </a:r>
            <a:r>
              <a:rPr lang="zh-CN" altLang="en-US" sz="4000">
                <a:ea typeface="楷体_GB2312"/>
                <a:cs typeface="楷体_GB2312"/>
              </a:rPr>
              <a:t>、随机误差的处理</a:t>
            </a:r>
          </a:p>
        </p:txBody>
      </p:sp>
      <p:sp>
        <p:nvSpPr>
          <p:cNvPr id="43011" name="Rectangle 3">
            <a:extLst>
              <a:ext uri="{FF2B5EF4-FFF2-40B4-BE49-F238E27FC236}">
                <a16:creationId xmlns:a16="http://schemas.microsoft.com/office/drawing/2014/main" id="{E49775E4-80DA-7ECA-CB63-4F1467D578AC}"/>
              </a:ext>
            </a:extLst>
          </p:cNvPr>
          <p:cNvSpPr>
            <a:spLocks noGrp="1" noChangeArrowheads="1"/>
          </p:cNvSpPr>
          <p:nvPr>
            <p:ph type="subTitle" idx="1"/>
          </p:nvPr>
        </p:nvSpPr>
        <p:spPr>
          <a:xfrm>
            <a:off x="1187450" y="2276475"/>
            <a:ext cx="6400800" cy="2895600"/>
          </a:xfrm>
          <a:solidFill>
            <a:srgbClr val="CCFFFF"/>
          </a:solidFill>
        </p:spPr>
        <p:txBody>
          <a:bodyPr>
            <a:normAutofit/>
          </a:bodyPr>
          <a:lstStyle/>
          <a:p>
            <a:pPr eaLnBrk="1" hangingPunct="1">
              <a:defRPr/>
            </a:pPr>
            <a:r>
              <a:rPr lang="en-US" altLang="zh-CN" sz="3600" b="1">
                <a:solidFill>
                  <a:srgbClr val="898989"/>
                </a:solidFill>
                <a:effectLst>
                  <a:outerShdw blurRad="38100" dist="38100" dir="2700000" algn="tl">
                    <a:srgbClr val="000000"/>
                  </a:outerShdw>
                </a:effectLst>
                <a:latin typeface="楷体_GB2312" pitchFamily="1" charset="-122"/>
                <a:ea typeface="楷体_GB2312" pitchFamily="1" charset="-122"/>
              </a:rPr>
              <a:t>    </a:t>
            </a:r>
            <a:r>
              <a:rPr lang="zh-CN" altLang="en-US" sz="3600" b="1">
                <a:solidFill>
                  <a:schemeClr val="tx1"/>
                </a:solidFill>
                <a:effectLst>
                  <a:outerShdw blurRad="38100" dist="38100" dir="2700000" algn="tl">
                    <a:srgbClr val="FFFFFF"/>
                  </a:outerShdw>
                </a:effectLst>
                <a:latin typeface="楷体_GB2312" pitchFamily="1" charset="-122"/>
                <a:ea typeface="楷体_GB2312" pitchFamily="1" charset="-122"/>
              </a:rPr>
              <a:t>任一次测量结果的随机误差具有随机性特点。但多次测量的随机误差表现出确定的规律，即统计规律。</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3771E3F8-FED8-C3DD-59FB-5949E856C274}"/>
              </a:ext>
            </a:extLst>
          </p:cNvPr>
          <p:cNvSpPr>
            <a:spLocks noGrp="1" noChangeArrowheads="1"/>
          </p:cNvSpPr>
          <p:nvPr>
            <p:ph idx="1"/>
          </p:nvPr>
        </p:nvSpPr>
        <p:spPr>
          <a:xfrm>
            <a:off x="900113" y="476250"/>
            <a:ext cx="7772400" cy="4800600"/>
          </a:xfrm>
        </p:spPr>
        <p:txBody>
          <a:bodyPr/>
          <a:lstStyle/>
          <a:p>
            <a:pPr eaLnBrk="1" hangingPunct="1"/>
            <a:r>
              <a:rPr lang="zh-CN" altLang="en-US" b="1"/>
              <a:t>（</a:t>
            </a:r>
            <a:r>
              <a:rPr lang="zh-CN" altLang="zh-CN" b="1"/>
              <a:t>1</a:t>
            </a:r>
            <a:r>
              <a:rPr lang="zh-CN" altLang="en-US" b="1"/>
              <a:t>）算术平均值代替真值</a:t>
            </a:r>
            <a:endParaRPr lang="zh-CN" altLang="en-US"/>
          </a:p>
          <a:p>
            <a:pPr eaLnBrk="1" hangingPunct="1"/>
            <a:endParaRPr lang="zh-CN" altLang="zh-CN"/>
          </a:p>
        </p:txBody>
      </p:sp>
      <p:pic>
        <p:nvPicPr>
          <p:cNvPr id="24580" name="Picture 4">
            <a:extLst>
              <a:ext uri="{FF2B5EF4-FFF2-40B4-BE49-F238E27FC236}">
                <a16:creationId xmlns:a16="http://schemas.microsoft.com/office/drawing/2014/main" id="{8B5F3FDA-FEAE-7BD9-8F06-5B10256E2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4797425"/>
            <a:ext cx="3048000"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Freeform 5">
            <a:extLst>
              <a:ext uri="{FF2B5EF4-FFF2-40B4-BE49-F238E27FC236}">
                <a16:creationId xmlns:a16="http://schemas.microsoft.com/office/drawing/2014/main" id="{B1DDB1BC-6123-47EA-FF55-D8CEBD031DB4}"/>
              </a:ext>
            </a:extLst>
          </p:cNvPr>
          <p:cNvSpPr>
            <a:spLocks/>
          </p:cNvSpPr>
          <p:nvPr/>
        </p:nvSpPr>
        <p:spPr bwMode="auto">
          <a:xfrm>
            <a:off x="5940425" y="3429000"/>
            <a:ext cx="1727200" cy="1223963"/>
          </a:xfrm>
          <a:custGeom>
            <a:avLst/>
            <a:gdLst>
              <a:gd name="T0" fmla="*/ 0 w 1088"/>
              <a:gd name="T1" fmla="*/ 2147483646 h 771"/>
              <a:gd name="T2" fmla="*/ 2147483646 w 1088"/>
              <a:gd name="T3" fmla="*/ 0 h 771"/>
              <a:gd name="T4" fmla="*/ 2147483646 w 1088"/>
              <a:gd name="T5" fmla="*/ 2147483646 h 771"/>
              <a:gd name="T6" fmla="*/ 0 60000 65536"/>
              <a:gd name="T7" fmla="*/ 0 60000 65536"/>
              <a:gd name="T8" fmla="*/ 0 60000 65536"/>
              <a:gd name="T9" fmla="*/ 0 w 1088"/>
              <a:gd name="T10" fmla="*/ 0 h 771"/>
              <a:gd name="T11" fmla="*/ 1088 w 1088"/>
              <a:gd name="T12" fmla="*/ 771 h 771"/>
            </a:gdLst>
            <a:ahLst/>
            <a:cxnLst>
              <a:cxn ang="T6">
                <a:pos x="T0" y="T1"/>
              </a:cxn>
              <a:cxn ang="T7">
                <a:pos x="T2" y="T3"/>
              </a:cxn>
              <a:cxn ang="T8">
                <a:pos x="T4" y="T5"/>
              </a:cxn>
            </a:cxnLst>
            <a:rect l="T9" t="T10" r="T11" b="T12"/>
            <a:pathLst>
              <a:path w="1088" h="771">
                <a:moveTo>
                  <a:pt x="0" y="771"/>
                </a:moveTo>
                <a:cubicBezTo>
                  <a:pt x="159" y="385"/>
                  <a:pt x="318" y="0"/>
                  <a:pt x="499" y="0"/>
                </a:cubicBezTo>
                <a:cubicBezTo>
                  <a:pt x="680" y="0"/>
                  <a:pt x="997" y="642"/>
                  <a:pt x="1088" y="771"/>
                </a:cubicBezTo>
              </a:path>
            </a:pathLst>
          </a:custGeom>
          <a:noFill/>
          <a:ln w="952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29" name="Line 6">
            <a:extLst>
              <a:ext uri="{FF2B5EF4-FFF2-40B4-BE49-F238E27FC236}">
                <a16:creationId xmlns:a16="http://schemas.microsoft.com/office/drawing/2014/main" id="{F447DD90-93E5-6070-33F1-8628CFD6C8F0}"/>
              </a:ext>
            </a:extLst>
          </p:cNvPr>
          <p:cNvSpPr>
            <a:spLocks noChangeShapeType="1"/>
          </p:cNvSpPr>
          <p:nvPr/>
        </p:nvSpPr>
        <p:spPr bwMode="auto">
          <a:xfrm>
            <a:off x="5580063" y="4868863"/>
            <a:ext cx="23764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0" name="Line 7">
            <a:extLst>
              <a:ext uri="{FF2B5EF4-FFF2-40B4-BE49-F238E27FC236}">
                <a16:creationId xmlns:a16="http://schemas.microsoft.com/office/drawing/2014/main" id="{7FACE9D7-D90C-9BA8-3BF7-26F729B19186}"/>
              </a:ext>
            </a:extLst>
          </p:cNvPr>
          <p:cNvSpPr>
            <a:spLocks noChangeShapeType="1"/>
          </p:cNvSpPr>
          <p:nvPr/>
        </p:nvSpPr>
        <p:spPr bwMode="auto">
          <a:xfrm flipV="1">
            <a:off x="6732588" y="3068638"/>
            <a:ext cx="0" cy="2160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1" name="Rectangle 8">
            <a:extLst>
              <a:ext uri="{FF2B5EF4-FFF2-40B4-BE49-F238E27FC236}">
                <a16:creationId xmlns:a16="http://schemas.microsoft.com/office/drawing/2014/main" id="{A1BE10FA-D0D7-749F-D1E3-6427B3503D6A}"/>
              </a:ext>
            </a:extLst>
          </p:cNvPr>
          <p:cNvSpPr>
            <a:spLocks noChangeArrowheads="1"/>
          </p:cNvSpPr>
          <p:nvPr/>
        </p:nvSpPr>
        <p:spPr bwMode="auto">
          <a:xfrm>
            <a:off x="6011863" y="4941888"/>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zh-CN" altLang="en-US" sz="2400" b="0">
                <a:latin typeface="Arial" panose="020B0604020202020204" pitchFamily="34" charset="0"/>
                <a:ea typeface="宋体" panose="02010600030101010101" pitchFamily="2" charset="-122"/>
                <a:sym typeface="Symbol" panose="05050102010706020507" pitchFamily="18" charset="2"/>
              </a:rPr>
              <a:t>-</a:t>
            </a:r>
            <a:r>
              <a:rPr lang="ru-RU" altLang="en-US" sz="2400" b="0">
                <a:latin typeface="Arial" panose="020B0604020202020204" pitchFamily="34" charset="0"/>
                <a:ea typeface="宋体" panose="02010600030101010101" pitchFamily="2" charset="-122"/>
                <a:sym typeface="Symbol" panose="05050102010706020507" pitchFamily="18" charset="2"/>
              </a:rPr>
              <a:t>б</a:t>
            </a:r>
            <a:endParaRPr lang="zh-CN" altLang="en-US" sz="2400" b="0">
              <a:latin typeface="Arial" panose="020B0604020202020204" pitchFamily="34" charset="0"/>
              <a:ea typeface="宋体" panose="02010600030101010101" pitchFamily="2" charset="-122"/>
              <a:sym typeface="Symbol" panose="05050102010706020507" pitchFamily="18" charset="2"/>
            </a:endParaRPr>
          </a:p>
        </p:txBody>
      </p:sp>
      <p:sp>
        <p:nvSpPr>
          <p:cNvPr id="52232" name="Rectangle 9">
            <a:extLst>
              <a:ext uri="{FF2B5EF4-FFF2-40B4-BE49-F238E27FC236}">
                <a16:creationId xmlns:a16="http://schemas.microsoft.com/office/drawing/2014/main" id="{C8646678-E58A-06A7-6C97-FA868F17FB9F}"/>
              </a:ext>
            </a:extLst>
          </p:cNvPr>
          <p:cNvSpPr>
            <a:spLocks noChangeArrowheads="1"/>
          </p:cNvSpPr>
          <p:nvPr/>
        </p:nvSpPr>
        <p:spPr bwMode="auto">
          <a:xfrm>
            <a:off x="7019925" y="494188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ru-RU" altLang="en-US" sz="2400" b="0">
                <a:latin typeface="Arial" panose="020B0604020202020204" pitchFamily="34" charset="0"/>
                <a:ea typeface="宋体" panose="02010600030101010101" pitchFamily="2" charset="-122"/>
                <a:sym typeface="Symbol" panose="05050102010706020507" pitchFamily="18" charset="2"/>
              </a:rPr>
              <a:t>б</a:t>
            </a:r>
            <a:endParaRPr lang="zh-CN" altLang="en-US" sz="2400" b="0">
              <a:latin typeface="Arial" panose="020B0604020202020204" pitchFamily="34" charset="0"/>
              <a:ea typeface="宋体" panose="02010600030101010101" pitchFamily="2" charset="-122"/>
              <a:sym typeface="Symbol" panose="05050102010706020507" pitchFamily="18" charset="2"/>
            </a:endParaRPr>
          </a:p>
        </p:txBody>
      </p:sp>
      <p:sp>
        <p:nvSpPr>
          <p:cNvPr id="52233" name="Line 10">
            <a:extLst>
              <a:ext uri="{FF2B5EF4-FFF2-40B4-BE49-F238E27FC236}">
                <a16:creationId xmlns:a16="http://schemas.microsoft.com/office/drawing/2014/main" id="{D044A425-263E-23C0-EE40-EB013B38F396}"/>
              </a:ext>
            </a:extLst>
          </p:cNvPr>
          <p:cNvSpPr>
            <a:spLocks noChangeShapeType="1"/>
          </p:cNvSpPr>
          <p:nvPr/>
        </p:nvSpPr>
        <p:spPr bwMode="auto">
          <a:xfrm>
            <a:off x="6227763" y="4005263"/>
            <a:ext cx="0"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4" name="Line 11">
            <a:extLst>
              <a:ext uri="{FF2B5EF4-FFF2-40B4-BE49-F238E27FC236}">
                <a16:creationId xmlns:a16="http://schemas.microsoft.com/office/drawing/2014/main" id="{DE8AE446-17E8-D9EB-454C-00F95AF57FA9}"/>
              </a:ext>
            </a:extLst>
          </p:cNvPr>
          <p:cNvSpPr>
            <a:spLocks noChangeShapeType="1"/>
          </p:cNvSpPr>
          <p:nvPr/>
        </p:nvSpPr>
        <p:spPr bwMode="auto">
          <a:xfrm>
            <a:off x="7235825" y="3933825"/>
            <a:ext cx="0" cy="9350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 name="Object 12">
            <a:extLst>
              <a:ext uri="{FF2B5EF4-FFF2-40B4-BE49-F238E27FC236}">
                <a16:creationId xmlns:a16="http://schemas.microsoft.com/office/drawing/2014/main" id="{AC2EAE18-3E70-0034-6FDF-34F3432FFD26}"/>
              </a:ext>
            </a:extLst>
          </p:cNvPr>
          <p:cNvGraphicFramePr>
            <a:graphicFrameLocks noChangeAspect="1"/>
          </p:cNvGraphicFramePr>
          <p:nvPr/>
        </p:nvGraphicFramePr>
        <p:xfrm>
          <a:off x="1476375" y="1700213"/>
          <a:ext cx="2879725" cy="1081087"/>
        </p:xfrm>
        <a:graphic>
          <a:graphicData uri="http://schemas.openxmlformats.org/presentationml/2006/ole">
            <mc:AlternateContent xmlns:mc="http://schemas.openxmlformats.org/markup-compatibility/2006">
              <mc:Choice xmlns:v="urn:schemas-microsoft-com:vml" Requires="v">
                <p:oleObj r:id="rId3" imgW="1117115" imgH="431613" progId="">
                  <p:embed/>
                </p:oleObj>
              </mc:Choice>
              <mc:Fallback>
                <p:oleObj r:id="rId3" imgW="1117115" imgH="431613" progId="">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700213"/>
                        <a:ext cx="287972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93" name="Object 13">
            <a:extLst>
              <a:ext uri="{FF2B5EF4-FFF2-40B4-BE49-F238E27FC236}">
                <a16:creationId xmlns:a16="http://schemas.microsoft.com/office/drawing/2014/main" id="{F8C58583-D6B1-7E44-F9DA-7D189AAD725F}"/>
              </a:ext>
            </a:extLst>
          </p:cNvPr>
          <p:cNvGraphicFramePr>
            <a:graphicFrameLocks noChangeAspect="1"/>
          </p:cNvGraphicFramePr>
          <p:nvPr/>
        </p:nvGraphicFramePr>
        <p:xfrm>
          <a:off x="5148263" y="1700213"/>
          <a:ext cx="2781300" cy="1081087"/>
        </p:xfrm>
        <a:graphic>
          <a:graphicData uri="http://schemas.openxmlformats.org/presentationml/2006/ole">
            <mc:AlternateContent xmlns:mc="http://schemas.openxmlformats.org/markup-compatibility/2006">
              <mc:Choice xmlns:v="urn:schemas-microsoft-com:vml" Requires="v">
                <p:oleObj r:id="rId5" imgW="1079032" imgH="431613" progId="">
                  <p:embed/>
                </p:oleObj>
              </mc:Choice>
              <mc:Fallback>
                <p:oleObj r:id="rId5" imgW="1079032" imgH="431613" progId="">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1700213"/>
                        <a:ext cx="27813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94" name="Object 14">
            <a:extLst>
              <a:ext uri="{FF2B5EF4-FFF2-40B4-BE49-F238E27FC236}">
                <a16:creationId xmlns:a16="http://schemas.microsoft.com/office/drawing/2014/main" id="{3CAEBCC5-8775-0B79-DFFB-E9271EB9D4E7}"/>
              </a:ext>
            </a:extLst>
          </p:cNvPr>
          <p:cNvGraphicFramePr>
            <a:graphicFrameLocks noChangeAspect="1"/>
          </p:cNvGraphicFramePr>
          <p:nvPr/>
        </p:nvGraphicFramePr>
        <p:xfrm>
          <a:off x="1835150" y="3141663"/>
          <a:ext cx="2257425" cy="1144587"/>
        </p:xfrm>
        <a:graphic>
          <a:graphicData uri="http://schemas.openxmlformats.org/presentationml/2006/ole">
            <mc:AlternateContent xmlns:mc="http://schemas.openxmlformats.org/markup-compatibility/2006">
              <mc:Choice xmlns:v="urn:schemas-microsoft-com:vml" Requires="v">
                <p:oleObj r:id="rId7" imgW="876300" imgH="457200" progId="">
                  <p:embed/>
                </p:oleObj>
              </mc:Choice>
              <mc:Fallback>
                <p:oleObj r:id="rId7" imgW="876300" imgH="457200" progId="">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150" y="3141663"/>
                        <a:ext cx="2257425"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ox(in)">
                                      <p:cBhvr>
                                        <p:cTn id="7" dur="500"/>
                                        <p:tgtEl>
                                          <p:spTgt spid="24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ox(in)">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093"/>
                                        </p:tgtEl>
                                        <p:attrNameLst>
                                          <p:attrName>style.visibility</p:attrName>
                                        </p:attrNameLst>
                                      </p:cBhvr>
                                      <p:to>
                                        <p:strVal val="visible"/>
                                      </p:to>
                                    </p:set>
                                    <p:animEffect transition="in" filter="box(in)">
                                      <p:cBhvr>
                                        <p:cTn id="17" dur="500"/>
                                        <p:tgtEl>
                                          <p:spTgt spid="460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46094"/>
                                        </p:tgtEl>
                                        <p:attrNameLst>
                                          <p:attrName>style.visibility</p:attrName>
                                        </p:attrNameLst>
                                      </p:cBhvr>
                                      <p:to>
                                        <p:strVal val="visible"/>
                                      </p:to>
                                    </p:set>
                                    <p:animEffect transition="in" filter="diamond(in)">
                                      <p:cBhvr>
                                        <p:cTn id="22" dur="2000"/>
                                        <p:tgtEl>
                                          <p:spTgt spid="460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nodeType="clickEffect">
                                  <p:stCondLst>
                                    <p:cond delay="0"/>
                                  </p:stCondLst>
                                  <p:childTnLst>
                                    <p:set>
                                      <p:cBhvr>
                                        <p:cTn id="26" dur="1" fill="hold">
                                          <p:stCondLst>
                                            <p:cond delay="0"/>
                                          </p:stCondLst>
                                        </p:cTn>
                                        <p:tgtEl>
                                          <p:spTgt spid="24580"/>
                                        </p:tgtEl>
                                        <p:attrNameLst>
                                          <p:attrName>style.visibility</p:attrName>
                                        </p:attrNameLst>
                                      </p:cBhvr>
                                      <p:to>
                                        <p:strVal val="visible"/>
                                      </p:to>
                                    </p:set>
                                    <p:animEffect transition="in" filter="blinds(vertical)">
                                      <p:cBhvr>
                                        <p:cTn id="27" dur="500"/>
                                        <p:tgtEl>
                                          <p:spTgt spid="24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84777185-1054-BEB3-97C0-D44A484CB216}"/>
              </a:ext>
            </a:extLst>
          </p:cNvPr>
          <p:cNvSpPr>
            <a:spLocks noGrp="1" noChangeArrowheads="1"/>
          </p:cNvSpPr>
          <p:nvPr>
            <p:ph idx="1"/>
          </p:nvPr>
        </p:nvSpPr>
        <p:spPr>
          <a:xfrm>
            <a:off x="1214438" y="357188"/>
            <a:ext cx="7772400" cy="4876800"/>
          </a:xfrm>
        </p:spPr>
        <p:txBody>
          <a:bodyPr/>
          <a:lstStyle/>
          <a:p>
            <a:pPr eaLnBrk="1" hangingPunct="1"/>
            <a:r>
              <a:rPr lang="zh-CN" altLang="en-US" b="1"/>
              <a:t>（</a:t>
            </a:r>
            <a:r>
              <a:rPr lang="zh-CN" altLang="zh-CN" b="1"/>
              <a:t>2</a:t>
            </a:r>
            <a:r>
              <a:rPr lang="zh-CN" altLang="en-US" b="1"/>
              <a:t>）测量列的标准误差</a:t>
            </a:r>
            <a:endParaRPr lang="zh-CN" altLang="en-US"/>
          </a:p>
          <a:p>
            <a:pPr eaLnBrk="1" hangingPunct="1"/>
            <a:r>
              <a:rPr lang="zh-CN" altLang="zh-CN"/>
              <a:t>n</a:t>
            </a:r>
            <a:r>
              <a:rPr lang="zh-CN" altLang="en-US"/>
              <a:t>次测量中某次测量值的标准误差为：</a:t>
            </a:r>
          </a:p>
          <a:p>
            <a:pPr eaLnBrk="1" hangingPunct="1"/>
            <a:endParaRPr lang="zh-CN" altLang="zh-CN"/>
          </a:p>
        </p:txBody>
      </p:sp>
      <p:pic>
        <p:nvPicPr>
          <p:cNvPr id="25604" name="Picture 4">
            <a:extLst>
              <a:ext uri="{FF2B5EF4-FFF2-40B4-BE49-F238E27FC236}">
                <a16:creationId xmlns:a16="http://schemas.microsoft.com/office/drawing/2014/main" id="{027D2344-4087-45CE-B23E-22BEF19A7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1628775"/>
            <a:ext cx="4392613"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5">
            <a:extLst>
              <a:ext uri="{FF2B5EF4-FFF2-40B4-BE49-F238E27FC236}">
                <a16:creationId xmlns:a16="http://schemas.microsoft.com/office/drawing/2014/main" id="{6BCA676D-BFC2-7C52-277D-1208AC96A0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3933825"/>
            <a:ext cx="6465887" cy="281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Text Box 6">
            <a:extLst>
              <a:ext uri="{FF2B5EF4-FFF2-40B4-BE49-F238E27FC236}">
                <a16:creationId xmlns:a16="http://schemas.microsoft.com/office/drawing/2014/main" id="{EE4EE578-1BAE-0ED0-7D66-DCDA37E43021}"/>
              </a:ext>
            </a:extLst>
          </p:cNvPr>
          <p:cNvSpPr txBox="1">
            <a:spLocks noChangeArrowheads="1"/>
          </p:cNvSpPr>
          <p:nvPr/>
        </p:nvSpPr>
        <p:spPr bwMode="auto">
          <a:xfrm>
            <a:off x="811213" y="4052888"/>
            <a:ext cx="167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ea typeface="宋体" panose="02010600030101010101" pitchFamily="2" charset="-122"/>
              </a:rPr>
              <a:t>置信区间</a:t>
            </a:r>
            <a:r>
              <a:rPr lang="zh-CN" altLang="en-US" sz="2400" b="0">
                <a:latin typeface="Times New Roman" panose="02020603050405020304" pitchFamily="18" charset="0"/>
                <a:ea typeface="宋体" panose="02010600030101010101" pitchFamily="2" charset="-122"/>
              </a:rPr>
              <a:t>：</a:t>
            </a:r>
          </a:p>
        </p:txBody>
      </p:sp>
      <p:pic>
        <p:nvPicPr>
          <p:cNvPr id="25607" name="Picture 7">
            <a:extLst>
              <a:ext uri="{FF2B5EF4-FFF2-40B4-BE49-F238E27FC236}">
                <a16:creationId xmlns:a16="http://schemas.microsoft.com/office/drawing/2014/main" id="{DAB34EF3-2B58-581C-40E7-8BD2654146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4581525"/>
            <a:ext cx="13906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blinds(vertical)">
                                      <p:cBhvr>
                                        <p:cTn id="7" dur="500"/>
                                        <p:tgtEl>
                                          <p:spTgt spid="256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5606"/>
                                        </p:tgtEl>
                                        <p:attrNameLst>
                                          <p:attrName>style.visibility</p:attrName>
                                        </p:attrNameLst>
                                      </p:cBhvr>
                                      <p:to>
                                        <p:strVal val="visible"/>
                                      </p:to>
                                    </p:set>
                                    <p:animEffect transition="in" filter="diamond(in)">
                                      <p:cBhvr>
                                        <p:cTn id="12" dur="2000"/>
                                        <p:tgtEl>
                                          <p:spTgt spid="25606"/>
                                        </p:tgtEl>
                                      </p:cBhvr>
                                    </p:animEffect>
                                  </p:childTnLst>
                                </p:cTn>
                              </p:par>
                              <p:par>
                                <p:cTn id="13" presetID="8" presetClass="entr" presetSubtype="16" fill="hold" nodeType="withEffect">
                                  <p:stCondLst>
                                    <p:cond delay="0"/>
                                  </p:stCondLst>
                                  <p:childTnLst>
                                    <p:set>
                                      <p:cBhvr>
                                        <p:cTn id="14" dur="1" fill="hold">
                                          <p:stCondLst>
                                            <p:cond delay="0"/>
                                          </p:stCondLst>
                                        </p:cTn>
                                        <p:tgtEl>
                                          <p:spTgt spid="25607"/>
                                        </p:tgtEl>
                                        <p:attrNameLst>
                                          <p:attrName>style.visibility</p:attrName>
                                        </p:attrNameLst>
                                      </p:cBhvr>
                                      <p:to>
                                        <p:strVal val="visible"/>
                                      </p:to>
                                    </p:set>
                                    <p:animEffect transition="in" filter="diamond(in)">
                                      <p:cBhvr>
                                        <p:cTn id="15" dur="2000"/>
                                        <p:tgtEl>
                                          <p:spTgt spid="2560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8" presetClass="entr" presetSubtype="16" fill="hold" nodeType="clickEffect">
                                  <p:stCondLst>
                                    <p:cond delay="0"/>
                                  </p:stCondLst>
                                  <p:childTnLst>
                                    <p:set>
                                      <p:cBhvr>
                                        <p:cTn id="19" dur="1" fill="hold">
                                          <p:stCondLst>
                                            <p:cond delay="0"/>
                                          </p:stCondLst>
                                        </p:cTn>
                                        <p:tgtEl>
                                          <p:spTgt spid="25605"/>
                                        </p:tgtEl>
                                        <p:attrNameLst>
                                          <p:attrName>style.visibility</p:attrName>
                                        </p:attrNameLst>
                                      </p:cBhvr>
                                      <p:to>
                                        <p:strVal val="visible"/>
                                      </p:to>
                                    </p:set>
                                    <p:animEffect transition="in" filter="diamond(in)">
                                      <p:cBhvr>
                                        <p:cTn id="20" dur="20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a:extLst>
              <a:ext uri="{FF2B5EF4-FFF2-40B4-BE49-F238E27FC236}">
                <a16:creationId xmlns:a16="http://schemas.microsoft.com/office/drawing/2014/main" id="{C7FB5BD5-8F02-5C4F-0E36-7167BE3796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7640"/>
          <a:stretch>
            <a:fillRect/>
          </a:stretch>
        </p:blipFill>
        <p:spPr bwMode="auto">
          <a:xfrm>
            <a:off x="928688" y="1571625"/>
            <a:ext cx="727392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矩形 6">
            <a:extLst>
              <a:ext uri="{FF2B5EF4-FFF2-40B4-BE49-F238E27FC236}">
                <a16:creationId xmlns:a16="http://schemas.microsoft.com/office/drawing/2014/main" id="{E775FF3F-F705-5854-7CA9-43113D9B5DC9}"/>
              </a:ext>
            </a:extLst>
          </p:cNvPr>
          <p:cNvSpPr>
            <a:spLocks noChangeArrowheads="1"/>
          </p:cNvSpPr>
          <p:nvPr/>
        </p:nvSpPr>
        <p:spPr bwMode="auto">
          <a:xfrm>
            <a:off x="785813" y="357188"/>
            <a:ext cx="6985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
                <a:schemeClr val="tx1"/>
              </a:buClr>
              <a:buSzTx/>
              <a:buFontTx/>
              <a:buChar char=" "/>
            </a:pPr>
            <a:r>
              <a:rPr lang="zh-CN" altLang="zh-CN" sz="3600">
                <a:latin typeface="Times New Roman" panose="02020603050405020304" pitchFamily="18" charset="0"/>
                <a:ea typeface="楷体_GB2312"/>
              </a:rPr>
              <a:t>扩大置信区间，可增加置信概率</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0ABEE019-0043-2A93-B54C-5213F62BD123}"/>
              </a:ext>
            </a:extLst>
          </p:cNvPr>
          <p:cNvSpPr>
            <a:spLocks noGrp="1" noChangeArrowheads="1"/>
          </p:cNvSpPr>
          <p:nvPr>
            <p:ph idx="1"/>
          </p:nvPr>
        </p:nvSpPr>
        <p:spPr>
          <a:xfrm>
            <a:off x="685800" y="228600"/>
            <a:ext cx="7772400" cy="5867400"/>
          </a:xfrm>
        </p:spPr>
        <p:txBody>
          <a:bodyPr/>
          <a:lstStyle/>
          <a:p>
            <a:pPr eaLnBrk="1" hangingPunct="1"/>
            <a:r>
              <a:rPr lang="zh-CN" altLang="en-US" b="1"/>
              <a:t>（</a:t>
            </a:r>
            <a:r>
              <a:rPr lang="zh-CN" altLang="zh-CN" b="1"/>
              <a:t>3</a:t>
            </a:r>
            <a:r>
              <a:rPr lang="zh-CN" altLang="en-US" b="1"/>
              <a:t>）算术平均值的标准误差</a:t>
            </a:r>
            <a:endParaRPr lang="zh-CN" altLang="en-US"/>
          </a:p>
          <a:p>
            <a:pPr eaLnBrk="1" hangingPunct="1"/>
            <a:r>
              <a:rPr lang="zh-CN" altLang="en-US" sz="2800">
                <a:ea typeface="楷体_GB2312"/>
                <a:cs typeface="楷体_GB2312"/>
              </a:rPr>
              <a:t>通过多次测量后获得一组实验数据，并把求得的算术平均值作为测量结果，如果在完全相同的条件下再重复测量时，由于随机误差的影响，不一定能得到相同的算术平均值，这表明算术平均值本身也有离散性。故引入算术平均值的标准误差：</a:t>
            </a:r>
          </a:p>
        </p:txBody>
      </p:sp>
      <p:pic>
        <p:nvPicPr>
          <p:cNvPr id="27652" name="Picture 4">
            <a:extLst>
              <a:ext uri="{FF2B5EF4-FFF2-40B4-BE49-F238E27FC236}">
                <a16:creationId xmlns:a16="http://schemas.microsoft.com/office/drawing/2014/main" id="{8F6DD830-24B9-87F2-9138-12CCEA4B1E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3573463"/>
            <a:ext cx="4267200" cy="189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blinds(vertical)">
                                      <p:cBhvr>
                                        <p:cTn id="7" dur="5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8D94D89-6665-A1E3-35D1-F0FC67E976F5}"/>
              </a:ext>
            </a:extLst>
          </p:cNvPr>
          <p:cNvSpPr>
            <a:spLocks noGrp="1" noChangeArrowheads="1"/>
          </p:cNvSpPr>
          <p:nvPr>
            <p:ph type="title"/>
          </p:nvPr>
        </p:nvSpPr>
        <p:spPr>
          <a:xfrm>
            <a:off x="179388" y="260350"/>
            <a:ext cx="5646737" cy="609600"/>
          </a:xfrm>
        </p:spPr>
        <p:txBody>
          <a:bodyPr>
            <a:normAutofit/>
          </a:bodyPr>
          <a:lstStyle/>
          <a:p>
            <a:pPr algn="l" eaLnBrk="1" hangingPunct="1">
              <a:defRPr/>
            </a:pPr>
            <a:r>
              <a:rPr lang="zh-CN" altLang="en-US" sz="3200" b="1">
                <a:solidFill>
                  <a:srgbClr val="CC3300"/>
                </a:solidFill>
                <a:effectLst>
                  <a:outerShdw blurRad="38100" dist="38100" dir="2700000" algn="tl">
                    <a:srgbClr val="C0C0C0"/>
                  </a:outerShdw>
                </a:effectLst>
                <a:ea typeface="幼圆" panose="02010509060101010101" pitchFamily="49" charset="-122"/>
              </a:rPr>
              <a:t>四、测量的不确定度</a:t>
            </a:r>
          </a:p>
        </p:txBody>
      </p:sp>
      <p:sp>
        <p:nvSpPr>
          <p:cNvPr id="29699" name="Rectangle 3">
            <a:extLst>
              <a:ext uri="{FF2B5EF4-FFF2-40B4-BE49-F238E27FC236}">
                <a16:creationId xmlns:a16="http://schemas.microsoft.com/office/drawing/2014/main" id="{8115DF70-AC19-D2CE-DF88-7011C4030993}"/>
              </a:ext>
            </a:extLst>
          </p:cNvPr>
          <p:cNvSpPr>
            <a:spLocks noGrp="1" noChangeArrowheads="1"/>
          </p:cNvSpPr>
          <p:nvPr>
            <p:ph idx="1"/>
          </p:nvPr>
        </p:nvSpPr>
        <p:spPr>
          <a:xfrm>
            <a:off x="250825" y="836613"/>
            <a:ext cx="8686800" cy="846137"/>
          </a:xfrm>
        </p:spPr>
        <p:txBody>
          <a:bodyPr>
            <a:normAutofit fontScale="62500" lnSpcReduction="20000"/>
          </a:bodyPr>
          <a:lstStyle/>
          <a:p>
            <a:pPr marL="365125" indent="-255905" eaLnBrk="1" hangingPunct="1">
              <a:buFont typeface="Wingdings 3" panose="05040102010807070707" pitchFamily="18" charset="2"/>
              <a:buChar char=""/>
              <a:defRPr/>
            </a:pPr>
            <a:r>
              <a:rPr lang="zh-CN" altLang="zh-CN" sz="2800" b="1">
                <a:effectLst>
                  <a:outerShdw blurRad="38100" dist="38100" dir="2700000" algn="tl">
                    <a:srgbClr val="C0C0C0"/>
                  </a:outerShdw>
                </a:effectLst>
                <a:latin typeface="楷体_GB2312" pitchFamily="1" charset="-122"/>
                <a:ea typeface="楷体_GB2312" pitchFamily="1" charset="-122"/>
              </a:rPr>
              <a:t>1</a:t>
            </a:r>
            <a:r>
              <a:rPr lang="zh-CN" altLang="en-US" sz="2800" b="1">
                <a:effectLst>
                  <a:outerShdw blurRad="38100" dist="38100" dir="2700000" algn="tl">
                    <a:srgbClr val="C0C0C0"/>
                  </a:outerShdw>
                </a:effectLst>
                <a:latin typeface="楷体_GB2312" pitchFamily="1" charset="-122"/>
                <a:ea typeface="楷体_GB2312" pitchFamily="1" charset="-122"/>
              </a:rPr>
              <a:t>、测量不确定度的概念</a:t>
            </a:r>
          </a:p>
          <a:p>
            <a:pPr marL="365125" indent="-255905" eaLnBrk="1" hangingPunct="1">
              <a:buFont typeface="Wingdings 3" panose="05040102010807070707" pitchFamily="18" charset="2"/>
              <a:buChar char=""/>
              <a:defRPr/>
            </a:pPr>
            <a:r>
              <a:rPr lang="zh-CN" altLang="en-US" sz="2800" b="1">
                <a:solidFill>
                  <a:srgbClr val="CC0000"/>
                </a:solidFill>
                <a:latin typeface="宋体" panose="02010600030101010101" pitchFamily="2" charset="-122"/>
              </a:rPr>
              <a:t>测量不确定度是指对测量结果不能肯定的程度。即提供测量结果的范围，使被测量的值能以一定的概率位于其中。</a:t>
            </a:r>
          </a:p>
        </p:txBody>
      </p:sp>
      <p:sp>
        <p:nvSpPr>
          <p:cNvPr id="56324" name="Text Box 2">
            <a:extLst>
              <a:ext uri="{FF2B5EF4-FFF2-40B4-BE49-F238E27FC236}">
                <a16:creationId xmlns:a16="http://schemas.microsoft.com/office/drawing/2014/main" id="{F0ACCE9D-9CF7-7171-6B65-A28E31696F8E}"/>
              </a:ext>
            </a:extLst>
          </p:cNvPr>
          <p:cNvSpPr txBox="1">
            <a:spLocks noChangeArrowheads="1"/>
          </p:cNvSpPr>
          <p:nvPr/>
        </p:nvSpPr>
        <p:spPr bwMode="auto">
          <a:xfrm>
            <a:off x="250825" y="2708275"/>
            <a:ext cx="8448675" cy="381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2800">
                <a:latin typeface="Times New Roman" panose="02020603050405020304" pitchFamily="18" charset="0"/>
                <a:ea typeface="楷体_GB2312"/>
              </a:rPr>
              <a:t>    2</a:t>
            </a:r>
            <a:r>
              <a:rPr lang="zh-CN" altLang="en-US" sz="2800">
                <a:latin typeface="Times New Roman" panose="02020603050405020304" pitchFamily="18" charset="0"/>
                <a:ea typeface="楷体_GB2312"/>
              </a:rPr>
              <a:t>、不确定度存在于实验的各个环节之中</a:t>
            </a:r>
            <a:r>
              <a:rPr lang="zh-CN" altLang="zh-CN" sz="2800">
                <a:latin typeface="Times New Roman" panose="02020603050405020304" pitchFamily="18" charset="0"/>
                <a:ea typeface="楷体_GB2312"/>
              </a:rPr>
              <a:t>.</a:t>
            </a:r>
          </a:p>
          <a:p>
            <a:pPr eaLnBrk="1" hangingPunct="1">
              <a:spcBef>
                <a:spcPct val="0"/>
              </a:spcBef>
              <a:buClrTx/>
              <a:buSzTx/>
              <a:buFont typeface="Arial" panose="020B0604020202020204" pitchFamily="34" charset="0"/>
              <a:buNone/>
            </a:pPr>
            <a:r>
              <a:rPr lang="zh-CN" altLang="zh-CN" sz="2800">
                <a:latin typeface="Times New Roman" panose="02020603050405020304" pitchFamily="18" charset="0"/>
                <a:ea typeface="楷体_GB2312"/>
              </a:rPr>
              <a:t>                      </a:t>
            </a:r>
            <a:r>
              <a:rPr lang="zh-CN" altLang="en-US" sz="2800">
                <a:latin typeface="Times New Roman" panose="02020603050405020304" pitchFamily="18" charset="0"/>
                <a:ea typeface="楷体_GB2312"/>
              </a:rPr>
              <a:t>方法</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          人                      仪器      ；     环境</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                     理论</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即</a:t>
            </a:r>
            <a:r>
              <a:rPr lang="en-US" altLang="zh-CN" sz="2800">
                <a:latin typeface="Times New Roman" panose="02020603050405020304" pitchFamily="18" charset="0"/>
                <a:ea typeface="楷体_GB2312"/>
              </a:rPr>
              <a:t>     </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介绍如下</a:t>
            </a:r>
          </a:p>
          <a:p>
            <a:pPr eaLnBrk="1" hangingPunct="1">
              <a:spcBef>
                <a:spcPct val="0"/>
              </a:spcBef>
              <a:buClrTx/>
              <a:buSzTx/>
              <a:buFont typeface="Arial" panose="020B0604020202020204" pitchFamily="34" charset="0"/>
              <a:buNone/>
            </a:pPr>
            <a:r>
              <a:rPr lang="zh-CN" altLang="en-US" sz="2800">
                <a:solidFill>
                  <a:srgbClr val="0000FF"/>
                </a:solidFill>
                <a:latin typeface="Times New Roman" panose="02020603050405020304" pitchFamily="18" charset="0"/>
                <a:ea typeface="楷体_GB2312"/>
              </a:rPr>
              <a:t>（</a:t>
            </a:r>
            <a:r>
              <a:rPr lang="zh-CN" altLang="zh-CN" sz="2800">
                <a:solidFill>
                  <a:srgbClr val="0000FF"/>
                </a:solidFill>
                <a:latin typeface="Times New Roman" panose="02020603050405020304" pitchFamily="18" charset="0"/>
                <a:ea typeface="楷体_GB2312"/>
              </a:rPr>
              <a:t>1</a:t>
            </a:r>
            <a:r>
              <a:rPr lang="zh-CN" altLang="en-US" sz="2800">
                <a:solidFill>
                  <a:srgbClr val="0000FF"/>
                </a:solidFill>
                <a:latin typeface="Times New Roman" panose="02020603050405020304" pitchFamily="18" charset="0"/>
                <a:ea typeface="楷体_GB2312"/>
              </a:rPr>
              <a:t>）、由方法产生的不确定度</a:t>
            </a:r>
            <a:endParaRPr lang="zh-CN" altLang="en-US" sz="2800">
              <a:latin typeface="Times New Roman" panose="02020603050405020304" pitchFamily="18" charset="0"/>
              <a:ea typeface="楷体_GB2312"/>
            </a:endParaRPr>
          </a:p>
          <a:p>
            <a:pPr eaLnBrk="1" hangingPunct="1">
              <a:spcBef>
                <a:spcPct val="0"/>
              </a:spcBef>
              <a:buClrTx/>
              <a:buSzTx/>
              <a:buFont typeface="Arial" panose="020B0604020202020204" pitchFamily="34" charset="0"/>
              <a:buNone/>
            </a:pPr>
            <a:endParaRPr lang="zh-CN" altLang="en-US" sz="2800" baseline="-25000">
              <a:latin typeface="Times New Roman" panose="02020603050405020304" pitchFamily="18" charset="0"/>
              <a:ea typeface="楷体_GB2312"/>
            </a:endParaRPr>
          </a:p>
          <a:p>
            <a:pPr eaLnBrk="1" hangingPunct="1">
              <a:spcBef>
                <a:spcPct val="0"/>
              </a:spcBef>
              <a:buClrTx/>
              <a:buSzTx/>
              <a:buFont typeface="Arial" panose="020B0604020202020204" pitchFamily="34" charset="0"/>
              <a:buNone/>
            </a:pPr>
            <a:r>
              <a:rPr lang="zh-CN" altLang="en-US" sz="4400" baseline="30000">
                <a:latin typeface="Times New Roman" panose="02020603050405020304" pitchFamily="18" charset="0"/>
                <a:ea typeface="楷体_GB2312"/>
              </a:rPr>
              <a:t>任何实验方法都会对测量产生或大或小的影响。</a:t>
            </a:r>
            <a:endParaRPr lang="zh-CN" altLang="en-US" sz="2800" b="0" baseline="-25000">
              <a:latin typeface="Times New Roman" panose="02020603050405020304" pitchFamily="18" charset="0"/>
              <a:ea typeface="楷体_GB2312"/>
            </a:endParaRPr>
          </a:p>
        </p:txBody>
      </p:sp>
      <p:sp>
        <p:nvSpPr>
          <p:cNvPr id="56325" name="Line 3">
            <a:extLst>
              <a:ext uri="{FF2B5EF4-FFF2-40B4-BE49-F238E27FC236}">
                <a16:creationId xmlns:a16="http://schemas.microsoft.com/office/drawing/2014/main" id="{5CCA2578-39D0-FFAB-BC8A-89F4816A6493}"/>
              </a:ext>
            </a:extLst>
          </p:cNvPr>
          <p:cNvSpPr>
            <a:spLocks noChangeShapeType="1"/>
          </p:cNvSpPr>
          <p:nvPr/>
        </p:nvSpPr>
        <p:spPr bwMode="auto">
          <a:xfrm>
            <a:off x="1619250" y="3789363"/>
            <a:ext cx="16764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6326" name="Object 4">
            <a:extLst>
              <a:ext uri="{FF2B5EF4-FFF2-40B4-BE49-F238E27FC236}">
                <a16:creationId xmlns:a16="http://schemas.microsoft.com/office/drawing/2014/main" id="{22BD38BB-7C2A-9615-4BAA-9CD9EEEAC8DB}"/>
              </a:ext>
            </a:extLst>
          </p:cNvPr>
          <p:cNvGraphicFramePr>
            <a:graphicFrameLocks noChangeAspect="1"/>
          </p:cNvGraphicFramePr>
          <p:nvPr/>
        </p:nvGraphicFramePr>
        <p:xfrm>
          <a:off x="900113" y="4437063"/>
          <a:ext cx="6408737" cy="627062"/>
        </p:xfrm>
        <a:graphic>
          <a:graphicData uri="http://schemas.openxmlformats.org/presentationml/2006/ole">
            <mc:AlternateContent xmlns:mc="http://schemas.openxmlformats.org/markup-compatibility/2006">
              <mc:Choice xmlns:v="urn:schemas-microsoft-com:vml" Requires="v">
                <p:oleObj r:id="rId2" imgW="2818177" imgH="291973" progId="">
                  <p:embed/>
                </p:oleObj>
              </mc:Choice>
              <mc:Fallback>
                <p:oleObj r:id="rId2" imgW="2818177" imgH="291973"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4437063"/>
                        <a:ext cx="6408737"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B250BDE4-E665-6AF3-6610-F8FB6BA0C5F0}"/>
              </a:ext>
            </a:extLst>
          </p:cNvPr>
          <p:cNvSpPr>
            <a:spLocks noChangeArrowheads="1"/>
          </p:cNvSpPr>
          <p:nvPr/>
        </p:nvSpPr>
        <p:spPr bwMode="auto">
          <a:xfrm>
            <a:off x="179388" y="0"/>
            <a:ext cx="8785225"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zh-CN" altLang="en-US" sz="2800">
                <a:solidFill>
                  <a:srgbClr val="0000FF"/>
                </a:solidFill>
                <a:latin typeface="Times New Roman" panose="02020603050405020304" pitchFamily="18" charset="0"/>
                <a:ea typeface="楷体_GB2312"/>
              </a:rPr>
              <a:t>（</a:t>
            </a:r>
            <a:r>
              <a:rPr lang="zh-CN" altLang="zh-CN" sz="2800">
                <a:solidFill>
                  <a:srgbClr val="0000FF"/>
                </a:solidFill>
                <a:latin typeface="Times New Roman" panose="02020603050405020304" pitchFamily="18" charset="0"/>
                <a:ea typeface="楷体_GB2312"/>
              </a:rPr>
              <a:t> 2</a:t>
            </a:r>
            <a:r>
              <a:rPr lang="zh-CN" altLang="en-US" sz="2800">
                <a:solidFill>
                  <a:srgbClr val="0000FF"/>
                </a:solidFill>
                <a:latin typeface="Times New Roman" panose="02020603050405020304" pitchFamily="18" charset="0"/>
                <a:ea typeface="楷体_GB2312"/>
              </a:rPr>
              <a:t>）、由理论产生的不确定度</a:t>
            </a:r>
          </a:p>
          <a:p>
            <a:pPr eaLnBrk="1" hangingPunct="1">
              <a:buClrTx/>
              <a:buSzTx/>
              <a:buFont typeface="Arial" panose="020B0604020202020204" pitchFamily="34" charset="0"/>
              <a:buNone/>
            </a:pPr>
            <a:r>
              <a:rPr lang="en-US" altLang="zh-CN" sz="2800">
                <a:latin typeface="Times New Roman" panose="02020603050405020304" pitchFamily="18" charset="0"/>
                <a:ea typeface="楷体_GB2312"/>
              </a:rPr>
              <a:t>   </a:t>
            </a:r>
            <a:r>
              <a:rPr lang="zh-CN" altLang="en-US" sz="2800">
                <a:latin typeface="Times New Roman" panose="02020603050405020304" pitchFamily="18" charset="0"/>
                <a:ea typeface="楷体_GB2312"/>
              </a:rPr>
              <a:t>由于任何理论都是对真实过程的近似描述，理论对测量产生影响，就不足为奇了。</a:t>
            </a:r>
            <a:endParaRPr lang="zh-CN" altLang="zh-CN" sz="2800">
              <a:solidFill>
                <a:srgbClr val="0000FF"/>
              </a:solidFill>
              <a:latin typeface="Times New Roman" panose="02020603050405020304" pitchFamily="18" charset="0"/>
              <a:ea typeface="楷体_GB2312"/>
            </a:endParaRPr>
          </a:p>
          <a:p>
            <a:pPr eaLnBrk="1" hangingPunct="1">
              <a:buClrTx/>
              <a:buSzTx/>
              <a:buFont typeface="Arial" panose="020B0604020202020204" pitchFamily="34" charset="0"/>
              <a:buNone/>
            </a:pPr>
            <a:r>
              <a:rPr lang="zh-CN" altLang="en-US" sz="2800">
                <a:solidFill>
                  <a:srgbClr val="0000FF"/>
                </a:solidFill>
                <a:latin typeface="Times New Roman" panose="02020603050405020304" pitchFamily="18" charset="0"/>
                <a:ea typeface="楷体_GB2312"/>
              </a:rPr>
              <a:t>（</a:t>
            </a:r>
            <a:r>
              <a:rPr lang="zh-CN" altLang="zh-CN" sz="2800">
                <a:solidFill>
                  <a:srgbClr val="0000FF"/>
                </a:solidFill>
                <a:latin typeface="Times New Roman" panose="02020603050405020304" pitchFamily="18" charset="0"/>
                <a:ea typeface="楷体_GB2312"/>
              </a:rPr>
              <a:t>3</a:t>
            </a:r>
            <a:r>
              <a:rPr lang="zh-CN" altLang="en-US" sz="2800">
                <a:solidFill>
                  <a:srgbClr val="0000FF"/>
                </a:solidFill>
                <a:latin typeface="Times New Roman" panose="02020603050405020304" pitchFamily="18" charset="0"/>
                <a:ea typeface="楷体_GB2312"/>
              </a:rPr>
              <a:t>）、由仪器产生的不确定度</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       任何仪器在它所能提供的最小读数以下，都无法提供更准确的信息。</a:t>
            </a:r>
          </a:p>
        </p:txBody>
      </p:sp>
      <p:sp>
        <p:nvSpPr>
          <p:cNvPr id="57347" name="Rectangle 2">
            <a:extLst>
              <a:ext uri="{FF2B5EF4-FFF2-40B4-BE49-F238E27FC236}">
                <a16:creationId xmlns:a16="http://schemas.microsoft.com/office/drawing/2014/main" id="{4D7E604E-335C-7C98-65A6-262BAF381AED}"/>
              </a:ext>
            </a:extLst>
          </p:cNvPr>
          <p:cNvSpPr>
            <a:spLocks noChangeArrowheads="1"/>
          </p:cNvSpPr>
          <p:nvPr/>
        </p:nvSpPr>
        <p:spPr bwMode="auto">
          <a:xfrm>
            <a:off x="179388" y="2924175"/>
            <a:ext cx="8520112"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zh-CN" altLang="en-US" sz="2800">
                <a:solidFill>
                  <a:srgbClr val="0000FF"/>
                </a:solidFill>
                <a:latin typeface="Times New Roman" panose="02020603050405020304" pitchFamily="18" charset="0"/>
                <a:ea typeface="楷体_GB2312"/>
              </a:rPr>
              <a:t>（</a:t>
            </a:r>
            <a:r>
              <a:rPr lang="zh-CN" altLang="zh-CN" sz="2800">
                <a:solidFill>
                  <a:srgbClr val="0000FF"/>
                </a:solidFill>
                <a:latin typeface="Times New Roman" panose="02020603050405020304" pitchFamily="18" charset="0"/>
                <a:ea typeface="楷体_GB2312"/>
              </a:rPr>
              <a:t>4</a:t>
            </a:r>
            <a:r>
              <a:rPr lang="zh-CN" altLang="en-US" sz="2800">
                <a:solidFill>
                  <a:srgbClr val="0000FF"/>
                </a:solidFill>
                <a:latin typeface="Times New Roman" panose="02020603050405020304" pitchFamily="18" charset="0"/>
                <a:ea typeface="楷体_GB2312"/>
              </a:rPr>
              <a:t>）、由环境产生的不确定度</a:t>
            </a:r>
          </a:p>
          <a:p>
            <a:pPr eaLnBrk="1" hangingPunct="1">
              <a:buClrTx/>
              <a:buSzTx/>
              <a:buFont typeface="Arial" panose="020B0604020202020204" pitchFamily="34" charset="0"/>
              <a:buNone/>
            </a:pPr>
            <a:r>
              <a:rPr lang="zh-CN" altLang="en-US" sz="2800">
                <a:latin typeface="Times New Roman" panose="02020603050405020304" pitchFamily="18" charset="0"/>
                <a:ea typeface="楷体_GB2312"/>
              </a:rPr>
              <a:t>      许多仪器对其工作环境都有一定的要求，环境的变化对测量结果有着直接的影响。比如收音机接受短波信号时</a:t>
            </a:r>
            <a:r>
              <a:rPr lang="zh-CN" altLang="zh-CN" sz="2800">
                <a:latin typeface="Times New Roman" panose="02020603050405020304" pitchFamily="18" charset="0"/>
                <a:ea typeface="楷体_GB2312"/>
              </a:rPr>
              <a:t>,</a:t>
            </a:r>
            <a:r>
              <a:rPr lang="zh-CN" altLang="en-US" sz="2800">
                <a:latin typeface="Times New Roman" panose="02020603050405020304" pitchFamily="18" charset="0"/>
                <a:ea typeface="楷体_GB2312"/>
              </a:rPr>
              <a:t>其周围电磁辐射会产生噪音的影响；</a:t>
            </a:r>
          </a:p>
          <a:p>
            <a:pPr eaLnBrk="1" hangingPunct="1">
              <a:buClrTx/>
              <a:buSzTx/>
              <a:buFont typeface="Arial" panose="020B0604020202020204" pitchFamily="34" charset="0"/>
              <a:buNone/>
            </a:pPr>
            <a:r>
              <a:rPr lang="zh-CN" altLang="en-US" sz="2800">
                <a:solidFill>
                  <a:srgbClr val="0000FF"/>
                </a:solidFill>
                <a:latin typeface="Times New Roman" panose="02020603050405020304" pitchFamily="18" charset="0"/>
                <a:ea typeface="楷体_GB2312"/>
              </a:rPr>
              <a:t>（</a:t>
            </a:r>
            <a:r>
              <a:rPr lang="zh-CN" altLang="zh-CN" sz="2800">
                <a:solidFill>
                  <a:srgbClr val="0000FF"/>
                </a:solidFill>
                <a:latin typeface="Times New Roman" panose="02020603050405020304" pitchFamily="18" charset="0"/>
                <a:ea typeface="楷体_GB2312"/>
              </a:rPr>
              <a:t>5</a:t>
            </a:r>
            <a:r>
              <a:rPr lang="zh-CN" altLang="en-US" sz="2800">
                <a:solidFill>
                  <a:srgbClr val="0000FF"/>
                </a:solidFill>
                <a:latin typeface="Times New Roman" panose="02020603050405020304" pitchFamily="18" charset="0"/>
                <a:ea typeface="楷体_GB2312"/>
              </a:rPr>
              <a:t>）、由人自身产生的不确定度</a:t>
            </a:r>
          </a:p>
          <a:p>
            <a:pPr eaLnBrk="1" hangingPunct="1">
              <a:spcBef>
                <a:spcPct val="0"/>
              </a:spcBef>
              <a:buClrTx/>
              <a:buSzTx/>
              <a:buFont typeface="Arial" panose="020B0604020202020204" pitchFamily="34" charset="0"/>
              <a:buNone/>
            </a:pPr>
            <a:r>
              <a:rPr lang="zh-CN" altLang="en-US" sz="2800">
                <a:solidFill>
                  <a:srgbClr val="FF0000"/>
                </a:solidFill>
                <a:latin typeface="Times New Roman" panose="02020603050405020304" pitchFamily="18" charset="0"/>
                <a:ea typeface="楷体_GB2312"/>
              </a:rPr>
              <a:t>      </a:t>
            </a:r>
            <a:endParaRPr lang="zh-CN" altLang="zh-CN" sz="2800" baseline="-25000">
              <a:latin typeface="Times New Roman" panose="02020603050405020304" pitchFamily="18" charset="0"/>
              <a:ea typeface="楷体_GB231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A21BA501-F8E6-E22B-731B-C88CFC0FC24E}"/>
              </a:ext>
            </a:extLst>
          </p:cNvPr>
          <p:cNvSpPr>
            <a:spLocks noGrp="1" noChangeArrowheads="1"/>
          </p:cNvSpPr>
          <p:nvPr>
            <p:ph idx="1"/>
          </p:nvPr>
        </p:nvSpPr>
        <p:spPr>
          <a:xfrm>
            <a:off x="0" y="0"/>
            <a:ext cx="8915400" cy="6248400"/>
          </a:xfrm>
        </p:spPr>
        <p:txBody>
          <a:bodyPr>
            <a:normAutofit/>
          </a:bodyPr>
          <a:lstStyle/>
          <a:p>
            <a:pPr marL="365125" indent="-255905" eaLnBrk="1" hangingPunct="1">
              <a:spcBef>
                <a:spcPct val="50000"/>
              </a:spcBef>
              <a:buFont typeface="Wingdings 3" panose="05040102010807070707" pitchFamily="18" charset="2"/>
              <a:buChar char=""/>
              <a:defRPr/>
            </a:pPr>
            <a:r>
              <a:rPr lang="en-US" altLang="zh-CN" b="1">
                <a:ea typeface="楷体_GB2312" pitchFamily="1" charset="-122"/>
              </a:rPr>
              <a:t>3</a:t>
            </a:r>
            <a:r>
              <a:rPr lang="zh-CN" altLang="en-US" b="1">
                <a:ea typeface="楷体_GB2312" pitchFamily="1" charset="-122"/>
              </a:rPr>
              <a:t>、</a:t>
            </a:r>
            <a:r>
              <a:rPr lang="zh-CN" altLang="zh-CN" b="1">
                <a:ea typeface="楷体_GB2312" pitchFamily="1" charset="-122"/>
              </a:rPr>
              <a:t>不确定度共分两类:</a:t>
            </a:r>
          </a:p>
          <a:p>
            <a:pPr marL="365125" indent="-255905" eaLnBrk="1" hangingPunct="1">
              <a:spcBef>
                <a:spcPct val="50000"/>
              </a:spcBef>
              <a:buFont typeface="Wingdings 3" panose="05040102010807070707" pitchFamily="18" charset="2"/>
              <a:buChar char=""/>
              <a:defRPr/>
            </a:pPr>
            <a:r>
              <a:rPr lang="zh-CN" altLang="zh-CN" b="1">
                <a:solidFill>
                  <a:srgbClr val="0000FF"/>
                </a:solidFill>
                <a:ea typeface="楷体_GB2312" pitchFamily="1" charset="-122"/>
              </a:rPr>
              <a:t>A类:</a:t>
            </a:r>
            <a:r>
              <a:rPr lang="zh-CN" altLang="zh-CN" b="1">
                <a:ea typeface="楷体_GB2312" pitchFamily="1" charset="-122"/>
              </a:rPr>
              <a:t>上述各部分中</a:t>
            </a:r>
            <a:r>
              <a:rPr lang="zh-CN" altLang="zh-CN" b="1">
                <a:solidFill>
                  <a:srgbClr val="FF0000"/>
                </a:solidFill>
                <a:ea typeface="楷体_GB2312" pitchFamily="1" charset="-122"/>
              </a:rPr>
              <a:t>满足统计分布</a:t>
            </a:r>
            <a:r>
              <a:rPr lang="zh-CN" altLang="zh-CN" b="1">
                <a:ea typeface="楷体_GB2312" pitchFamily="1" charset="-122"/>
              </a:rPr>
              <a:t>的成分,构成A类不确定度</a:t>
            </a:r>
            <a:endParaRPr lang="zh-CN" altLang="en-US">
              <a:latin typeface="楷体_GB2312" pitchFamily="1" charset="-122"/>
              <a:ea typeface="楷体_GB2312" pitchFamily="1" charset="-122"/>
            </a:endParaRPr>
          </a:p>
          <a:p>
            <a:pPr marL="365125" indent="-255905" eaLnBrk="1" hangingPunct="1">
              <a:buFont typeface="Wingdings 3" panose="05040102010807070707" pitchFamily="18" charset="2"/>
              <a:buChar char=""/>
              <a:defRPr/>
            </a:pPr>
            <a:endParaRPr lang="zh-CN" altLang="en-US">
              <a:latin typeface="楷体_GB2312" pitchFamily="1" charset="-122"/>
              <a:ea typeface="楷体_GB2312" pitchFamily="1" charset="-122"/>
            </a:endParaRPr>
          </a:p>
          <a:p>
            <a:pPr marL="365125" indent="-255905" eaLnBrk="1" hangingPunct="1">
              <a:buFont typeface="Wingdings 3" panose="05040102010807070707" pitchFamily="18" charset="2"/>
              <a:buChar char=""/>
              <a:defRPr/>
            </a:pPr>
            <a:endParaRPr lang="zh-CN" altLang="en-US">
              <a:latin typeface="楷体_GB2312" pitchFamily="1" charset="-122"/>
              <a:ea typeface="楷体_GB2312" pitchFamily="1" charset="-122"/>
            </a:endParaRPr>
          </a:p>
          <a:p>
            <a:pPr marL="365125" indent="-255905" eaLnBrk="1" hangingPunct="1">
              <a:buFontTx/>
              <a:buNone/>
              <a:defRPr/>
            </a:pPr>
            <a:endParaRPr lang="en-US" altLang="zh-CN" sz="3600" b="1">
              <a:effectLst>
                <a:outerShdw blurRad="38100" dist="38100" dir="2700000" algn="tl">
                  <a:srgbClr val="C0C0C0"/>
                </a:outerShdw>
              </a:effectLst>
              <a:latin typeface="楷体_GB2312" pitchFamily="1" charset="-122"/>
              <a:ea typeface="楷体_GB2312" pitchFamily="1" charset="-122"/>
            </a:endParaRPr>
          </a:p>
          <a:p>
            <a:pPr marL="365125" indent="-255905" eaLnBrk="1" hangingPunct="1">
              <a:spcBef>
                <a:spcPct val="50000"/>
              </a:spcBef>
              <a:buFont typeface="Wingdings 3" panose="05040102010807070707" pitchFamily="18" charset="2"/>
              <a:buChar char=""/>
              <a:defRPr/>
            </a:pPr>
            <a:r>
              <a:rPr lang="zh-CN" altLang="zh-CN" b="1">
                <a:solidFill>
                  <a:srgbClr val="0000FF"/>
                </a:solidFill>
                <a:ea typeface="楷体_GB2312" pitchFamily="1" charset="-122"/>
              </a:rPr>
              <a:t>B</a:t>
            </a:r>
            <a:r>
              <a:rPr lang="zh-CN" altLang="zh-CN">
                <a:solidFill>
                  <a:srgbClr val="0000FF"/>
                </a:solidFill>
                <a:ea typeface="楷体_GB2312" pitchFamily="1" charset="-122"/>
              </a:rPr>
              <a:t>类</a:t>
            </a:r>
            <a:r>
              <a:rPr lang="zh-CN" altLang="en-US">
                <a:solidFill>
                  <a:srgbClr val="0000FF"/>
                </a:solidFill>
                <a:ea typeface="楷体_GB2312" pitchFamily="1" charset="-122"/>
              </a:rPr>
              <a:t>：表示</a:t>
            </a:r>
            <a:r>
              <a:rPr lang="zh-CN" altLang="zh-CN">
                <a:solidFill>
                  <a:srgbClr val="FF0000"/>
                </a:solidFill>
                <a:ea typeface="楷体_GB2312" pitchFamily="1" charset="-122"/>
              </a:rPr>
              <a:t>不满足统计分布</a:t>
            </a:r>
            <a:r>
              <a:rPr lang="zh-CN" altLang="zh-CN">
                <a:ea typeface="楷体_GB2312" pitchFamily="1" charset="-122"/>
              </a:rPr>
              <a:t>的各不确定度</a:t>
            </a:r>
            <a:r>
              <a:rPr lang="zh-CN" altLang="en-US">
                <a:ea typeface="楷体_GB2312" pitchFamily="1" charset="-122"/>
              </a:rPr>
              <a:t>分量</a:t>
            </a:r>
            <a:r>
              <a:rPr lang="zh-CN" altLang="zh-CN">
                <a:ea typeface="楷体_GB2312" pitchFamily="1" charset="-122"/>
              </a:rPr>
              <a:t>（</a:t>
            </a:r>
            <a:r>
              <a:rPr lang="zh-CN" altLang="zh-CN">
                <a:solidFill>
                  <a:srgbClr val="FF0000"/>
                </a:solidFill>
                <a:ea typeface="楷体_GB2312" pitchFamily="1" charset="-122"/>
              </a:rPr>
              <a:t>用来估算系统误差</a:t>
            </a:r>
            <a:r>
              <a:rPr lang="zh-CN" altLang="zh-CN">
                <a:ea typeface="楷体_GB2312" pitchFamily="1" charset="-122"/>
              </a:rPr>
              <a:t>）</a:t>
            </a:r>
            <a:r>
              <a:rPr lang="zh-CN" altLang="en-US"/>
              <a:t>一般用</a:t>
            </a:r>
            <a:r>
              <a:rPr lang="ru-RU" altLang="en-US">
                <a:latin typeface="RomanC" pitchFamily="2" charset="0"/>
                <a:ea typeface="华文楷体" panose="02010600040101010101" charset="-122"/>
                <a:sym typeface="Symbol" panose="05050102010706020507" pitchFamily="18" charset="2"/>
              </a:rPr>
              <a:t>б</a:t>
            </a:r>
            <a:r>
              <a:rPr lang="zh-CN" altLang="en-US" sz="1200">
                <a:sym typeface="Symbol" panose="05050102010706020507" pitchFamily="18" charset="2"/>
              </a:rPr>
              <a:t>仪</a:t>
            </a:r>
            <a:r>
              <a:rPr lang="zh-CN" altLang="en-US"/>
              <a:t>来表示B类标准不确定度</a:t>
            </a:r>
          </a:p>
          <a:p>
            <a:pPr marL="365125" indent="-255905" eaLnBrk="1" hangingPunct="1">
              <a:spcBef>
                <a:spcPct val="50000"/>
              </a:spcBef>
              <a:buFont typeface="Wingdings 3" panose="05040102010807070707" pitchFamily="18" charset="2"/>
              <a:buChar char=""/>
              <a:defRPr/>
            </a:pPr>
            <a:endParaRPr lang="zh-CN" altLang="zh-CN">
              <a:ea typeface="楷体_GB2312" pitchFamily="1" charset="-122"/>
            </a:endParaRPr>
          </a:p>
          <a:p>
            <a:pPr marL="365125" indent="-255905" eaLnBrk="1" hangingPunct="1">
              <a:spcBef>
                <a:spcPct val="50000"/>
              </a:spcBef>
              <a:buFont typeface="Wingdings 3" panose="05040102010807070707" pitchFamily="18" charset="2"/>
              <a:buChar char=""/>
              <a:defRPr/>
            </a:pPr>
            <a:endParaRPr lang="zh-CN" altLang="zh-CN">
              <a:ea typeface="楷体_GB2312" pitchFamily="1" charset="-122"/>
            </a:endParaRPr>
          </a:p>
        </p:txBody>
      </p:sp>
      <p:pic>
        <p:nvPicPr>
          <p:cNvPr id="31748" name="Picture 4">
            <a:extLst>
              <a:ext uri="{FF2B5EF4-FFF2-40B4-BE49-F238E27FC236}">
                <a16:creationId xmlns:a16="http://schemas.microsoft.com/office/drawing/2014/main" id="{1570B43C-DF80-D9ED-6616-478417162F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1628775"/>
            <a:ext cx="4267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242" name="Object 5">
            <a:extLst>
              <a:ext uri="{FF2B5EF4-FFF2-40B4-BE49-F238E27FC236}">
                <a16:creationId xmlns:a16="http://schemas.microsoft.com/office/drawing/2014/main" id="{0B64A148-8095-D307-8716-948406EDD2B6}"/>
              </a:ext>
            </a:extLst>
          </p:cNvPr>
          <p:cNvGraphicFramePr>
            <a:graphicFrameLocks noChangeAspect="1"/>
          </p:cNvGraphicFramePr>
          <p:nvPr/>
        </p:nvGraphicFramePr>
        <p:xfrm>
          <a:off x="2268538" y="2492375"/>
          <a:ext cx="812800" cy="863600"/>
        </p:xfrm>
        <a:graphic>
          <a:graphicData uri="http://schemas.openxmlformats.org/presentationml/2006/ole">
            <mc:AlternateContent xmlns:mc="http://schemas.openxmlformats.org/markup-compatibility/2006">
              <mc:Choice xmlns:v="urn:schemas-microsoft-com:vml" Requires="v">
                <p:oleObj r:id="rId3" imgW="380835" imgH="241195" progId="">
                  <p:embed/>
                </p:oleObj>
              </mc:Choice>
              <mc:Fallback>
                <p:oleObj r:id="rId3" imgW="380835" imgH="241195"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2492375"/>
                        <a:ext cx="8128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6" name="Picture 4">
            <a:extLst>
              <a:ext uri="{FF2B5EF4-FFF2-40B4-BE49-F238E27FC236}">
                <a16:creationId xmlns:a16="http://schemas.microsoft.com/office/drawing/2014/main" id="{9F841AFF-14C3-F10F-25E1-EF502C7A35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5373688"/>
            <a:ext cx="236220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Object 8">
            <a:extLst>
              <a:ext uri="{FF2B5EF4-FFF2-40B4-BE49-F238E27FC236}">
                <a16:creationId xmlns:a16="http://schemas.microsoft.com/office/drawing/2014/main" id="{4574135A-6FFE-D6FD-A4EE-5D57FBF9711C}"/>
              </a:ext>
            </a:extLst>
          </p:cNvPr>
          <p:cNvGraphicFramePr>
            <a:graphicFrameLocks noChangeAspect="1"/>
          </p:cNvGraphicFramePr>
          <p:nvPr/>
        </p:nvGraphicFramePr>
        <p:xfrm>
          <a:off x="2555875" y="5373688"/>
          <a:ext cx="720725" cy="792162"/>
        </p:xfrm>
        <a:graphic>
          <a:graphicData uri="http://schemas.openxmlformats.org/presentationml/2006/ole">
            <mc:AlternateContent xmlns:mc="http://schemas.openxmlformats.org/markup-compatibility/2006">
              <mc:Choice xmlns:v="urn:schemas-microsoft-com:vml" Requires="v">
                <p:oleObj r:id="rId6" imgW="368140" imgH="241195" progId="">
                  <p:embed/>
                </p:oleObj>
              </mc:Choice>
              <mc:Fallback>
                <p:oleObj r:id="rId6" imgW="368140" imgH="241195" progId="">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5373688"/>
                        <a:ext cx="720725"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box(in)">
                                      <p:cBhvr>
                                        <p:cTn id="7" dur="500"/>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31748"/>
                                        </p:tgtEl>
                                        <p:attrNameLst>
                                          <p:attrName>style.visibility</p:attrName>
                                        </p:attrNameLst>
                                      </p:cBhvr>
                                      <p:to>
                                        <p:strVal val="visible"/>
                                      </p:to>
                                    </p:set>
                                    <p:animEffect transition="in" filter="blinds(vertical)">
                                      <p:cBhvr>
                                        <p:cTn id="12" dur="500"/>
                                        <p:tgtEl>
                                          <p:spTgt spid="317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ox(in)">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4256EF3D-EF85-7390-ADA4-9743CF5AE1D5}"/>
              </a:ext>
            </a:extLst>
          </p:cNvPr>
          <p:cNvSpPr>
            <a:spLocks noGrp="1" noChangeArrowheads="1"/>
          </p:cNvSpPr>
          <p:nvPr>
            <p:ph idx="1"/>
          </p:nvPr>
        </p:nvSpPr>
        <p:spPr>
          <a:xfrm>
            <a:off x="611188" y="1052513"/>
            <a:ext cx="7777162" cy="4032250"/>
          </a:xfrm>
        </p:spPr>
        <p:txBody>
          <a:bodyPr rtlCol="0">
            <a:normAutofit fontScale="92500"/>
          </a:bodyPr>
          <a:lstStyle/>
          <a:p>
            <a:pPr eaLnBrk="1" fontAlgn="auto" hangingPunct="1">
              <a:spcAft>
                <a:spcPts val="0"/>
              </a:spcAft>
              <a:buFont typeface="Wingdings 2" panose="05020102010507070707"/>
              <a:buChar char=""/>
              <a:defRPr/>
            </a:pPr>
            <a:r>
              <a:rPr lang="zh-CN" altLang="en-US"/>
              <a:t>在大学物理实验中，B类不确定度主要来源于测量仪器的误差，具体表述方法如下：</a:t>
            </a:r>
          </a:p>
          <a:p>
            <a:pPr eaLnBrk="1" fontAlgn="auto" hangingPunct="1">
              <a:spcAft>
                <a:spcPts val="0"/>
              </a:spcAft>
              <a:buFont typeface="Wingdings 2" panose="05020102010507070707"/>
              <a:buChar char=""/>
              <a:defRPr/>
            </a:pPr>
            <a:r>
              <a:rPr lang="zh-CN" altLang="en-US"/>
              <a:t> 一般采用两种方法来估计：</a:t>
            </a:r>
          </a:p>
          <a:p>
            <a:pPr eaLnBrk="1" fontAlgn="auto" hangingPunct="1">
              <a:spcAft>
                <a:spcPts val="0"/>
              </a:spcAft>
              <a:buFont typeface="Wingdings 2" panose="05020102010507070707"/>
              <a:buChar char=""/>
              <a:defRPr/>
            </a:pPr>
            <a:r>
              <a:rPr lang="zh-CN" altLang="en-US"/>
              <a:t>（1）用仪器的最小刻度估测：</a:t>
            </a:r>
            <a:endParaRPr lang="en-US" altLang="zh-CN"/>
          </a:p>
          <a:p>
            <a:pPr eaLnBrk="1" fontAlgn="auto" hangingPunct="1">
              <a:spcAft>
                <a:spcPts val="0"/>
              </a:spcAft>
              <a:buFont typeface="Wingdings 2" panose="05020102010507070707"/>
              <a:buChar char=""/>
              <a:defRPr/>
            </a:pPr>
            <a:r>
              <a:rPr lang="en-US" altLang="zh-CN" b="1">
                <a:sym typeface="Symbol" panose="05050102010706020507" pitchFamily="18" charset="2"/>
              </a:rPr>
              <a:t>         </a:t>
            </a:r>
            <a:r>
              <a:rPr lang="zh-CN" altLang="en-US" b="1">
                <a:sym typeface="Symbol" panose="05050102010706020507" pitchFamily="18" charset="2"/>
              </a:rPr>
              <a:t>△</a:t>
            </a:r>
            <a:r>
              <a:rPr lang="zh-CN" altLang="en-US" sz="1800" b="1">
                <a:sym typeface="Symbol" panose="05050102010706020507" pitchFamily="18" charset="2"/>
              </a:rPr>
              <a:t>仪</a:t>
            </a:r>
            <a:r>
              <a:rPr lang="zh-CN" altLang="en-US" b="1"/>
              <a:t>= 最小刻度/2</a:t>
            </a:r>
          </a:p>
          <a:p>
            <a:pPr eaLnBrk="1" fontAlgn="auto" hangingPunct="1">
              <a:spcAft>
                <a:spcPts val="0"/>
              </a:spcAft>
              <a:buFont typeface="Wingdings 2" panose="05020102010507070707"/>
              <a:buChar char=""/>
              <a:defRPr/>
            </a:pPr>
            <a:r>
              <a:rPr lang="zh-CN" altLang="en-US" b="1"/>
              <a:t>（2）</a:t>
            </a:r>
            <a:r>
              <a:rPr lang="zh-CN" altLang="en-US"/>
              <a:t>用仪器的级别进行估测：</a:t>
            </a:r>
            <a:endParaRPr lang="en-US" altLang="zh-CN"/>
          </a:p>
          <a:p>
            <a:pPr eaLnBrk="1" fontAlgn="auto" hangingPunct="1">
              <a:spcAft>
                <a:spcPts val="0"/>
              </a:spcAft>
              <a:buFont typeface="Wingdings 2" panose="05020102010507070707"/>
              <a:buChar char=""/>
              <a:defRPr/>
            </a:pPr>
            <a:r>
              <a:rPr lang="en-US" altLang="zh-CN" b="1">
                <a:sym typeface="Symbol" panose="05050102010706020507" pitchFamily="18" charset="2"/>
              </a:rPr>
              <a:t>         </a:t>
            </a:r>
            <a:r>
              <a:rPr lang="zh-CN" altLang="en-US" b="1">
                <a:sym typeface="Symbol" panose="05050102010706020507" pitchFamily="18" charset="2"/>
              </a:rPr>
              <a:t>△</a:t>
            </a:r>
            <a:r>
              <a:rPr lang="zh-CN" altLang="en-US" sz="1800" b="1">
                <a:sym typeface="Symbol" panose="05050102010706020507" pitchFamily="18" charset="2"/>
              </a:rPr>
              <a:t>仪</a:t>
            </a:r>
            <a:r>
              <a:rPr lang="zh-CN" altLang="en-US" b="1"/>
              <a:t>=</a:t>
            </a:r>
            <a:r>
              <a:rPr lang="zh-CN" altLang="en-US" sz="2800" b="1"/>
              <a:t>量程</a:t>
            </a:r>
            <a:r>
              <a:rPr lang="zh-CN" altLang="en-US" sz="2800" b="1">
                <a:sym typeface="Symbol" panose="05050102010706020507" pitchFamily="18" charset="2"/>
              </a:rPr>
              <a:t>×级别%</a:t>
            </a:r>
          </a:p>
          <a:p>
            <a:pPr eaLnBrk="1" fontAlgn="auto" hangingPunct="1">
              <a:spcAft>
                <a:spcPts val="0"/>
              </a:spcAft>
              <a:buFont typeface="Wingdings 2" panose="05020102010507070707"/>
              <a:buChar char=""/>
              <a:defRPr/>
            </a:pPr>
            <a:endParaRPr lang="en-US" altLang="zh-CN" b="1">
              <a:sym typeface="Symbol" panose="05050102010706020507" pitchFamily="18" charset="2"/>
            </a:endParaRPr>
          </a:p>
          <a:p>
            <a:pPr eaLnBrk="1" fontAlgn="auto" hangingPunct="1">
              <a:spcAft>
                <a:spcPts val="0"/>
              </a:spcAft>
              <a:buFont typeface="Wingdings 2" panose="05020102010507070707"/>
              <a:buChar char=""/>
              <a:defRPr/>
            </a:pPr>
            <a:endParaRPr lang="zh-CN" altLang="en-US"/>
          </a:p>
          <a:p>
            <a:pPr eaLnBrk="1" fontAlgn="auto" hangingPunct="1">
              <a:spcAft>
                <a:spcPts val="0"/>
              </a:spcAft>
              <a:buFont typeface="Wingdings 2" panose="05020102010507070707"/>
              <a:buChar char=""/>
              <a:defRPr/>
            </a:pPr>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descr="3CL%IV5L6)VS3H{R166$]QW">
            <a:extLst>
              <a:ext uri="{FF2B5EF4-FFF2-40B4-BE49-F238E27FC236}">
                <a16:creationId xmlns:a16="http://schemas.microsoft.com/office/drawing/2014/main" id="{5A63DBD8-4C04-286A-895C-87733AD589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0"/>
            <a:ext cx="8461375" cy="638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21801FA5-CEEF-39E9-4D72-A5724FE1E9A1}"/>
              </a:ext>
            </a:extLst>
          </p:cNvPr>
          <p:cNvSpPr>
            <a:spLocks noGrp="1" noChangeArrowheads="1"/>
          </p:cNvSpPr>
          <p:nvPr>
            <p:ph idx="1"/>
          </p:nvPr>
        </p:nvSpPr>
        <p:spPr>
          <a:xfrm>
            <a:off x="684213" y="765175"/>
            <a:ext cx="7772400" cy="4800600"/>
          </a:xfrm>
        </p:spPr>
        <p:txBody>
          <a:bodyPr/>
          <a:lstStyle/>
          <a:p>
            <a:pPr eaLnBrk="1" hangingPunct="1"/>
            <a:r>
              <a:rPr lang="zh-CN" altLang="en-US" sz="3600" b="1">
                <a:latin typeface="楷体_GB2312"/>
                <a:ea typeface="楷体_GB2312"/>
                <a:cs typeface="楷体_GB2312"/>
              </a:rPr>
              <a:t>4、合成标准不确定度的评定</a:t>
            </a:r>
            <a:endParaRPr lang="zh-CN" altLang="en-US"/>
          </a:p>
          <a:p>
            <a:pPr eaLnBrk="1" hangingPunct="1"/>
            <a:r>
              <a:rPr lang="zh-CN" altLang="en-US"/>
              <a:t>在实际测量中，测量值可能既有A类不确定度分量，也有B类不确定度分量，这样就要合并成为一个总标准不确定度  </a:t>
            </a:r>
            <a:r>
              <a:rPr lang="ru-RU" altLang="en-US" sz="2800" i="1">
                <a:latin typeface="RomanC"/>
                <a:ea typeface="黑体" panose="02010609060101010101" pitchFamily="49" charset="-122"/>
                <a:sym typeface="Symbol" panose="05050102010706020507" pitchFamily="18" charset="2"/>
              </a:rPr>
              <a:t>б</a:t>
            </a:r>
            <a:r>
              <a:rPr lang="zh-CN" altLang="en-US" sz="1600" baseline="-25000">
                <a:sym typeface="Symbol" panose="05050102010706020507" pitchFamily="18" charset="2"/>
              </a:rPr>
              <a:t>合</a:t>
            </a:r>
            <a:r>
              <a:rPr lang="zh-CN" altLang="en-US"/>
              <a:t>，根据标准误差合成公式，有：</a:t>
            </a:r>
          </a:p>
          <a:p>
            <a:pPr eaLnBrk="1" hangingPunct="1"/>
            <a:endParaRPr lang="zh-CN" altLang="en-US"/>
          </a:p>
          <a:p>
            <a:pPr eaLnBrk="1" hangingPunct="1"/>
            <a:endParaRPr lang="zh-CN" altLang="en-US"/>
          </a:p>
        </p:txBody>
      </p:sp>
      <p:pic>
        <p:nvPicPr>
          <p:cNvPr id="33796" name="Picture 4">
            <a:extLst>
              <a:ext uri="{FF2B5EF4-FFF2-40B4-BE49-F238E27FC236}">
                <a16:creationId xmlns:a16="http://schemas.microsoft.com/office/drawing/2014/main" id="{E8DE6FFB-DA54-88BC-5D9F-822EF2F52B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367213"/>
            <a:ext cx="411003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randombar(vertical)">
                                      <p:cBhvr>
                                        <p:cTn id="7" dur="500"/>
                                        <p:tgtEl>
                                          <p:spTgt spid="3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5AAEEFF3-44D2-ACC0-42B3-3501186D508D}"/>
              </a:ext>
            </a:extLst>
          </p:cNvPr>
          <p:cNvSpPr>
            <a:spLocks noGrp="1" noChangeArrowheads="1"/>
          </p:cNvSpPr>
          <p:nvPr>
            <p:ph idx="1"/>
          </p:nvPr>
        </p:nvSpPr>
        <p:spPr>
          <a:xfrm>
            <a:off x="571500" y="1143000"/>
            <a:ext cx="7772400" cy="5145088"/>
          </a:xfrm>
        </p:spPr>
        <p:txBody>
          <a:bodyPr/>
          <a:lstStyle/>
          <a:p>
            <a:pPr eaLnBrk="1" hangingPunct="1"/>
            <a:r>
              <a:rPr lang="zh-CN" altLang="en-US" sz="2800">
                <a:sym typeface="Symbol" panose="05050102010706020507" pitchFamily="18" charset="2"/>
              </a:rPr>
              <a:t>相对不确定度表示为：</a:t>
            </a:r>
          </a:p>
        </p:txBody>
      </p:sp>
      <p:sp>
        <p:nvSpPr>
          <p:cNvPr id="7" name="矩形 6">
            <a:extLst>
              <a:ext uri="{FF2B5EF4-FFF2-40B4-BE49-F238E27FC236}">
                <a16:creationId xmlns:a16="http://schemas.microsoft.com/office/drawing/2014/main" id="{BC1490F3-36E5-2620-4FBB-B373A6CC7D30}"/>
              </a:ext>
            </a:extLst>
          </p:cNvPr>
          <p:cNvSpPr/>
          <p:nvPr/>
        </p:nvSpPr>
        <p:spPr>
          <a:xfrm>
            <a:off x="827088" y="188913"/>
            <a:ext cx="4446587" cy="646112"/>
          </a:xfrm>
          <a:prstGeom prst="rect">
            <a:avLst/>
          </a:prstGeom>
        </p:spPr>
        <p:txBody>
          <a:bodyPr>
            <a:spAutoFit/>
          </a:bodyPr>
          <a:lstStyle/>
          <a:p>
            <a:pPr eaLnBrk="1" hangingPunct="1">
              <a:buFont typeface="Arial" panose="020B0604020202020204" pitchFamily="34" charset="0"/>
              <a:buNone/>
              <a:defRPr/>
            </a:pPr>
            <a:r>
              <a:rPr lang="zh-CN" altLang="en-US" sz="3600" kern="0" dirty="0">
                <a:solidFill>
                  <a:srgbClr val="FF0000"/>
                </a:solidFill>
                <a:latin typeface="Times New Roman" panose="02020603050405020304"/>
                <a:ea typeface="宋体" panose="02010600030101010101" pitchFamily="2" charset="-122"/>
                <a:cs typeface="+mn-cs"/>
                <a:sym typeface="Symbol" panose="05050102010706020507" pitchFamily="18" charset="2"/>
              </a:rPr>
              <a:t>相对不确定度</a:t>
            </a:r>
            <a:endParaRPr lang="zh-CN" altLang="en-US" sz="3600" dirty="0">
              <a:solidFill>
                <a:srgbClr val="FF0000"/>
              </a:solidFill>
              <a:ea typeface="宋体" panose="02010600030101010101" pitchFamily="2" charset="-122"/>
              <a:cs typeface="+mn-cs"/>
            </a:endParaRPr>
          </a:p>
        </p:txBody>
      </p:sp>
      <p:graphicFrame>
        <p:nvGraphicFramePr>
          <p:cNvPr id="8" name="Object 3">
            <a:extLst>
              <a:ext uri="{FF2B5EF4-FFF2-40B4-BE49-F238E27FC236}">
                <a16:creationId xmlns:a16="http://schemas.microsoft.com/office/drawing/2014/main" id="{8AAEF685-38F3-0377-5D87-5A8728636411}"/>
              </a:ext>
            </a:extLst>
          </p:cNvPr>
          <p:cNvGraphicFramePr>
            <a:graphicFrameLocks noChangeAspect="1"/>
          </p:cNvGraphicFramePr>
          <p:nvPr/>
        </p:nvGraphicFramePr>
        <p:xfrm>
          <a:off x="1476375" y="4221163"/>
          <a:ext cx="4914900" cy="1238250"/>
        </p:xfrm>
        <a:graphic>
          <a:graphicData uri="http://schemas.openxmlformats.org/presentationml/2006/ole">
            <mc:AlternateContent xmlns:mc="http://schemas.openxmlformats.org/markup-compatibility/2006">
              <mc:Choice xmlns:v="urn:schemas-microsoft-com:vml" Requires="v">
                <p:oleObj r:id="rId2" imgW="2145369" imgH="545863" progId="">
                  <p:embed/>
                </p:oleObj>
              </mc:Choice>
              <mc:Fallback>
                <p:oleObj r:id="rId2" imgW="2145369" imgH="545863"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221163"/>
                        <a:ext cx="49149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 name="Picture 6">
            <a:extLst>
              <a:ext uri="{FF2B5EF4-FFF2-40B4-BE49-F238E27FC236}">
                <a16:creationId xmlns:a16="http://schemas.microsoft.com/office/drawing/2014/main" id="{A7A779AE-36F0-9447-6326-AEB4C0BC93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2492375"/>
            <a:ext cx="3887787"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in)">
                                      <p:cBhvr>
                                        <p:cTn id="7" dur="2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B33556B-34CD-2857-9237-F76DFCA7CA45}"/>
              </a:ext>
            </a:extLst>
          </p:cNvPr>
          <p:cNvSpPr>
            <a:spLocks noGrp="1" noChangeArrowheads="1"/>
          </p:cNvSpPr>
          <p:nvPr>
            <p:ph type="title"/>
          </p:nvPr>
        </p:nvSpPr>
        <p:spPr>
          <a:xfrm>
            <a:off x="685800" y="0"/>
            <a:ext cx="7772400" cy="914400"/>
          </a:xfrm>
        </p:spPr>
        <p:txBody>
          <a:bodyPr/>
          <a:lstStyle/>
          <a:p>
            <a:pPr algn="l"/>
            <a:r>
              <a:rPr lang="zh-CN" altLang="en-US" sz="3600" b="1">
                <a:solidFill>
                  <a:srgbClr val="3333FF"/>
                </a:solidFill>
              </a:rPr>
              <a:t>五，直接测量结果的不确定度表示</a:t>
            </a:r>
          </a:p>
        </p:txBody>
      </p:sp>
      <p:sp>
        <p:nvSpPr>
          <p:cNvPr id="63491" name="Rectangle 3">
            <a:extLst>
              <a:ext uri="{FF2B5EF4-FFF2-40B4-BE49-F238E27FC236}">
                <a16:creationId xmlns:a16="http://schemas.microsoft.com/office/drawing/2014/main" id="{5970456D-C83F-6783-ED08-AE68F64FBAF7}"/>
              </a:ext>
            </a:extLst>
          </p:cNvPr>
          <p:cNvSpPr>
            <a:spLocks noGrp="1" noChangeArrowheads="1"/>
          </p:cNvSpPr>
          <p:nvPr>
            <p:ph idx="1"/>
          </p:nvPr>
        </p:nvSpPr>
        <p:spPr>
          <a:xfrm>
            <a:off x="685800" y="914400"/>
            <a:ext cx="7772400" cy="5715000"/>
          </a:xfrm>
        </p:spPr>
        <p:txBody>
          <a:bodyPr/>
          <a:lstStyle/>
          <a:p>
            <a:r>
              <a:rPr lang="zh-CN" altLang="en-US" b="1">
                <a:solidFill>
                  <a:srgbClr val="CC0000"/>
                </a:solidFill>
                <a:latin typeface="宋体" panose="02010600030101010101" pitchFamily="2" charset="-122"/>
              </a:rPr>
              <a:t>1，单次测量结果的不确定度表示</a:t>
            </a:r>
          </a:p>
          <a:p>
            <a:r>
              <a:rPr lang="zh-CN" altLang="en-US" b="1">
                <a:solidFill>
                  <a:srgbClr val="CC0000"/>
                </a:solidFill>
                <a:latin typeface="宋体" panose="02010600030101010101" pitchFamily="2" charset="-122"/>
              </a:rPr>
              <a:t>           X = X</a:t>
            </a:r>
            <a:r>
              <a:rPr lang="zh-CN" altLang="en-US" sz="1800" b="1">
                <a:solidFill>
                  <a:srgbClr val="CC0000"/>
                </a:solidFill>
                <a:latin typeface="宋体" panose="02010600030101010101" pitchFamily="2" charset="-122"/>
              </a:rPr>
              <a:t>测</a:t>
            </a:r>
            <a:r>
              <a:rPr lang="zh-CN" altLang="en-US" b="1">
                <a:solidFill>
                  <a:srgbClr val="CC0000"/>
                </a:solidFill>
                <a:latin typeface="宋体" panose="02010600030101010101" pitchFamily="2" charset="-122"/>
              </a:rPr>
              <a:t> ± </a:t>
            </a:r>
            <a:r>
              <a:rPr lang="ru-RU" altLang="en-US" b="1">
                <a:solidFill>
                  <a:srgbClr val="CC0000"/>
                </a:solidFill>
                <a:latin typeface="宋体" panose="02010600030101010101" pitchFamily="2" charset="-122"/>
                <a:ea typeface="华文楷体" panose="02010600040101010101" pitchFamily="2" charset="-122"/>
                <a:sym typeface="Symbol" panose="05050102010706020507" pitchFamily="18" charset="2"/>
              </a:rPr>
              <a:t>б</a:t>
            </a:r>
            <a:r>
              <a:rPr lang="zh-CN" altLang="en-US" sz="1800" b="1">
                <a:solidFill>
                  <a:srgbClr val="CC0000"/>
                </a:solidFill>
                <a:latin typeface="宋体" panose="02010600030101010101" pitchFamily="2" charset="-122"/>
                <a:sym typeface="Symbol" panose="05050102010706020507" pitchFamily="18" charset="2"/>
              </a:rPr>
              <a:t>仪</a:t>
            </a:r>
          </a:p>
          <a:p>
            <a:r>
              <a:rPr lang="zh-CN" altLang="en-US" b="1">
                <a:solidFill>
                  <a:srgbClr val="CC0000"/>
                </a:solidFill>
                <a:latin typeface="宋体" panose="02010600030101010101" pitchFamily="2" charset="-122"/>
              </a:rPr>
              <a:t>X</a:t>
            </a:r>
            <a:r>
              <a:rPr lang="zh-CN" altLang="en-US" sz="1800" b="1">
                <a:solidFill>
                  <a:srgbClr val="CC0000"/>
                </a:solidFill>
                <a:latin typeface="宋体" panose="02010600030101010101" pitchFamily="2" charset="-122"/>
              </a:rPr>
              <a:t>测</a:t>
            </a:r>
            <a:r>
              <a:rPr lang="zh-CN" altLang="en-US" b="1">
                <a:solidFill>
                  <a:srgbClr val="CC0000"/>
                </a:solidFill>
                <a:latin typeface="宋体" panose="02010600030101010101" pitchFamily="2" charset="-122"/>
                <a:sym typeface="Symbol" panose="05050102010706020507" pitchFamily="18" charset="2"/>
              </a:rPr>
              <a:t>是单次测量值。</a:t>
            </a:r>
          </a:p>
          <a:p>
            <a:endParaRPr lang="zh-CN" altLang="en-US" b="1">
              <a:solidFill>
                <a:srgbClr val="CC0000"/>
              </a:solidFill>
              <a:latin typeface="宋体" panose="02010600030101010101" pitchFamily="2" charset="-122"/>
              <a:sym typeface="Symbol" panose="05050102010706020507" pitchFamily="18" charset="2"/>
            </a:endParaRPr>
          </a:p>
          <a:p>
            <a:r>
              <a:rPr lang="zh-CN" altLang="en-US" b="1">
                <a:solidFill>
                  <a:srgbClr val="CC0000"/>
                </a:solidFill>
                <a:latin typeface="宋体" panose="02010600030101010101" pitchFamily="2" charset="-122"/>
                <a:sym typeface="Symbol" panose="05050102010706020507" pitchFamily="18" charset="2"/>
              </a:rPr>
              <a:t>相对不确定度表示为：</a:t>
            </a:r>
          </a:p>
        </p:txBody>
      </p:sp>
      <p:pic>
        <p:nvPicPr>
          <p:cNvPr id="63492" name="Picture 4">
            <a:extLst>
              <a:ext uri="{FF2B5EF4-FFF2-40B4-BE49-F238E27FC236}">
                <a16:creationId xmlns:a16="http://schemas.microsoft.com/office/drawing/2014/main" id="{DB0B6E43-EC22-01B8-C454-92006C0B68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2133600"/>
            <a:ext cx="236220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5">
            <a:extLst>
              <a:ext uri="{FF2B5EF4-FFF2-40B4-BE49-F238E27FC236}">
                <a16:creationId xmlns:a16="http://schemas.microsoft.com/office/drawing/2014/main" id="{99A34C1C-05A0-5E38-7189-75C800F3D8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4038600"/>
            <a:ext cx="40386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9574" name="Object 6">
            <a:extLst>
              <a:ext uri="{FF2B5EF4-FFF2-40B4-BE49-F238E27FC236}">
                <a16:creationId xmlns:a16="http://schemas.microsoft.com/office/drawing/2014/main" id="{2A3ED8C8-A46F-62BC-B953-6B131B7D2407}"/>
              </a:ext>
            </a:extLst>
          </p:cNvPr>
          <p:cNvGraphicFramePr>
            <a:graphicFrameLocks noChangeAspect="1"/>
          </p:cNvGraphicFramePr>
          <p:nvPr/>
        </p:nvGraphicFramePr>
        <p:xfrm flipH="1">
          <a:off x="1066800" y="4602163"/>
          <a:ext cx="1066800" cy="1000125"/>
        </p:xfrm>
        <a:graphic>
          <a:graphicData uri="http://schemas.openxmlformats.org/presentationml/2006/ole">
            <mc:AlternateContent xmlns:mc="http://schemas.openxmlformats.org/markup-compatibility/2006">
              <mc:Choice xmlns:v="urn:schemas-microsoft-com:vml" Requires="v">
                <p:oleObj r:id="rId4" imgW="3695700" imgH="3467100" progId="">
                  <p:embed/>
                </p:oleObj>
              </mc:Choice>
              <mc:Fallback>
                <p:oleObj r:id="rId4" imgW="3695700" imgH="346710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066800" y="4602163"/>
                        <a:ext cx="10668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109574"/>
                                        </p:tgtEl>
                                        <p:attrNameLst>
                                          <p:attrName>style.visibility</p:attrName>
                                        </p:attrNameLst>
                                      </p:cBhvr>
                                      <p:to>
                                        <p:strVal val="visible"/>
                                      </p:to>
                                    </p:set>
                                    <p:anim calcmode="lin" valueType="num">
                                      <p:cBhvr>
                                        <p:cTn id="7" dur="5000" fill="hold"/>
                                        <p:tgtEl>
                                          <p:spTgt spid="109574"/>
                                        </p:tgtEl>
                                        <p:attrNameLst>
                                          <p:attrName>ppt_w</p:attrName>
                                        </p:attrNameLst>
                                      </p:cBhvr>
                                      <p:tavLst>
                                        <p:tav tm="0" fmla="#ppt_w*sin(2.5*pi*$)">
                                          <p:val>
                                            <p:fltVal val="0"/>
                                          </p:val>
                                        </p:tav>
                                        <p:tav tm="100000">
                                          <p:val>
                                            <p:fltVal val="1"/>
                                          </p:val>
                                        </p:tav>
                                      </p:tavLst>
                                    </p:anim>
                                    <p:anim calcmode="lin" valueType="num">
                                      <p:cBhvr>
                                        <p:cTn id="8" dur="5000" fill="hold"/>
                                        <p:tgtEl>
                                          <p:spTgt spid="10957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487782A8-2017-BEB5-94D6-F9CD2BA6D198}"/>
              </a:ext>
            </a:extLst>
          </p:cNvPr>
          <p:cNvSpPr>
            <a:spLocks noGrp="1" noChangeArrowheads="1"/>
          </p:cNvSpPr>
          <p:nvPr>
            <p:ph idx="1"/>
          </p:nvPr>
        </p:nvSpPr>
        <p:spPr>
          <a:xfrm>
            <a:off x="395288" y="549275"/>
            <a:ext cx="7772400" cy="5715000"/>
          </a:xfrm>
        </p:spPr>
        <p:txBody>
          <a:bodyPr/>
          <a:lstStyle/>
          <a:p>
            <a:r>
              <a:rPr lang="zh-CN" altLang="en-US" b="1">
                <a:solidFill>
                  <a:srgbClr val="CC0000"/>
                </a:solidFill>
              </a:rPr>
              <a:t>2，多次测量结果的不确定度表示</a:t>
            </a:r>
          </a:p>
          <a:p>
            <a:r>
              <a:rPr lang="zh-CN" altLang="en-US" b="1">
                <a:solidFill>
                  <a:srgbClr val="CC0000"/>
                </a:solidFill>
              </a:rPr>
              <a:t>              X = </a:t>
            </a:r>
            <a:r>
              <a:rPr lang="zh-CN" altLang="en-US" b="1">
                <a:solidFill>
                  <a:srgbClr val="CC0000"/>
                </a:solidFill>
                <a:sym typeface="Symbol" panose="05050102010706020507" pitchFamily="18" charset="2"/>
              </a:rPr>
              <a:t>X</a:t>
            </a:r>
            <a:r>
              <a:rPr lang="zh-CN" altLang="en-US" b="1">
                <a:solidFill>
                  <a:srgbClr val="CC0000"/>
                </a:solidFill>
              </a:rPr>
              <a:t>± </a:t>
            </a:r>
            <a:r>
              <a:rPr lang="ru-RU" altLang="en-US" b="1">
                <a:solidFill>
                  <a:srgbClr val="CC0000"/>
                </a:solidFill>
                <a:latin typeface="RomanC"/>
                <a:ea typeface="华文楷体" panose="02010600040101010101" pitchFamily="2" charset="-122"/>
                <a:sym typeface="Symbol" panose="05050102010706020507" pitchFamily="18" charset="2"/>
              </a:rPr>
              <a:t>б</a:t>
            </a:r>
            <a:r>
              <a:rPr lang="zh-CN" altLang="en-US" sz="1800" b="1">
                <a:solidFill>
                  <a:srgbClr val="CC0000"/>
                </a:solidFill>
                <a:sym typeface="Symbol" panose="05050102010706020507" pitchFamily="18" charset="2"/>
              </a:rPr>
              <a:t>合</a:t>
            </a:r>
            <a:endParaRPr lang="zh-CN" altLang="en-US" b="1">
              <a:solidFill>
                <a:srgbClr val="CC0000"/>
              </a:solidFill>
              <a:sym typeface="Symbol" panose="05050102010706020507" pitchFamily="18" charset="2"/>
            </a:endParaRPr>
          </a:p>
          <a:p>
            <a:r>
              <a:rPr lang="zh-CN" altLang="en-US" b="1">
                <a:solidFill>
                  <a:srgbClr val="CC0000"/>
                </a:solidFill>
                <a:sym typeface="Symbol" panose="05050102010706020507" pitchFamily="18" charset="2"/>
              </a:rPr>
              <a:t>公式中</a:t>
            </a:r>
          </a:p>
          <a:p>
            <a:endParaRPr lang="zh-CN" altLang="en-US" b="1">
              <a:solidFill>
                <a:srgbClr val="CC0000"/>
              </a:solidFill>
              <a:sym typeface="Symbol" panose="05050102010706020507" pitchFamily="18" charset="2"/>
            </a:endParaRPr>
          </a:p>
          <a:p>
            <a:endParaRPr lang="zh-CN" altLang="en-US" b="1">
              <a:solidFill>
                <a:srgbClr val="CC0000"/>
              </a:solidFill>
              <a:sym typeface="Symbol" panose="05050102010706020507" pitchFamily="18" charset="2"/>
            </a:endParaRPr>
          </a:p>
          <a:p>
            <a:endParaRPr lang="en-US" altLang="zh-CN" b="1">
              <a:solidFill>
                <a:srgbClr val="CC0000"/>
              </a:solidFill>
              <a:sym typeface="Symbol" panose="05050102010706020507" pitchFamily="18" charset="2"/>
            </a:endParaRPr>
          </a:p>
          <a:p>
            <a:r>
              <a:rPr lang="zh-CN" altLang="en-US" b="1">
                <a:solidFill>
                  <a:srgbClr val="CC0000"/>
                </a:solidFill>
                <a:sym typeface="Symbol" panose="05050102010706020507" pitchFamily="18" charset="2"/>
              </a:rPr>
              <a:t>相对不确定度表示为：</a:t>
            </a:r>
          </a:p>
          <a:p>
            <a:endParaRPr lang="zh-CN" altLang="en-US" b="1">
              <a:solidFill>
                <a:srgbClr val="CC0000"/>
              </a:solidFill>
            </a:endParaRPr>
          </a:p>
          <a:p>
            <a:endParaRPr lang="zh-CN" altLang="en-US"/>
          </a:p>
        </p:txBody>
      </p:sp>
      <p:pic>
        <p:nvPicPr>
          <p:cNvPr id="110595" name="Picture 3">
            <a:extLst>
              <a:ext uri="{FF2B5EF4-FFF2-40B4-BE49-F238E27FC236}">
                <a16:creationId xmlns:a16="http://schemas.microsoft.com/office/drawing/2014/main" id="{2F0B2567-7077-D3F1-E23A-BDB18239C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819400"/>
            <a:ext cx="32194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6" name="Picture 4">
            <a:extLst>
              <a:ext uri="{FF2B5EF4-FFF2-40B4-BE49-F238E27FC236}">
                <a16:creationId xmlns:a16="http://schemas.microsoft.com/office/drawing/2014/main" id="{A5BCC97D-FC1E-D812-2F8B-0193D80252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981200"/>
            <a:ext cx="37338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7" name="Picture 5">
            <a:extLst>
              <a:ext uri="{FF2B5EF4-FFF2-40B4-BE49-F238E27FC236}">
                <a16:creationId xmlns:a16="http://schemas.microsoft.com/office/drawing/2014/main" id="{50E934A1-114F-BC81-C17F-4C6A2B3130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4797425"/>
            <a:ext cx="348615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0598" name="Object 6">
            <a:extLst>
              <a:ext uri="{FF2B5EF4-FFF2-40B4-BE49-F238E27FC236}">
                <a16:creationId xmlns:a16="http://schemas.microsoft.com/office/drawing/2014/main" id="{63A88CF4-7254-91F1-96E9-93833A506664}"/>
              </a:ext>
            </a:extLst>
          </p:cNvPr>
          <p:cNvGraphicFramePr>
            <a:graphicFrameLocks noChangeAspect="1"/>
          </p:cNvGraphicFramePr>
          <p:nvPr/>
        </p:nvGraphicFramePr>
        <p:xfrm>
          <a:off x="762000" y="5486400"/>
          <a:ext cx="1162050" cy="1090613"/>
        </p:xfrm>
        <a:graphic>
          <a:graphicData uri="http://schemas.openxmlformats.org/presentationml/2006/ole">
            <mc:AlternateContent xmlns:mc="http://schemas.openxmlformats.org/markup-compatibility/2006">
              <mc:Choice xmlns:v="urn:schemas-microsoft-com:vml" Requires="v">
                <p:oleObj r:id="rId5" imgW="3695700" imgH="3467100" progId="">
                  <p:embed/>
                </p:oleObj>
              </mc:Choice>
              <mc:Fallback>
                <p:oleObj r:id="rId5" imgW="3695700" imgH="3467100" progId="">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5486400"/>
                        <a:ext cx="1162050"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nodeType="clickEffect">
                                  <p:stCondLst>
                                    <p:cond delay="0"/>
                                  </p:stCondLst>
                                  <p:childTnLst>
                                    <p:set>
                                      <p:cBhvr>
                                        <p:cTn id="6" dur="1" fill="hold">
                                          <p:stCondLst>
                                            <p:cond delay="0"/>
                                          </p:stCondLst>
                                        </p:cTn>
                                        <p:tgtEl>
                                          <p:spTgt spid="110595"/>
                                        </p:tgtEl>
                                        <p:attrNameLst>
                                          <p:attrName>style.visibility</p:attrName>
                                        </p:attrNameLst>
                                      </p:cBhvr>
                                      <p:to>
                                        <p:strVal val="visible"/>
                                      </p:to>
                                    </p:set>
                                    <p:animEffect transition="in" filter="randombar(vertical)">
                                      <p:cBhvr>
                                        <p:cTn id="7" dur="500"/>
                                        <p:tgtEl>
                                          <p:spTgt spid="1105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10596"/>
                                        </p:tgtEl>
                                        <p:attrNameLst>
                                          <p:attrName>style.visibility</p:attrName>
                                        </p:attrNameLst>
                                      </p:cBhvr>
                                      <p:to>
                                        <p:strVal val="visible"/>
                                      </p:to>
                                    </p:set>
                                    <p:animEffect transition="in" filter="blinds(vertical)">
                                      <p:cBhvr>
                                        <p:cTn id="12" dur="500"/>
                                        <p:tgtEl>
                                          <p:spTgt spid="1105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nodeType="clickEffect">
                                  <p:stCondLst>
                                    <p:cond delay="0"/>
                                  </p:stCondLst>
                                  <p:childTnLst>
                                    <p:set>
                                      <p:cBhvr>
                                        <p:cTn id="16" dur="1" fill="hold">
                                          <p:stCondLst>
                                            <p:cond delay="0"/>
                                          </p:stCondLst>
                                        </p:cTn>
                                        <p:tgtEl>
                                          <p:spTgt spid="110597"/>
                                        </p:tgtEl>
                                        <p:attrNameLst>
                                          <p:attrName>style.visibility</p:attrName>
                                        </p:attrNameLst>
                                      </p:cBhvr>
                                      <p:to>
                                        <p:strVal val="visible"/>
                                      </p:to>
                                    </p:set>
                                    <p:animEffect transition="in" filter="randombar(vertical)">
                                      <p:cBhvr>
                                        <p:cTn id="17" dur="500"/>
                                        <p:tgtEl>
                                          <p:spTgt spid="1105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110598"/>
                                        </p:tgtEl>
                                        <p:attrNameLst>
                                          <p:attrName>style.visibility</p:attrName>
                                        </p:attrNameLst>
                                      </p:cBhvr>
                                      <p:to>
                                        <p:strVal val="visible"/>
                                      </p:to>
                                    </p:set>
                                    <p:anim calcmode="lin" valueType="num">
                                      <p:cBhvr additive="base">
                                        <p:cTn id="22" dur="500" fill="hold"/>
                                        <p:tgtEl>
                                          <p:spTgt spid="110598"/>
                                        </p:tgtEl>
                                        <p:attrNameLst>
                                          <p:attrName>ppt_x</p:attrName>
                                        </p:attrNameLst>
                                      </p:cBhvr>
                                      <p:tavLst>
                                        <p:tav tm="0">
                                          <p:val>
                                            <p:strVal val="0-#ppt_w/2"/>
                                          </p:val>
                                        </p:tav>
                                        <p:tav tm="100000">
                                          <p:val>
                                            <p:strVal val="#ppt_x"/>
                                          </p:val>
                                        </p:tav>
                                      </p:tavLst>
                                    </p:anim>
                                    <p:anim calcmode="lin" valueType="num">
                                      <p:cBhvr additive="base">
                                        <p:cTn id="23" dur="500" fill="hold"/>
                                        <p:tgtEl>
                                          <p:spTgt spid="1105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BB63E04D-A2DC-7097-74F4-2321B86D66DC}"/>
              </a:ext>
            </a:extLst>
          </p:cNvPr>
          <p:cNvSpPr>
            <a:spLocks noGrp="1" noChangeArrowheads="1"/>
          </p:cNvSpPr>
          <p:nvPr>
            <p:ph idx="1"/>
          </p:nvPr>
        </p:nvSpPr>
        <p:spPr>
          <a:xfrm>
            <a:off x="457200" y="549275"/>
            <a:ext cx="8229600" cy="5576888"/>
          </a:xfrm>
        </p:spPr>
        <p:txBody>
          <a:bodyPr/>
          <a:lstStyle/>
          <a:p>
            <a:pPr eaLnBrk="1" hangingPunct="1">
              <a:lnSpc>
                <a:spcPts val="4800"/>
              </a:lnSpc>
            </a:pPr>
            <a:r>
              <a:rPr lang="zh-CN" altLang="en-US" b="1"/>
              <a:t>在大学物理实验数据处理中要求：</a:t>
            </a:r>
          </a:p>
          <a:p>
            <a:pPr eaLnBrk="1" hangingPunct="1">
              <a:lnSpc>
                <a:spcPts val="4800"/>
              </a:lnSpc>
            </a:pPr>
            <a:r>
              <a:rPr lang="zh-CN" altLang="en-US" b="1"/>
              <a:t>（1）</a:t>
            </a:r>
            <a:r>
              <a:rPr lang="ru-RU" altLang="en-US">
                <a:latin typeface="RomanC"/>
                <a:ea typeface="黑体" panose="02010609060101010101" pitchFamily="49" charset="-122"/>
                <a:sym typeface="Symbol" panose="05050102010706020507" pitchFamily="18" charset="2"/>
              </a:rPr>
              <a:t>б</a:t>
            </a:r>
            <a:r>
              <a:rPr lang="zh-CN" altLang="en-US" b="1" baseline="-25000">
                <a:sym typeface="Symbol" panose="05050102010706020507" pitchFamily="18" charset="2"/>
              </a:rPr>
              <a:t>合</a:t>
            </a:r>
            <a:r>
              <a:rPr lang="zh-CN" altLang="en-US" b="1"/>
              <a:t>一般仅取一位有效数字，尾数只进不舍。</a:t>
            </a:r>
          </a:p>
          <a:p>
            <a:pPr eaLnBrk="1" hangingPunct="1">
              <a:lnSpc>
                <a:spcPts val="4800"/>
              </a:lnSpc>
            </a:pPr>
            <a:r>
              <a:rPr lang="zh-CN" altLang="en-US" b="1"/>
              <a:t>（2）</a:t>
            </a:r>
            <a:r>
              <a:rPr lang="zh-CN" altLang="en-US" b="1">
                <a:sym typeface="Symbol" panose="05050102010706020507" pitchFamily="18" charset="2"/>
              </a:rPr>
              <a:t></a:t>
            </a:r>
            <a:r>
              <a:rPr lang="en-US" altLang="zh-CN" b="1"/>
              <a:t>x </a:t>
            </a:r>
            <a:r>
              <a:rPr lang="zh-CN" altLang="en-US" b="1"/>
              <a:t>的最后一位有效数字取至与</a:t>
            </a:r>
            <a:r>
              <a:rPr lang="ru-RU" altLang="en-US">
                <a:latin typeface="RomanC"/>
                <a:ea typeface="黑体" panose="02010609060101010101" pitchFamily="49" charset="-122"/>
                <a:sym typeface="Symbol" panose="05050102010706020507" pitchFamily="18" charset="2"/>
              </a:rPr>
              <a:t>б</a:t>
            </a:r>
            <a:r>
              <a:rPr lang="zh-CN" altLang="en-US" b="1" baseline="-25000">
                <a:sym typeface="Symbol" panose="05050102010706020507" pitchFamily="18" charset="2"/>
              </a:rPr>
              <a:t>合</a:t>
            </a:r>
            <a:r>
              <a:rPr lang="zh-CN" altLang="en-US" b="1"/>
              <a:t>一位有效数字对齐后四舍五入。</a:t>
            </a:r>
          </a:p>
          <a:p>
            <a:pPr eaLnBrk="1" hangingPunct="1">
              <a:lnSpc>
                <a:spcPts val="4800"/>
              </a:lnSpc>
            </a:pPr>
            <a:r>
              <a:rPr lang="zh-CN" altLang="en-US" b="1"/>
              <a:t>（3）相对不确定度E</a:t>
            </a:r>
            <a:r>
              <a:rPr lang="en-US" altLang="zh-CN" sz="1600" b="1"/>
              <a:t>x </a:t>
            </a:r>
            <a:r>
              <a:rPr lang="zh-CN" altLang="en-US" b="1"/>
              <a:t>取两位有效数字，尾数只进不舍。</a:t>
            </a:r>
          </a:p>
          <a:p>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8A349857-D25A-B36E-5FBA-ACA97D859300}"/>
              </a:ext>
            </a:extLst>
          </p:cNvPr>
          <p:cNvSpPr>
            <a:spLocks noGrp="1" noChangeArrowheads="1"/>
          </p:cNvSpPr>
          <p:nvPr>
            <p:ph idx="1"/>
          </p:nvPr>
        </p:nvSpPr>
        <p:spPr>
          <a:xfrm>
            <a:off x="0" y="142875"/>
            <a:ext cx="9144000" cy="6858000"/>
          </a:xfrm>
        </p:spPr>
        <p:txBody>
          <a:bodyPr/>
          <a:lstStyle/>
          <a:p>
            <a:pPr eaLnBrk="1" hangingPunct="1"/>
            <a:r>
              <a:rPr lang="zh-CN" altLang="en-US" b="1"/>
              <a:t>例题：</a:t>
            </a:r>
            <a:r>
              <a:rPr lang="zh-CN" altLang="en-US"/>
              <a:t>用米尺(</a:t>
            </a:r>
            <a:r>
              <a:rPr lang="ru-RU" altLang="en-US">
                <a:latin typeface="Arial" panose="020B0604020202020204" pitchFamily="34" charset="0"/>
                <a:ea typeface="黑体" panose="02010609060101010101" pitchFamily="49" charset="-122"/>
                <a:sym typeface="Symbol" panose="05050102010706020507" pitchFamily="18" charset="2"/>
              </a:rPr>
              <a:t>△</a:t>
            </a:r>
            <a:r>
              <a:rPr lang="zh-CN" altLang="en-US" sz="1800" b="1">
                <a:sym typeface="Symbol" panose="05050102010706020507" pitchFamily="18" charset="2"/>
              </a:rPr>
              <a:t>仪</a:t>
            </a:r>
            <a:r>
              <a:rPr lang="zh-CN" altLang="en-US">
                <a:sym typeface="Symbol" panose="05050102010706020507" pitchFamily="18" charset="2"/>
              </a:rPr>
              <a:t>=0.5mm)</a:t>
            </a:r>
            <a:r>
              <a:rPr lang="zh-CN" altLang="en-US"/>
              <a:t>测量一钢丝长度,共测六次。测量数据如下：x</a:t>
            </a:r>
            <a:r>
              <a:rPr lang="zh-CN" altLang="en-US" sz="1600"/>
              <a:t>1</a:t>
            </a:r>
            <a:r>
              <a:rPr lang="zh-CN" altLang="en-US"/>
              <a:t>=14.0mm、x</a:t>
            </a:r>
            <a:r>
              <a:rPr lang="zh-CN" altLang="en-US" sz="1600"/>
              <a:t>2</a:t>
            </a:r>
            <a:r>
              <a:rPr lang="zh-CN" altLang="en-US"/>
              <a:t>=14.4mm、x</a:t>
            </a:r>
            <a:r>
              <a:rPr lang="zh-CN" altLang="en-US" sz="1600"/>
              <a:t>3</a:t>
            </a:r>
            <a:r>
              <a:rPr lang="zh-CN" altLang="en-US"/>
              <a:t>=14.9mm、x</a:t>
            </a:r>
            <a:r>
              <a:rPr lang="zh-CN" altLang="en-US" sz="1600"/>
              <a:t>4</a:t>
            </a:r>
            <a:r>
              <a:rPr lang="zh-CN" altLang="en-US"/>
              <a:t>=14.2mm、x</a:t>
            </a:r>
            <a:r>
              <a:rPr lang="zh-CN" altLang="en-US" sz="1600"/>
              <a:t>5</a:t>
            </a:r>
            <a:r>
              <a:rPr lang="zh-CN" altLang="en-US"/>
              <a:t>=14.1、x</a:t>
            </a:r>
            <a:r>
              <a:rPr lang="zh-CN" altLang="en-US" sz="1600"/>
              <a:t>6</a:t>
            </a:r>
            <a:r>
              <a:rPr lang="zh-CN" altLang="en-US"/>
              <a:t>=14.8mm、试计算测量结果。</a:t>
            </a:r>
          </a:p>
          <a:p>
            <a:pPr eaLnBrk="1" hangingPunct="1"/>
            <a:r>
              <a:rPr lang="zh-CN" altLang="en-US" b="1"/>
              <a:t>解：</a:t>
            </a:r>
            <a:r>
              <a:rPr lang="zh-CN" altLang="en-US"/>
              <a:t>测量列的算术平均值为</a:t>
            </a:r>
          </a:p>
          <a:p>
            <a:pPr eaLnBrk="1" hangingPunct="1"/>
            <a:endParaRPr lang="zh-CN" altLang="en-US"/>
          </a:p>
        </p:txBody>
      </p:sp>
      <p:pic>
        <p:nvPicPr>
          <p:cNvPr id="66563" name="Picture 4">
            <a:extLst>
              <a:ext uri="{FF2B5EF4-FFF2-40B4-BE49-F238E27FC236}">
                <a16:creationId xmlns:a16="http://schemas.microsoft.com/office/drawing/2014/main" id="{745C98CC-CEE0-5C32-5BD2-C96A616E7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786063"/>
            <a:ext cx="5791200"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859CCDFB-D507-B6EF-43F3-E1225B61B278}"/>
              </a:ext>
            </a:extLst>
          </p:cNvPr>
          <p:cNvSpPr>
            <a:spLocks noGrp="1" noChangeArrowheads="1"/>
          </p:cNvSpPr>
          <p:nvPr>
            <p:ph idx="1"/>
          </p:nvPr>
        </p:nvSpPr>
        <p:spPr>
          <a:xfrm>
            <a:off x="285750" y="357188"/>
            <a:ext cx="9144000" cy="6324600"/>
          </a:xfrm>
        </p:spPr>
        <p:txBody>
          <a:bodyPr rtlCol="0">
            <a:normAutofit lnSpcReduction="10000"/>
          </a:bodyPr>
          <a:lstStyle/>
          <a:p>
            <a:pPr eaLnBrk="1" fontAlgn="auto" hangingPunct="1">
              <a:spcAft>
                <a:spcPts val="0"/>
              </a:spcAft>
              <a:buFont typeface="Wingdings 2" panose="05020102010507070707"/>
              <a:buChar char=""/>
              <a:defRPr/>
            </a:pPr>
            <a:r>
              <a:rPr lang="zh-CN" altLang="en-US"/>
              <a:t>测量列合成标准不确定度为</a:t>
            </a:r>
          </a:p>
          <a:p>
            <a:pPr eaLnBrk="1" fontAlgn="auto" hangingPunct="1">
              <a:spcAft>
                <a:spcPts val="0"/>
              </a:spcAft>
              <a:buFont typeface="Wingdings 2" panose="05020102010507070707"/>
              <a:buChar char=""/>
              <a:defRPr/>
            </a:pPr>
            <a:endParaRPr lang="zh-CN" altLang="en-US"/>
          </a:p>
          <a:p>
            <a:pPr eaLnBrk="1" fontAlgn="auto" hangingPunct="1">
              <a:spcAft>
                <a:spcPts val="0"/>
              </a:spcAft>
              <a:buFont typeface="Wingdings 2" panose="05020102010507070707"/>
              <a:buChar char=""/>
              <a:defRPr/>
            </a:pPr>
            <a:endParaRPr lang="zh-CN" altLang="en-US"/>
          </a:p>
          <a:p>
            <a:pPr eaLnBrk="1" fontAlgn="auto" hangingPunct="1">
              <a:spcAft>
                <a:spcPts val="0"/>
              </a:spcAft>
              <a:buFont typeface="Wingdings 2" panose="05020102010507070707"/>
              <a:buChar char=""/>
              <a:defRPr/>
            </a:pPr>
            <a:endParaRPr lang="en-US" altLang="zh-CN"/>
          </a:p>
          <a:p>
            <a:pPr eaLnBrk="1" fontAlgn="auto" hangingPunct="1">
              <a:spcAft>
                <a:spcPts val="0"/>
              </a:spcAft>
              <a:buFont typeface="Wingdings 2" panose="05020102010507070707"/>
              <a:buChar char=""/>
              <a:defRPr/>
            </a:pPr>
            <a:r>
              <a:rPr lang="zh-CN" altLang="en-US"/>
              <a:t>测量列的相对不确定度为</a:t>
            </a:r>
          </a:p>
          <a:p>
            <a:pPr eaLnBrk="1" fontAlgn="auto" hangingPunct="1">
              <a:spcAft>
                <a:spcPts val="0"/>
              </a:spcAft>
              <a:buFont typeface="Wingdings 2" panose="05020102010507070707"/>
              <a:buChar char=""/>
              <a:defRPr/>
            </a:pPr>
            <a:endParaRPr lang="zh-CN" altLang="en-US"/>
          </a:p>
          <a:p>
            <a:pPr eaLnBrk="1" fontAlgn="auto" hangingPunct="1">
              <a:spcAft>
                <a:spcPts val="0"/>
              </a:spcAft>
              <a:buFont typeface="Wingdings 2" panose="05020102010507070707"/>
              <a:buChar char=""/>
              <a:defRPr/>
            </a:pPr>
            <a:endParaRPr lang="zh-CN" altLang="en-US"/>
          </a:p>
          <a:p>
            <a:pPr eaLnBrk="1" fontAlgn="auto" hangingPunct="1">
              <a:spcAft>
                <a:spcPts val="0"/>
              </a:spcAft>
              <a:buFont typeface="Wingdings 2" panose="05020102010507070707"/>
              <a:buChar char=""/>
              <a:defRPr/>
            </a:pPr>
            <a:endParaRPr lang="zh-CN" altLang="en-US"/>
          </a:p>
          <a:p>
            <a:pPr eaLnBrk="1" fontAlgn="auto" hangingPunct="1">
              <a:spcAft>
                <a:spcPts val="0"/>
              </a:spcAft>
              <a:buFont typeface="Wingdings 2" panose="05020102010507070707"/>
              <a:buChar char=""/>
              <a:defRPr/>
            </a:pPr>
            <a:r>
              <a:rPr lang="zh-CN" altLang="en-US"/>
              <a:t>最终测量结果表示为</a:t>
            </a:r>
          </a:p>
          <a:p>
            <a:pPr eaLnBrk="1" fontAlgn="auto" hangingPunct="1">
              <a:spcAft>
                <a:spcPts val="0"/>
              </a:spcAft>
              <a:buFont typeface="Wingdings 2" panose="05020102010507070707"/>
              <a:buChar char=""/>
              <a:defRPr/>
            </a:pPr>
            <a:r>
              <a:rPr lang="zh-CN" altLang="en-US" i="1"/>
              <a:t>X = </a:t>
            </a:r>
            <a:r>
              <a:rPr lang="zh-CN" altLang="en-US" i="1">
                <a:sym typeface="Symbol" panose="05050102010706020507" pitchFamily="18" charset="2"/>
              </a:rPr>
              <a:t>X</a:t>
            </a:r>
            <a:r>
              <a:rPr lang="zh-CN" altLang="en-US" i="1"/>
              <a:t>± </a:t>
            </a:r>
            <a:r>
              <a:rPr lang="ru-RU" altLang="en-US">
                <a:latin typeface="RomanC" pitchFamily="2" charset="0"/>
                <a:ea typeface="黑体" panose="02010609060101010101" pitchFamily="49" charset="-122"/>
                <a:sym typeface="Symbol" panose="05050102010706020507" pitchFamily="18" charset="2"/>
              </a:rPr>
              <a:t>б</a:t>
            </a:r>
            <a:r>
              <a:rPr lang="zh-CN" altLang="en-US" sz="1800" i="1">
                <a:sym typeface="Symbol" panose="05050102010706020507" pitchFamily="18" charset="2"/>
              </a:rPr>
              <a:t>合</a:t>
            </a:r>
            <a:r>
              <a:rPr lang="zh-CN" altLang="en-US" i="1">
                <a:sym typeface="Symbol" panose="05050102010706020507" pitchFamily="18" charset="2"/>
              </a:rPr>
              <a:t>=14.4±0.4(mm)</a:t>
            </a:r>
            <a:endParaRPr lang="zh-CN" altLang="en-US">
              <a:sym typeface="Symbol" panose="05050102010706020507" pitchFamily="18" charset="2"/>
            </a:endParaRPr>
          </a:p>
          <a:p>
            <a:pPr eaLnBrk="1" fontAlgn="auto" hangingPunct="1">
              <a:spcAft>
                <a:spcPts val="0"/>
              </a:spcAft>
              <a:buFont typeface="Wingdings 2" panose="05020102010507070707"/>
              <a:buChar char=""/>
              <a:defRPr/>
            </a:pPr>
            <a:r>
              <a:rPr lang="zh-CN" altLang="en-US" i="1">
                <a:sym typeface="Symbol" panose="05050102010706020507" pitchFamily="18" charset="2"/>
              </a:rPr>
              <a:t>E</a:t>
            </a:r>
            <a:r>
              <a:rPr lang="zh-CN" altLang="en-US" sz="2000" i="1">
                <a:sym typeface="Symbol" panose="05050102010706020507" pitchFamily="18" charset="2"/>
              </a:rPr>
              <a:t>x</a:t>
            </a:r>
            <a:r>
              <a:rPr lang="zh-CN" altLang="en-US" i="1">
                <a:sym typeface="Symbol" panose="05050102010706020507" pitchFamily="18" charset="2"/>
              </a:rPr>
              <a:t>=2.3%</a:t>
            </a:r>
          </a:p>
          <a:p>
            <a:pPr eaLnBrk="1" fontAlgn="auto" hangingPunct="1">
              <a:spcAft>
                <a:spcPts val="0"/>
              </a:spcAft>
              <a:buFont typeface="Wingdings 2" panose="05020102010507070707"/>
              <a:buChar char=""/>
              <a:defRPr/>
            </a:pPr>
            <a:endParaRPr lang="zh-CN" altLang="en-US"/>
          </a:p>
        </p:txBody>
      </p:sp>
      <p:pic>
        <p:nvPicPr>
          <p:cNvPr id="67587" name="Picture 5">
            <a:extLst>
              <a:ext uri="{FF2B5EF4-FFF2-40B4-BE49-F238E27FC236}">
                <a16:creationId xmlns:a16="http://schemas.microsoft.com/office/drawing/2014/main" id="{A0463005-16D4-FFB0-7C1F-00FC2917E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3214688"/>
            <a:ext cx="5867400"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7588" name="Object 3">
            <a:extLst>
              <a:ext uri="{FF2B5EF4-FFF2-40B4-BE49-F238E27FC236}">
                <a16:creationId xmlns:a16="http://schemas.microsoft.com/office/drawing/2014/main" id="{790C141E-BA41-11D5-4ED8-C9C1510CCE08}"/>
              </a:ext>
            </a:extLst>
          </p:cNvPr>
          <p:cNvGraphicFramePr>
            <a:graphicFrameLocks noChangeAspect="1"/>
          </p:cNvGraphicFramePr>
          <p:nvPr/>
        </p:nvGraphicFramePr>
        <p:xfrm>
          <a:off x="971550" y="1125538"/>
          <a:ext cx="6051550" cy="847725"/>
        </p:xfrm>
        <a:graphic>
          <a:graphicData uri="http://schemas.openxmlformats.org/presentationml/2006/ole">
            <mc:AlternateContent xmlns:mc="http://schemas.openxmlformats.org/markup-compatibility/2006">
              <mc:Choice xmlns:v="urn:schemas-microsoft-com:vml" Requires="v">
                <p:oleObj r:id="rId3" imgW="2372840" imgH="304536" progId="">
                  <p:embed/>
                </p:oleObj>
              </mc:Choice>
              <mc:Fallback>
                <p:oleObj r:id="rId3" imgW="2372840" imgH="304536"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125538"/>
                        <a:ext cx="6051550" cy="847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DC0D9B65-763A-F51F-741C-82583E4ED676}"/>
              </a:ext>
            </a:extLst>
          </p:cNvPr>
          <p:cNvSpPr>
            <a:spLocks noGrp="1" noChangeArrowheads="1"/>
          </p:cNvSpPr>
          <p:nvPr>
            <p:ph type="title"/>
          </p:nvPr>
        </p:nvSpPr>
        <p:spPr>
          <a:xfrm>
            <a:off x="0" y="260350"/>
            <a:ext cx="7416800" cy="603250"/>
          </a:xfrm>
        </p:spPr>
        <p:txBody>
          <a:bodyPr/>
          <a:lstStyle/>
          <a:p>
            <a:pPr eaLnBrk="1" hangingPunct="1"/>
            <a:r>
              <a:rPr lang="zh-CN" altLang="en-US" sz="3600" b="1">
                <a:solidFill>
                  <a:srgbClr val="3333FF"/>
                </a:solidFill>
                <a:latin typeface="Arial" panose="020B0604020202020204" pitchFamily="34" charset="0"/>
                <a:ea typeface="宋体" panose="02010600030101010101" pitchFamily="2" charset="-122"/>
              </a:rPr>
              <a:t>六、间接测量结果的不确定度表述</a:t>
            </a:r>
          </a:p>
        </p:txBody>
      </p:sp>
      <p:sp>
        <p:nvSpPr>
          <p:cNvPr id="68611" name="Rectangle 3">
            <a:extLst>
              <a:ext uri="{FF2B5EF4-FFF2-40B4-BE49-F238E27FC236}">
                <a16:creationId xmlns:a16="http://schemas.microsoft.com/office/drawing/2014/main" id="{75F73F93-A256-4570-344D-789CD5F2EEC5}"/>
              </a:ext>
            </a:extLst>
          </p:cNvPr>
          <p:cNvSpPr>
            <a:spLocks noGrp="1" noChangeArrowheads="1"/>
          </p:cNvSpPr>
          <p:nvPr>
            <p:ph idx="1"/>
          </p:nvPr>
        </p:nvSpPr>
        <p:spPr>
          <a:xfrm>
            <a:off x="179388" y="1196975"/>
            <a:ext cx="8640762" cy="5472113"/>
          </a:xfrm>
        </p:spPr>
        <p:txBody>
          <a:bodyPr/>
          <a:lstStyle/>
          <a:p>
            <a:pPr eaLnBrk="1" hangingPunct="1"/>
            <a:r>
              <a:rPr lang="zh-CN" altLang="en-US"/>
              <a:t>设间接测量函数关系如下</a:t>
            </a:r>
          </a:p>
          <a:p>
            <a:pPr eaLnBrk="1" hangingPunct="1"/>
            <a:r>
              <a:rPr lang="zh-CN" altLang="en-US" i="1"/>
              <a:t>Y= f（X</a:t>
            </a:r>
            <a:r>
              <a:rPr lang="zh-CN" altLang="en-US" sz="1800" i="1"/>
              <a:t>1</a:t>
            </a:r>
            <a:r>
              <a:rPr lang="zh-CN" altLang="en-US" i="1"/>
              <a:t>，X</a:t>
            </a:r>
            <a:r>
              <a:rPr lang="zh-CN" altLang="en-US" sz="1800" i="1"/>
              <a:t>2</a:t>
            </a:r>
            <a:r>
              <a:rPr lang="zh-CN" altLang="en-US" i="1"/>
              <a:t>，X</a:t>
            </a:r>
            <a:r>
              <a:rPr lang="zh-CN" altLang="en-US" sz="1800" i="1"/>
              <a:t>3</a:t>
            </a:r>
            <a:r>
              <a:rPr lang="zh-CN" altLang="en-US" i="1"/>
              <a:t>，…，X</a:t>
            </a:r>
            <a:r>
              <a:rPr lang="zh-CN" altLang="en-US" sz="2400" i="1"/>
              <a:t>m</a:t>
            </a:r>
            <a:r>
              <a:rPr lang="zh-CN" altLang="en-US" i="1"/>
              <a:t>）</a:t>
            </a:r>
          </a:p>
          <a:p>
            <a:pPr eaLnBrk="1" hangingPunct="1"/>
            <a:r>
              <a:rPr lang="zh-CN" altLang="en-US"/>
              <a:t>公式中</a:t>
            </a:r>
            <a:r>
              <a:rPr lang="zh-CN" altLang="en-US" i="1"/>
              <a:t>Y</a:t>
            </a:r>
            <a:r>
              <a:rPr lang="zh-CN" altLang="en-US"/>
              <a:t>为间接测量量， </a:t>
            </a:r>
            <a:r>
              <a:rPr lang="zh-CN" altLang="en-US" i="1"/>
              <a:t>X</a:t>
            </a:r>
            <a:r>
              <a:rPr lang="zh-CN" altLang="en-US" sz="1800" i="1"/>
              <a:t>1</a:t>
            </a:r>
            <a:r>
              <a:rPr lang="zh-CN" altLang="en-US" i="1"/>
              <a:t>，X</a:t>
            </a:r>
            <a:r>
              <a:rPr lang="zh-CN" altLang="en-US" sz="1800" i="1"/>
              <a:t>2</a:t>
            </a:r>
            <a:r>
              <a:rPr lang="zh-CN" altLang="en-US" i="1"/>
              <a:t>，X</a:t>
            </a:r>
            <a:r>
              <a:rPr lang="zh-CN" altLang="en-US" sz="1800" i="1"/>
              <a:t>3</a:t>
            </a:r>
            <a:r>
              <a:rPr lang="zh-CN" altLang="en-US" i="1"/>
              <a:t>，…，X</a:t>
            </a:r>
            <a:r>
              <a:rPr lang="zh-CN" altLang="en-US" sz="2400" i="1"/>
              <a:t>m</a:t>
            </a:r>
            <a:r>
              <a:rPr lang="zh-CN" altLang="en-US"/>
              <a:t>为直接测量量，其算术平均值和不确定度分别为</a:t>
            </a:r>
            <a:r>
              <a:rPr lang="zh-CN" altLang="en-US" i="1">
                <a:sym typeface="Symbol" panose="05050102010706020507" pitchFamily="18" charset="2"/>
              </a:rPr>
              <a:t></a:t>
            </a:r>
            <a:r>
              <a:rPr lang="zh-CN" altLang="en-US" i="1"/>
              <a:t>X</a:t>
            </a:r>
            <a:r>
              <a:rPr lang="zh-CN" altLang="en-US" sz="1800" i="1"/>
              <a:t>1</a:t>
            </a:r>
            <a:r>
              <a:rPr lang="zh-CN" altLang="en-US" i="1"/>
              <a:t>，</a:t>
            </a:r>
            <a:r>
              <a:rPr lang="zh-CN" altLang="en-US" i="1">
                <a:sym typeface="Symbol" panose="05050102010706020507" pitchFamily="18" charset="2"/>
              </a:rPr>
              <a:t></a:t>
            </a:r>
            <a:r>
              <a:rPr lang="zh-CN" altLang="en-US" i="1"/>
              <a:t>X</a:t>
            </a:r>
            <a:r>
              <a:rPr lang="zh-CN" altLang="en-US" sz="1800" i="1"/>
              <a:t>2</a:t>
            </a:r>
            <a:r>
              <a:rPr lang="zh-CN" altLang="en-US" i="1"/>
              <a:t>，</a:t>
            </a:r>
            <a:r>
              <a:rPr lang="zh-CN" altLang="en-US" i="1">
                <a:sym typeface="Symbol" panose="05050102010706020507" pitchFamily="18" charset="2"/>
              </a:rPr>
              <a:t></a:t>
            </a:r>
            <a:r>
              <a:rPr lang="zh-CN" altLang="en-US" i="1"/>
              <a:t>X</a:t>
            </a:r>
            <a:r>
              <a:rPr lang="zh-CN" altLang="en-US" sz="1800" i="1"/>
              <a:t>3</a:t>
            </a:r>
            <a:r>
              <a:rPr lang="zh-CN" altLang="en-US" i="1"/>
              <a:t>，…，</a:t>
            </a:r>
            <a:r>
              <a:rPr lang="zh-CN" altLang="en-US" i="1">
                <a:sym typeface="Symbol" panose="05050102010706020507" pitchFamily="18" charset="2"/>
              </a:rPr>
              <a:t></a:t>
            </a:r>
            <a:r>
              <a:rPr lang="zh-CN" altLang="en-US" i="1"/>
              <a:t>X</a:t>
            </a:r>
            <a:r>
              <a:rPr lang="zh-CN" altLang="en-US" sz="2400" i="1"/>
              <a:t>m</a:t>
            </a:r>
            <a:r>
              <a:rPr lang="zh-CN" altLang="en-US"/>
              <a:t>和</a:t>
            </a:r>
            <a:r>
              <a:rPr lang="ru-RU" altLang="en-US">
                <a:latin typeface="RomanC"/>
                <a:ea typeface="黑体" panose="02010609060101010101" pitchFamily="49" charset="-122"/>
                <a:sym typeface="Symbol" panose="05050102010706020507" pitchFamily="18" charset="2"/>
              </a:rPr>
              <a:t>б</a:t>
            </a:r>
            <a:r>
              <a:rPr lang="zh-CN" altLang="en-US" i="1">
                <a:sym typeface="Symbol" panose="05050102010706020507" pitchFamily="18" charset="2"/>
              </a:rPr>
              <a:t> </a:t>
            </a:r>
            <a:r>
              <a:rPr lang="zh-CN" altLang="en-US" sz="1600" i="1">
                <a:sym typeface="Symbol" panose="05050102010706020507" pitchFamily="18" charset="2"/>
              </a:rPr>
              <a:t>1</a:t>
            </a:r>
            <a:r>
              <a:rPr lang="zh-CN" altLang="en-US" i="1">
                <a:sym typeface="Symbol" panose="05050102010706020507" pitchFamily="18" charset="2"/>
              </a:rPr>
              <a:t>， </a:t>
            </a:r>
            <a:r>
              <a:rPr lang="ru-RU" altLang="en-US">
                <a:latin typeface="RomanC"/>
                <a:ea typeface="黑体" panose="02010609060101010101" pitchFamily="49" charset="-122"/>
                <a:sym typeface="Symbol" panose="05050102010706020507" pitchFamily="18" charset="2"/>
              </a:rPr>
              <a:t>б</a:t>
            </a:r>
            <a:r>
              <a:rPr lang="zh-CN" altLang="en-US" i="1">
                <a:sym typeface="Symbol" panose="05050102010706020507" pitchFamily="18" charset="2"/>
              </a:rPr>
              <a:t> </a:t>
            </a:r>
            <a:r>
              <a:rPr lang="zh-CN" altLang="en-US" sz="1600" i="1">
                <a:sym typeface="Symbol" panose="05050102010706020507" pitchFamily="18" charset="2"/>
              </a:rPr>
              <a:t>2</a:t>
            </a:r>
            <a:r>
              <a:rPr lang="zh-CN" altLang="en-US" i="1">
                <a:sym typeface="Symbol" panose="05050102010706020507" pitchFamily="18" charset="2"/>
              </a:rPr>
              <a:t>，</a:t>
            </a:r>
          </a:p>
          <a:p>
            <a:pPr eaLnBrk="1" hangingPunct="1">
              <a:buFont typeface="Wingdings 2" panose="05020102010507070707" pitchFamily="18" charset="2"/>
              <a:buNone/>
            </a:pPr>
            <a:r>
              <a:rPr lang="zh-CN" altLang="en-US" i="1"/>
              <a:t>    </a:t>
            </a:r>
            <a:r>
              <a:rPr lang="ru-RU" altLang="en-US">
                <a:latin typeface="RomanC"/>
                <a:ea typeface="黑体" panose="02010609060101010101" pitchFamily="49" charset="-122"/>
                <a:sym typeface="Symbol" panose="05050102010706020507" pitchFamily="18" charset="2"/>
              </a:rPr>
              <a:t>б</a:t>
            </a:r>
            <a:r>
              <a:rPr lang="zh-CN" altLang="en-US" i="1">
                <a:sym typeface="Symbol" panose="05050102010706020507" pitchFamily="18" charset="2"/>
              </a:rPr>
              <a:t> </a:t>
            </a:r>
            <a:r>
              <a:rPr lang="en-US" altLang="zh-CN" sz="1600" i="1">
                <a:sym typeface="Symbol" panose="05050102010706020507" pitchFamily="18" charset="2"/>
              </a:rPr>
              <a:t>3</a:t>
            </a:r>
            <a:r>
              <a:rPr lang="en-US" altLang="zh-CN" i="1"/>
              <a:t> </a:t>
            </a:r>
            <a:r>
              <a:rPr lang="zh-CN" altLang="en-US" i="1"/>
              <a:t>，</a:t>
            </a:r>
            <a:r>
              <a:rPr lang="en-US" altLang="zh-CN" i="1"/>
              <a:t>…</a:t>
            </a:r>
            <a:r>
              <a:rPr lang="ru-RU" altLang="en-US">
                <a:latin typeface="RomanC"/>
                <a:ea typeface="黑体" panose="02010609060101010101" pitchFamily="49" charset="-122"/>
                <a:sym typeface="Symbol" panose="05050102010706020507" pitchFamily="18" charset="2"/>
              </a:rPr>
              <a:t>б</a:t>
            </a:r>
            <a:r>
              <a:rPr lang="zh-CN" altLang="en-US" i="1">
                <a:sym typeface="Symbol" panose="05050102010706020507" pitchFamily="18" charset="2"/>
              </a:rPr>
              <a:t> </a:t>
            </a:r>
            <a:r>
              <a:rPr lang="zh-CN" altLang="en-US" sz="2000" i="1">
                <a:sym typeface="Symbol" panose="05050102010706020507" pitchFamily="18" charset="2"/>
              </a:rPr>
              <a:t>m。</a:t>
            </a:r>
            <a:endParaRPr lang="zh-CN" altLang="en-US" i="1">
              <a:sym typeface="Symbol" panose="05050102010706020507" pitchFamily="18" charset="2"/>
            </a:endParaRPr>
          </a:p>
          <a:p>
            <a:pPr eaLnBrk="1" hangingPunct="1"/>
            <a:r>
              <a:rPr lang="zh-CN" altLang="en-US" b="1">
                <a:sym typeface="Symbol" panose="05050102010706020507" pitchFamily="18" charset="2"/>
              </a:rPr>
              <a:t>间接测量值为</a:t>
            </a:r>
            <a:endParaRPr lang="zh-CN" altLang="en-US">
              <a:sym typeface="Symbol" panose="05050102010706020507" pitchFamily="18" charset="2"/>
            </a:endParaRPr>
          </a:p>
          <a:p>
            <a:pPr eaLnBrk="1" hangingPunct="1"/>
            <a:r>
              <a:rPr lang="zh-CN" altLang="en-US" i="1">
                <a:sym typeface="Symbol" panose="05050102010706020507" pitchFamily="18" charset="2"/>
              </a:rPr>
              <a:t></a:t>
            </a:r>
            <a:r>
              <a:rPr lang="zh-CN" altLang="en-US" i="1"/>
              <a:t>Y=f（ </a:t>
            </a:r>
            <a:r>
              <a:rPr lang="zh-CN" altLang="en-US" i="1">
                <a:sym typeface="Symbol" panose="05050102010706020507" pitchFamily="18" charset="2"/>
              </a:rPr>
              <a:t></a:t>
            </a:r>
            <a:r>
              <a:rPr lang="zh-CN" altLang="en-US" i="1"/>
              <a:t>X</a:t>
            </a:r>
            <a:r>
              <a:rPr lang="zh-CN" altLang="en-US" sz="1800" i="1"/>
              <a:t>1</a:t>
            </a:r>
            <a:r>
              <a:rPr lang="zh-CN" altLang="en-US" i="1"/>
              <a:t>，</a:t>
            </a:r>
            <a:r>
              <a:rPr lang="zh-CN" altLang="en-US" i="1">
                <a:sym typeface="Symbol" panose="05050102010706020507" pitchFamily="18" charset="2"/>
              </a:rPr>
              <a:t></a:t>
            </a:r>
            <a:r>
              <a:rPr lang="zh-CN" altLang="en-US" i="1"/>
              <a:t>X</a:t>
            </a:r>
            <a:r>
              <a:rPr lang="zh-CN" altLang="en-US" sz="1800" i="1"/>
              <a:t>2</a:t>
            </a:r>
            <a:r>
              <a:rPr lang="zh-CN" altLang="en-US" i="1"/>
              <a:t>，</a:t>
            </a:r>
            <a:r>
              <a:rPr lang="zh-CN" altLang="en-US" i="1">
                <a:sym typeface="Symbol" panose="05050102010706020507" pitchFamily="18" charset="2"/>
              </a:rPr>
              <a:t></a:t>
            </a:r>
            <a:r>
              <a:rPr lang="zh-CN" altLang="en-US" i="1"/>
              <a:t>X</a:t>
            </a:r>
            <a:r>
              <a:rPr lang="zh-CN" altLang="en-US" sz="1800" i="1"/>
              <a:t>3</a:t>
            </a:r>
            <a:r>
              <a:rPr lang="zh-CN" altLang="en-US" i="1"/>
              <a:t>，…，</a:t>
            </a:r>
            <a:r>
              <a:rPr lang="zh-CN" altLang="en-US" i="1">
                <a:sym typeface="Symbol" panose="05050102010706020507" pitchFamily="18" charset="2"/>
              </a:rPr>
              <a:t></a:t>
            </a:r>
            <a:r>
              <a:rPr lang="zh-CN" altLang="en-US" i="1"/>
              <a:t>X</a:t>
            </a:r>
            <a:r>
              <a:rPr lang="zh-CN" altLang="en-US" sz="2400" i="1"/>
              <a:t>m）</a:t>
            </a:r>
          </a:p>
          <a:p>
            <a:pPr eaLnBrk="1" hangingPunct="1"/>
            <a:endParaRPr lang="zh-CN" altLang="en-US"/>
          </a:p>
          <a:p>
            <a:pPr eaLnBrk="1" hangingPunct="1"/>
            <a:endParaRPr lang="zh-CN" altLang="en-US" sz="2400" i="1"/>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D4B69A67-EE7D-C435-18D8-D5692BC86AFA}"/>
              </a:ext>
            </a:extLst>
          </p:cNvPr>
          <p:cNvSpPr>
            <a:spLocks noGrp="1" noChangeArrowheads="1"/>
          </p:cNvSpPr>
          <p:nvPr>
            <p:ph idx="1"/>
          </p:nvPr>
        </p:nvSpPr>
        <p:spPr>
          <a:xfrm>
            <a:off x="214313" y="142875"/>
            <a:ext cx="9144000" cy="6553200"/>
          </a:xfrm>
        </p:spPr>
        <p:txBody>
          <a:bodyPr/>
          <a:lstStyle/>
          <a:p>
            <a:pPr eaLnBrk="1" hangingPunct="1"/>
            <a:r>
              <a:rPr lang="zh-CN" altLang="en-US" b="1"/>
              <a:t>间接测量结果的不确定度为：</a:t>
            </a:r>
            <a:endParaRPr lang="zh-CN" altLang="en-US"/>
          </a:p>
          <a:p>
            <a:pPr eaLnBrk="1" hangingPunct="1"/>
            <a:endParaRPr lang="zh-CN" altLang="en-US" b="1"/>
          </a:p>
          <a:p>
            <a:pPr eaLnBrk="1" hangingPunct="1"/>
            <a:endParaRPr lang="zh-CN" altLang="en-US"/>
          </a:p>
          <a:p>
            <a:pPr eaLnBrk="1" hangingPunct="1"/>
            <a:endParaRPr lang="zh-CN" altLang="en-US"/>
          </a:p>
          <a:p>
            <a:pPr eaLnBrk="1" hangingPunct="1"/>
            <a:endParaRPr lang="zh-CN" altLang="en-US"/>
          </a:p>
          <a:p>
            <a:pPr eaLnBrk="1" hangingPunct="1"/>
            <a:r>
              <a:rPr lang="zh-CN" altLang="en-US"/>
              <a:t>公式中</a:t>
            </a:r>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zh-CN"/>
          </a:p>
        </p:txBody>
      </p:sp>
      <p:pic>
        <p:nvPicPr>
          <p:cNvPr id="69635" name="Picture 4">
            <a:extLst>
              <a:ext uri="{FF2B5EF4-FFF2-40B4-BE49-F238E27FC236}">
                <a16:creationId xmlns:a16="http://schemas.microsoft.com/office/drawing/2014/main" id="{07E8E15C-93AD-65EB-DB1C-D5A0320C72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052513"/>
            <a:ext cx="8153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5">
            <a:extLst>
              <a:ext uri="{FF2B5EF4-FFF2-40B4-BE49-F238E27FC236}">
                <a16:creationId xmlns:a16="http://schemas.microsoft.com/office/drawing/2014/main" id="{2D567DED-D596-7967-6AD7-624D9AEED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191000"/>
            <a:ext cx="8839200"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4DAE30AD-50AF-4E83-9B9E-14FC5EFA314A}"/>
              </a:ext>
            </a:extLst>
          </p:cNvPr>
          <p:cNvSpPr>
            <a:spLocks noGrp="1" noChangeArrowheads="1"/>
          </p:cNvSpPr>
          <p:nvPr>
            <p:ph idx="1"/>
          </p:nvPr>
        </p:nvSpPr>
        <p:spPr>
          <a:xfrm>
            <a:off x="0" y="990600"/>
            <a:ext cx="9144000" cy="5105400"/>
          </a:xfrm>
        </p:spPr>
        <p:txBody>
          <a:bodyPr rtlCol="0">
            <a:normAutofit/>
          </a:bodyPr>
          <a:lstStyle/>
          <a:p>
            <a:pPr marL="365760" indent="-255905" eaLnBrk="1" fontAlgn="auto" hangingPunct="1">
              <a:spcAft>
                <a:spcPts val="0"/>
              </a:spcAft>
              <a:buFont typeface="Wingdings 3" panose="05040102010807070707"/>
              <a:buChar char=""/>
              <a:defRPr/>
            </a:pPr>
            <a:r>
              <a:rPr lang="zh-CN" sz="3600" b="1"/>
              <a:t>间接测量的相对不确定度为：</a:t>
            </a:r>
            <a:endParaRPr lang="zh-CN" b="1">
              <a:effectLst>
                <a:outerShdw blurRad="38100" dist="38100" dir="2700000" algn="tl">
                  <a:srgbClr val="C0C0C0"/>
                </a:outerShdw>
              </a:effectLst>
            </a:endParaRPr>
          </a:p>
          <a:p>
            <a:pPr marL="365760" indent="-255905" eaLnBrk="1" fontAlgn="auto" hangingPunct="1">
              <a:spcAft>
                <a:spcPts val="0"/>
              </a:spcAft>
              <a:buFont typeface="Wingdings 3" panose="05040102010807070707"/>
              <a:buChar char=""/>
              <a:defRPr/>
            </a:pPr>
            <a:endParaRPr lang="zh-CN" altLang="zh-CN" b="1">
              <a:effectLst>
                <a:outerShdw blurRad="38100" dist="38100" dir="2700000" algn="tl">
                  <a:srgbClr val="C0C0C0"/>
                </a:outerShdw>
              </a:effectLst>
            </a:endParaRPr>
          </a:p>
        </p:txBody>
      </p:sp>
      <p:pic>
        <p:nvPicPr>
          <p:cNvPr id="70659" name="Picture 4">
            <a:extLst>
              <a:ext uri="{FF2B5EF4-FFF2-40B4-BE49-F238E27FC236}">
                <a16:creationId xmlns:a16="http://schemas.microsoft.com/office/drawing/2014/main" id="{609DC56A-EED5-A615-DA28-0C679A651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05000"/>
            <a:ext cx="1828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0" name="Picture 5">
            <a:extLst>
              <a:ext uri="{FF2B5EF4-FFF2-40B4-BE49-F238E27FC236}">
                <a16:creationId xmlns:a16="http://schemas.microsoft.com/office/drawing/2014/main" id="{C57F33E6-1F70-B504-0A06-37569E836D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429000"/>
            <a:ext cx="8458200"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0661" name="Object 6">
            <a:extLst>
              <a:ext uri="{FF2B5EF4-FFF2-40B4-BE49-F238E27FC236}">
                <a16:creationId xmlns:a16="http://schemas.microsoft.com/office/drawing/2014/main" id="{B038244E-162E-DD5E-D0CF-1A7A65943236}"/>
              </a:ext>
            </a:extLst>
          </p:cNvPr>
          <p:cNvGraphicFramePr>
            <a:graphicFrameLocks noChangeAspect="1"/>
          </p:cNvGraphicFramePr>
          <p:nvPr/>
        </p:nvGraphicFramePr>
        <p:xfrm>
          <a:off x="7391400" y="5624513"/>
          <a:ext cx="1314450" cy="1233487"/>
        </p:xfrm>
        <a:graphic>
          <a:graphicData uri="http://schemas.openxmlformats.org/presentationml/2006/ole">
            <mc:AlternateContent xmlns:mc="http://schemas.openxmlformats.org/markup-compatibility/2006">
              <mc:Choice xmlns:v="urn:schemas-microsoft-com:vml" Requires="v">
                <p:oleObj r:id="rId4" imgW="3695700" imgH="3467100" progId="">
                  <p:embed/>
                </p:oleObj>
              </mc:Choice>
              <mc:Fallback>
                <p:oleObj r:id="rId4" imgW="3695700" imgH="346710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0" y="5624513"/>
                        <a:ext cx="1314450"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0016519-ACBA-124C-5F4C-1B4EA7F2F9A1}"/>
              </a:ext>
            </a:extLst>
          </p:cNvPr>
          <p:cNvSpPr>
            <a:spLocks noGrp="1" noChangeArrowheads="1"/>
          </p:cNvSpPr>
          <p:nvPr>
            <p:ph type="title"/>
          </p:nvPr>
        </p:nvSpPr>
        <p:spPr/>
        <p:txBody>
          <a:bodyPr>
            <a:normAutofit/>
          </a:bodyPr>
          <a:lstStyle/>
          <a:p>
            <a:pPr eaLnBrk="1" hangingPunct="1">
              <a:defRPr/>
            </a:pPr>
            <a:r>
              <a:rPr lang="zh-CN" altLang="en-US" sz="4800">
                <a:solidFill>
                  <a:srgbClr val="FF0000"/>
                </a:solidFill>
                <a:effectLst>
                  <a:outerShdw blurRad="38100" dist="38100" dir="2700000" algn="tl">
                    <a:srgbClr val="C0C0C0"/>
                  </a:outerShdw>
                </a:effectLst>
                <a:latin typeface="幼圆" panose="02010509060101010101" pitchFamily="49" charset="-122"/>
                <a:ea typeface="幼圆" panose="02010509060101010101" pitchFamily="49" charset="-122"/>
              </a:rPr>
              <a:t>小    结</a:t>
            </a:r>
            <a:endParaRPr lang="zh-CN" altLang="en-US">
              <a:solidFill>
                <a:srgbClr val="FF0000"/>
              </a:solidFill>
            </a:endParaRPr>
          </a:p>
        </p:txBody>
      </p:sp>
      <p:sp>
        <p:nvSpPr>
          <p:cNvPr id="71683" name="Rectangle 3">
            <a:extLst>
              <a:ext uri="{FF2B5EF4-FFF2-40B4-BE49-F238E27FC236}">
                <a16:creationId xmlns:a16="http://schemas.microsoft.com/office/drawing/2014/main" id="{086E5697-78E4-2B06-632D-AD64FB75F722}"/>
              </a:ext>
            </a:extLst>
          </p:cNvPr>
          <p:cNvSpPr>
            <a:spLocks noGrp="1" noChangeArrowheads="1"/>
          </p:cNvSpPr>
          <p:nvPr>
            <p:ph idx="1"/>
          </p:nvPr>
        </p:nvSpPr>
        <p:spPr/>
        <p:txBody>
          <a:bodyPr/>
          <a:lstStyle/>
          <a:p>
            <a:pPr eaLnBrk="1" hangingPunct="1">
              <a:lnSpc>
                <a:spcPts val="4800"/>
              </a:lnSpc>
            </a:pPr>
            <a:r>
              <a:rPr lang="zh-CN" altLang="en-US" b="1"/>
              <a:t>（1）用于表示不确定度</a:t>
            </a:r>
            <a:r>
              <a:rPr lang="ru-RU" altLang="en-US">
                <a:latin typeface="RomanC"/>
                <a:ea typeface="黑体" panose="02010609060101010101" pitchFamily="49" charset="-122"/>
                <a:sym typeface="Symbol" panose="05050102010706020507" pitchFamily="18" charset="2"/>
              </a:rPr>
              <a:t>б</a:t>
            </a:r>
            <a:r>
              <a:rPr lang="zh-CN" altLang="en-US" b="1">
                <a:sym typeface="Symbol" panose="05050102010706020507" pitchFamily="18" charset="2"/>
              </a:rPr>
              <a:t> </a:t>
            </a:r>
            <a:r>
              <a:rPr lang="zh-CN" altLang="en-US" sz="1800" b="1">
                <a:sym typeface="Symbol" panose="05050102010706020507" pitchFamily="18" charset="2"/>
              </a:rPr>
              <a:t>Y</a:t>
            </a:r>
            <a:r>
              <a:rPr lang="zh-CN" altLang="en-US" b="1"/>
              <a:t>的标准误差一般仅取一位有效数字，尾数只进不舍。</a:t>
            </a:r>
          </a:p>
          <a:p>
            <a:pPr eaLnBrk="1" hangingPunct="1">
              <a:lnSpc>
                <a:spcPts val="4800"/>
              </a:lnSpc>
            </a:pPr>
            <a:r>
              <a:rPr lang="zh-CN" altLang="en-US" b="1"/>
              <a:t>（2）间接测量值</a:t>
            </a:r>
            <a:r>
              <a:rPr lang="zh-CN" altLang="en-US" b="1">
                <a:sym typeface="Symbol" panose="05050102010706020507" pitchFamily="18" charset="2"/>
              </a:rPr>
              <a:t></a:t>
            </a:r>
            <a:r>
              <a:rPr lang="zh-CN" altLang="en-US" b="1"/>
              <a:t>Y的最后一位有效数字取至与</a:t>
            </a:r>
            <a:r>
              <a:rPr lang="ru-RU" altLang="en-US">
                <a:latin typeface="RomanC"/>
                <a:ea typeface="黑体" panose="02010609060101010101" pitchFamily="49" charset="-122"/>
                <a:sym typeface="Symbol" panose="05050102010706020507" pitchFamily="18" charset="2"/>
              </a:rPr>
              <a:t>б</a:t>
            </a:r>
            <a:r>
              <a:rPr lang="zh-CN" altLang="en-US" b="1">
                <a:sym typeface="Symbol" panose="05050102010706020507" pitchFamily="18" charset="2"/>
              </a:rPr>
              <a:t> </a:t>
            </a:r>
            <a:r>
              <a:rPr lang="zh-CN" altLang="en-US" sz="1800" b="1">
                <a:sym typeface="Symbol" panose="05050102010706020507" pitchFamily="18" charset="2"/>
              </a:rPr>
              <a:t>Y</a:t>
            </a:r>
            <a:r>
              <a:rPr lang="zh-CN" altLang="en-US" b="1"/>
              <a:t>一位有效数字对齐后四舍五入。</a:t>
            </a:r>
          </a:p>
          <a:p>
            <a:pPr eaLnBrk="1" hangingPunct="1">
              <a:lnSpc>
                <a:spcPts val="4800"/>
              </a:lnSpc>
            </a:pPr>
            <a:r>
              <a:rPr lang="zh-CN" altLang="en-US" b="1"/>
              <a:t>（3）相对不确定度E</a:t>
            </a:r>
            <a:r>
              <a:rPr lang="zh-CN" altLang="en-US" sz="1600" b="1"/>
              <a:t>Y</a:t>
            </a:r>
            <a:r>
              <a:rPr lang="zh-CN" altLang="en-US" b="1"/>
              <a:t>取两位有效数字，尾数只进不舍。</a:t>
            </a:r>
          </a:p>
        </p:txBody>
      </p:sp>
      <p:graphicFrame>
        <p:nvGraphicFramePr>
          <p:cNvPr id="71684" name="Object 4">
            <a:extLst>
              <a:ext uri="{FF2B5EF4-FFF2-40B4-BE49-F238E27FC236}">
                <a16:creationId xmlns:a16="http://schemas.microsoft.com/office/drawing/2014/main" id="{4D64960F-8CFD-198B-79D8-69AAFD13DF99}"/>
              </a:ext>
            </a:extLst>
          </p:cNvPr>
          <p:cNvGraphicFramePr>
            <a:graphicFrameLocks noChangeAspect="1"/>
          </p:cNvGraphicFramePr>
          <p:nvPr/>
        </p:nvGraphicFramePr>
        <p:xfrm>
          <a:off x="5562600" y="5410200"/>
          <a:ext cx="1638300" cy="914400"/>
        </p:xfrm>
        <a:graphic>
          <a:graphicData uri="http://schemas.openxmlformats.org/presentationml/2006/ole">
            <mc:AlternateContent xmlns:mc="http://schemas.openxmlformats.org/markup-compatibility/2006">
              <mc:Choice xmlns:v="urn:schemas-microsoft-com:vml" Requires="v">
                <p:oleObj r:id="rId2" imgW="5715000" imgH="3192463" progId="">
                  <p:embed/>
                </p:oleObj>
              </mc:Choice>
              <mc:Fallback>
                <p:oleObj r:id="rId2" imgW="5715000" imgH="3192463"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5410200"/>
                        <a:ext cx="16383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a:extLst>
              <a:ext uri="{FF2B5EF4-FFF2-40B4-BE49-F238E27FC236}">
                <a16:creationId xmlns:a16="http://schemas.microsoft.com/office/drawing/2014/main" id="{B630A46A-4E42-20FD-C0D2-08B05BE940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4213" y="1341438"/>
            <a:ext cx="7200900" cy="5040312"/>
          </a:xfrm>
        </p:spPr>
      </p:pic>
      <p:pic>
        <p:nvPicPr>
          <p:cNvPr id="96259" name="Picture 3">
            <a:extLst>
              <a:ext uri="{FF2B5EF4-FFF2-40B4-BE49-F238E27FC236}">
                <a16:creationId xmlns:a16="http://schemas.microsoft.com/office/drawing/2014/main" id="{B29F37A9-77D1-C1A2-C6EE-FB5F0407F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549275"/>
            <a:ext cx="49434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6259"/>
                                        </p:tgtEl>
                                        <p:attrNameLst>
                                          <p:attrName>style.visibility</p:attrName>
                                        </p:attrNameLst>
                                      </p:cBhvr>
                                      <p:to>
                                        <p:strVal val="visible"/>
                                      </p:to>
                                    </p:set>
                                    <p:animEffect transition="in" filter="box(in)">
                                      <p:cBhvr>
                                        <p:cTn id="7" dur="500"/>
                                        <p:tgtEl>
                                          <p:spTgt spid="962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96258"/>
                                        </p:tgtEl>
                                        <p:attrNameLst>
                                          <p:attrName>style.visibility</p:attrName>
                                        </p:attrNameLst>
                                      </p:cBhvr>
                                      <p:to>
                                        <p:strVal val="visible"/>
                                      </p:to>
                                    </p:set>
                                    <p:animEffect transition="in" filter="diamond(in)">
                                      <p:cBhvr>
                                        <p:cTn id="12" dur="2000"/>
                                        <p:tgtEl>
                                          <p:spTgt spid="96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1">
            <a:extLst>
              <a:ext uri="{FF2B5EF4-FFF2-40B4-BE49-F238E27FC236}">
                <a16:creationId xmlns:a16="http://schemas.microsoft.com/office/drawing/2014/main" id="{0FF17024-29C2-E486-12DF-C7CA707B89CB}"/>
              </a:ext>
            </a:extLst>
          </p:cNvPr>
          <p:cNvSpPr>
            <a:spLocks noGrp="1"/>
          </p:cNvSpPr>
          <p:nvPr>
            <p:ph type="dt" sz="quarter" idx="10"/>
          </p:nvPr>
        </p:nvSpPr>
        <p:spPr bwMode="auto">
          <a:ln>
            <a:miter lim="800000"/>
          </a:ln>
        </p:spPr>
        <p:txBody>
          <a:bodyPr wrap="square" lIns="91440" tIns="45720" rIns="91440" bIns="45720" numCol="1" anchorCtr="0" compatLnSpc="1"/>
          <a:lstStyle/>
          <a:p>
            <a:pPr>
              <a:defRPr/>
            </a:pPr>
            <a:r>
              <a:rPr lang="zh-CN" altLang="en-US"/>
              <a:t>2012-5-3</a:t>
            </a:r>
            <a:endParaRPr lang="en-US" altLang="zh-CN"/>
          </a:p>
        </p:txBody>
      </p:sp>
      <p:sp>
        <p:nvSpPr>
          <p:cNvPr id="70659" name="灯片编号占位符 3">
            <a:extLst>
              <a:ext uri="{FF2B5EF4-FFF2-40B4-BE49-F238E27FC236}">
                <a16:creationId xmlns:a16="http://schemas.microsoft.com/office/drawing/2014/main" id="{CBFBBF10-7C56-DF6E-804B-9CCFDE1C68B6}"/>
              </a:ext>
            </a:extLst>
          </p:cNvPr>
          <p:cNvSpPr>
            <a:spLocks noGrp="1" noChangeArrowheads="1"/>
          </p:cNvSpPr>
          <p:nvPr>
            <p:ph type="sldNum" sz="quarter" idx="12"/>
          </p:nvPr>
        </p:nvSpPr>
        <p:spPr bwMode="auto"/>
        <p:txBody>
          <a:bodyPr wrap="square" lIns="91440" tIns="45720" rIns="91440" bIns="45720" numCol="1" anchorCtr="0" compatLnSpc="1">
            <a:prstTxWarp prst="textNoShape">
              <a:avLst/>
            </a:prstTxWarp>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defRPr/>
            </a:pPr>
            <a:fld id="{9A3C952D-FFFC-4A8C-B51E-48F4CF6628C4}" type="slidenum">
              <a:rPr lang="zh-CN" altLang="en-US" sz="1200" dirty="0" smtClean="0">
                <a:solidFill>
                  <a:srgbClr val="898989"/>
                </a:solidFill>
                <a:latin typeface="Times New Roman" panose="02020603050405020304" pitchFamily="18" charset="0"/>
                <a:ea typeface="宋体" panose="02010600030101010101" pitchFamily="2" charset="-122"/>
              </a:rPr>
              <a:pPr>
                <a:spcBef>
                  <a:spcPct val="0"/>
                </a:spcBef>
                <a:buClrTx/>
                <a:buSzTx/>
                <a:buFont typeface="Arial" panose="020B0604020202020204" pitchFamily="34" charset="0"/>
                <a:buNone/>
                <a:defRPr/>
              </a:pPr>
              <a:t>63</a:t>
            </a:fld>
            <a:endParaRPr lang="zh-CN" altLang="en-US" sz="1200">
              <a:solidFill>
                <a:srgbClr val="898989"/>
              </a:solidFill>
              <a:latin typeface="Times New Roman" panose="02020603050405020304" pitchFamily="18" charset="0"/>
              <a:ea typeface="宋体" panose="02010600030101010101" pitchFamily="2" charset="-122"/>
            </a:endParaRPr>
          </a:p>
        </p:txBody>
      </p:sp>
      <p:sp>
        <p:nvSpPr>
          <p:cNvPr id="73732" name="矩形 7">
            <a:extLst>
              <a:ext uri="{FF2B5EF4-FFF2-40B4-BE49-F238E27FC236}">
                <a16:creationId xmlns:a16="http://schemas.microsoft.com/office/drawing/2014/main" id="{EDF2290C-4829-6F2C-3DFC-2BF01B95357C}"/>
              </a:ext>
            </a:extLst>
          </p:cNvPr>
          <p:cNvSpPr>
            <a:spLocks noChangeArrowheads="1"/>
          </p:cNvSpPr>
          <p:nvPr/>
        </p:nvSpPr>
        <p:spPr bwMode="auto">
          <a:xfrm>
            <a:off x="468313" y="836613"/>
            <a:ext cx="78486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lnSpc>
                <a:spcPct val="150000"/>
              </a:lnSpc>
              <a:spcBef>
                <a:spcPct val="0"/>
              </a:spcBef>
              <a:buClrTx/>
              <a:buSzTx/>
              <a:buFont typeface="Arial" panose="020B0604020202020204" pitchFamily="34" charset="0"/>
              <a:buNone/>
            </a:pPr>
            <a:r>
              <a:rPr lang="zh-CN" altLang="en-US">
                <a:solidFill>
                  <a:srgbClr val="CC3300"/>
                </a:solidFill>
                <a:latin typeface="Times New Roman" panose="02020603050405020304" pitchFamily="18" charset="0"/>
                <a:ea typeface="宋体" panose="02010600030101010101" pitchFamily="2" charset="-122"/>
              </a:rPr>
              <a:t>[例题]</a:t>
            </a:r>
            <a:r>
              <a:rPr lang="zh-CN" altLang="en-US" b="0">
                <a:latin typeface="Times New Roman" panose="02020603050405020304" pitchFamily="18" charset="0"/>
                <a:ea typeface="宋体" panose="02010600030101010101" pitchFamily="2" charset="-122"/>
              </a:rPr>
              <a:t>用流体静力称衡法测量固体密度的公式为</a:t>
            </a:r>
            <a:r>
              <a:rPr lang="el-GR" altLang="en-US" b="0">
                <a:latin typeface="Times New Roman" panose="02020603050405020304" pitchFamily="18" charset="0"/>
                <a:ea typeface="宋体" panose="02010600030101010101" pitchFamily="2" charset="-122"/>
                <a:sym typeface="Symbol" panose="05050102010706020507" pitchFamily="18" charset="2"/>
              </a:rPr>
              <a:t>ρ</a:t>
            </a:r>
            <a:r>
              <a:rPr lang="zh-CN" altLang="en-US" b="0">
                <a:latin typeface="Times New Roman" panose="02020603050405020304" pitchFamily="18" charset="0"/>
                <a:ea typeface="宋体" panose="02010600030101010101" pitchFamily="2" charset="-122"/>
                <a:sym typeface="Symbol" panose="05050102010706020507" pitchFamily="18" charset="2"/>
              </a:rPr>
              <a:t> = m </a:t>
            </a:r>
            <a:r>
              <a:rPr lang="el-GR" altLang="en-US" b="0">
                <a:latin typeface="Times New Roman" panose="02020603050405020304" pitchFamily="18" charset="0"/>
                <a:ea typeface="宋体" panose="02010600030101010101" pitchFamily="2" charset="-122"/>
                <a:sym typeface="Symbol" panose="05050102010706020507" pitchFamily="18" charset="2"/>
              </a:rPr>
              <a:t>ρ</a:t>
            </a:r>
            <a:r>
              <a:rPr lang="zh-CN" altLang="en-US" b="0" baseline="-25000">
                <a:latin typeface="Times New Roman" panose="02020603050405020304" pitchFamily="18" charset="0"/>
                <a:ea typeface="宋体" panose="02010600030101010101" pitchFamily="2" charset="-122"/>
                <a:sym typeface="Symbol" panose="05050102010706020507" pitchFamily="18" charset="2"/>
              </a:rPr>
              <a:t>0</a:t>
            </a:r>
            <a:r>
              <a:rPr lang="zh-CN" altLang="en-US" b="0">
                <a:latin typeface="Times New Roman" panose="02020603050405020304" pitchFamily="18" charset="0"/>
                <a:ea typeface="宋体" panose="02010600030101010101" pitchFamily="2" charset="-122"/>
                <a:sym typeface="Symbol" panose="05050102010706020507" pitchFamily="18" charset="2"/>
              </a:rPr>
              <a:t>/(m-m</a:t>
            </a:r>
            <a:r>
              <a:rPr lang="zh-CN" altLang="en-US" b="0" baseline="-25000">
                <a:latin typeface="Times New Roman" panose="02020603050405020304" pitchFamily="18" charset="0"/>
                <a:ea typeface="宋体" panose="02010600030101010101" pitchFamily="2" charset="-122"/>
                <a:sym typeface="Symbol" panose="05050102010706020507" pitchFamily="18" charset="2"/>
              </a:rPr>
              <a:t>0</a:t>
            </a:r>
            <a:r>
              <a:rPr lang="zh-CN" altLang="en-US" b="0">
                <a:latin typeface="Times New Roman" panose="02020603050405020304" pitchFamily="18" charset="0"/>
                <a:ea typeface="宋体" panose="02010600030101010101" pitchFamily="2" charset="-122"/>
                <a:sym typeface="Symbol" panose="05050102010706020507" pitchFamily="18" charset="2"/>
              </a:rPr>
              <a:t>)，若测得：  </a:t>
            </a:r>
            <a:endParaRPr lang="en-US" altLang="zh-CN" b="0">
              <a:latin typeface="Times New Roman" panose="02020603050405020304" pitchFamily="18" charset="0"/>
              <a:ea typeface="宋体" panose="02010600030101010101" pitchFamily="2" charset="-122"/>
              <a:sym typeface="Symbol" panose="05050102010706020507" pitchFamily="18" charset="2"/>
            </a:endParaRPr>
          </a:p>
          <a:p>
            <a:pPr eaLnBrk="1" hangingPunct="1">
              <a:lnSpc>
                <a:spcPct val="150000"/>
              </a:lnSpc>
              <a:spcBef>
                <a:spcPct val="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sym typeface="Symbol" panose="05050102010706020507" pitchFamily="18" charset="2"/>
              </a:rPr>
              <a:t>    </a:t>
            </a:r>
            <a:r>
              <a:rPr lang="zh-CN" altLang="en-US" b="0">
                <a:latin typeface="Times New Roman" panose="02020603050405020304" pitchFamily="18" charset="0"/>
                <a:ea typeface="宋体" panose="02010600030101010101" pitchFamily="2" charset="-122"/>
                <a:sym typeface="Symbol" panose="05050102010706020507" pitchFamily="18" charset="2"/>
              </a:rPr>
              <a:t>m=(29.05±0.03)(g)，</a:t>
            </a:r>
            <a:endParaRPr lang="en-US" altLang="zh-CN" b="0">
              <a:latin typeface="Times New Roman" panose="02020603050405020304" pitchFamily="18" charset="0"/>
              <a:ea typeface="宋体" panose="02010600030101010101" pitchFamily="2" charset="-122"/>
              <a:sym typeface="Symbol" panose="05050102010706020507" pitchFamily="18" charset="2"/>
            </a:endParaRPr>
          </a:p>
          <a:p>
            <a:pPr eaLnBrk="1" hangingPunct="1">
              <a:lnSpc>
                <a:spcPct val="150000"/>
              </a:lnSpc>
              <a:spcBef>
                <a:spcPct val="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sym typeface="Symbol" panose="05050102010706020507" pitchFamily="18" charset="2"/>
              </a:rPr>
              <a:t>    </a:t>
            </a:r>
            <a:r>
              <a:rPr lang="zh-CN" altLang="en-US" b="0">
                <a:latin typeface="Times New Roman" panose="02020603050405020304" pitchFamily="18" charset="0"/>
                <a:ea typeface="宋体" panose="02010600030101010101" pitchFamily="2" charset="-122"/>
                <a:sym typeface="Symbol" panose="05050102010706020507" pitchFamily="18" charset="2"/>
              </a:rPr>
              <a:t>m</a:t>
            </a:r>
            <a:r>
              <a:rPr lang="zh-CN" altLang="en-US" b="0" baseline="-25000">
                <a:latin typeface="Times New Roman" panose="02020603050405020304" pitchFamily="18" charset="0"/>
                <a:ea typeface="宋体" panose="02010600030101010101" pitchFamily="2" charset="-122"/>
                <a:sym typeface="Symbol" panose="05050102010706020507" pitchFamily="18" charset="2"/>
              </a:rPr>
              <a:t>0</a:t>
            </a:r>
            <a:r>
              <a:rPr lang="zh-CN" altLang="en-US" b="0">
                <a:latin typeface="Times New Roman" panose="02020603050405020304" pitchFamily="18" charset="0"/>
                <a:ea typeface="宋体" panose="02010600030101010101" pitchFamily="2" charset="-122"/>
                <a:sym typeface="Symbol" panose="05050102010706020507" pitchFamily="18" charset="2"/>
              </a:rPr>
              <a:t>=(19.07±0.03)(g),  </a:t>
            </a:r>
            <a:endParaRPr lang="en-US" altLang="zh-CN" b="0">
              <a:latin typeface="Times New Roman" panose="02020603050405020304" pitchFamily="18" charset="0"/>
              <a:ea typeface="宋体" panose="02010600030101010101" pitchFamily="2" charset="-122"/>
              <a:sym typeface="Symbol" panose="05050102010706020507" pitchFamily="18" charset="2"/>
            </a:endParaRPr>
          </a:p>
          <a:p>
            <a:pPr eaLnBrk="1" hangingPunct="1">
              <a:lnSpc>
                <a:spcPct val="150000"/>
              </a:lnSpc>
              <a:spcBef>
                <a:spcPct val="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sym typeface="Symbol" panose="05050102010706020507" pitchFamily="18" charset="2"/>
              </a:rPr>
              <a:t>   </a:t>
            </a:r>
            <a:r>
              <a:rPr lang="zh-CN" altLang="en-US" b="0">
                <a:latin typeface="Times New Roman" panose="02020603050405020304" pitchFamily="18" charset="0"/>
                <a:ea typeface="宋体" panose="02010600030101010101" pitchFamily="2" charset="-122"/>
                <a:sym typeface="Symbol" panose="05050102010706020507" pitchFamily="18" charset="2"/>
              </a:rPr>
              <a:t> </a:t>
            </a:r>
            <a:r>
              <a:rPr lang="el-GR" altLang="en-US" b="0">
                <a:latin typeface="Times New Roman" panose="02020603050405020304" pitchFamily="18" charset="0"/>
                <a:ea typeface="宋体" panose="02010600030101010101" pitchFamily="2" charset="-122"/>
                <a:sym typeface="Symbol" panose="05050102010706020507" pitchFamily="18" charset="2"/>
              </a:rPr>
              <a:t>ρ</a:t>
            </a:r>
            <a:r>
              <a:rPr lang="zh-CN" altLang="en-US" b="0">
                <a:latin typeface="Times New Roman" panose="02020603050405020304" pitchFamily="18" charset="0"/>
                <a:ea typeface="宋体" panose="02010600030101010101" pitchFamily="2" charset="-122"/>
                <a:sym typeface="Symbol" panose="05050102010706020507" pitchFamily="18" charset="2"/>
              </a:rPr>
              <a:t> </a:t>
            </a:r>
            <a:r>
              <a:rPr lang="zh-CN" altLang="en-US" b="0" baseline="-25000">
                <a:latin typeface="Times New Roman" panose="02020603050405020304" pitchFamily="18" charset="0"/>
                <a:ea typeface="宋体" panose="02010600030101010101" pitchFamily="2" charset="-122"/>
                <a:sym typeface="Symbol" panose="05050102010706020507" pitchFamily="18" charset="2"/>
              </a:rPr>
              <a:t>0</a:t>
            </a:r>
            <a:r>
              <a:rPr lang="zh-CN" altLang="en-US" b="0">
                <a:latin typeface="Times New Roman" panose="02020603050405020304" pitchFamily="18" charset="0"/>
                <a:ea typeface="宋体" panose="02010600030101010101" pitchFamily="2" charset="-122"/>
                <a:sym typeface="Symbol" panose="05050102010706020507" pitchFamily="18" charset="2"/>
              </a:rPr>
              <a:t> =(0.9998±0.0002)(g/cm³)，</a:t>
            </a:r>
            <a:endParaRPr lang="en-US" altLang="zh-CN" b="0">
              <a:latin typeface="Times New Roman" panose="02020603050405020304" pitchFamily="18" charset="0"/>
              <a:ea typeface="宋体" panose="02010600030101010101" pitchFamily="2" charset="-122"/>
              <a:sym typeface="Symbol" panose="05050102010706020507" pitchFamily="18" charset="2"/>
            </a:endParaRPr>
          </a:p>
          <a:p>
            <a:pPr eaLnBrk="1" hangingPunct="1">
              <a:lnSpc>
                <a:spcPct val="150000"/>
              </a:lnSpc>
              <a:spcBef>
                <a:spcPct val="0"/>
              </a:spcBef>
              <a:buClrTx/>
              <a:buSzTx/>
              <a:buFont typeface="Arial" panose="020B0604020202020204" pitchFamily="34" charset="0"/>
              <a:buNone/>
            </a:pPr>
            <a:r>
              <a:rPr lang="zh-CN" altLang="en-US" b="0">
                <a:latin typeface="Times New Roman" panose="02020603050405020304" pitchFamily="18" charset="0"/>
                <a:ea typeface="宋体" panose="02010600030101010101" pitchFamily="2" charset="-122"/>
                <a:sym typeface="Symbol" panose="05050102010706020507" pitchFamily="18" charset="2"/>
              </a:rPr>
              <a:t>试计算测量结果。</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0D98B777-4A47-82F5-A5E3-8695AE12CA02}"/>
              </a:ext>
            </a:extLst>
          </p:cNvPr>
          <p:cNvSpPr>
            <a:spLocks noGrp="1" noChangeArrowheads="1"/>
          </p:cNvSpPr>
          <p:nvPr>
            <p:ph idx="1"/>
          </p:nvPr>
        </p:nvSpPr>
        <p:spPr>
          <a:xfrm>
            <a:off x="142875" y="214313"/>
            <a:ext cx="8821738" cy="2520950"/>
          </a:xfrm>
        </p:spPr>
        <p:txBody>
          <a:bodyPr/>
          <a:lstStyle/>
          <a:p>
            <a:pPr marL="365125" indent="-254000" eaLnBrk="1" hangingPunct="1">
              <a:lnSpc>
                <a:spcPct val="90000"/>
              </a:lnSpc>
              <a:buFont typeface="Wingdings 3" panose="05040102010807070707" pitchFamily="18" charset="2"/>
              <a:buChar char=""/>
            </a:pPr>
            <a:r>
              <a:rPr lang="zh-CN" altLang="en-US" b="1">
                <a:sym typeface="Symbol" panose="05050102010706020507" pitchFamily="18" charset="2"/>
              </a:rPr>
              <a:t>解：</a:t>
            </a:r>
            <a:r>
              <a:rPr lang="zh-CN" altLang="en-US">
                <a:sym typeface="Symbol" panose="05050102010706020507" pitchFamily="18" charset="2"/>
              </a:rPr>
              <a:t>(1) </a:t>
            </a:r>
            <a:r>
              <a:rPr lang="zh-CN" altLang="en-US" i="1">
                <a:sym typeface="Symbol" panose="05050102010706020507" pitchFamily="18" charset="2"/>
              </a:rPr>
              <a:t></a:t>
            </a:r>
            <a:r>
              <a:rPr lang="el-GR" altLang="en-US" i="1">
                <a:ea typeface="华文楷体" panose="02010600040101010101" pitchFamily="2" charset="-122"/>
                <a:sym typeface="Symbol" panose="05050102010706020507" pitchFamily="18" charset="2"/>
              </a:rPr>
              <a:t>ρ</a:t>
            </a:r>
            <a:r>
              <a:rPr lang="zh-CN" altLang="en-US" i="1">
                <a:sym typeface="Symbol" panose="05050102010706020507" pitchFamily="18" charset="2"/>
              </a:rPr>
              <a:t> = m </a:t>
            </a:r>
            <a:r>
              <a:rPr lang="el-GR" altLang="en-US">
                <a:ea typeface="华文楷体" panose="02010600040101010101" pitchFamily="2" charset="-122"/>
                <a:sym typeface="Symbol" panose="05050102010706020507" pitchFamily="18" charset="2"/>
              </a:rPr>
              <a:t>ρ</a:t>
            </a:r>
            <a:r>
              <a:rPr lang="zh-CN" altLang="en-US" i="1">
                <a:sym typeface="Symbol" panose="05050102010706020507" pitchFamily="18" charset="2"/>
              </a:rPr>
              <a:t> </a:t>
            </a:r>
            <a:r>
              <a:rPr lang="zh-CN" altLang="en-US" sz="1600" i="1">
                <a:sym typeface="Symbol" panose="05050102010706020507" pitchFamily="18" charset="2"/>
              </a:rPr>
              <a:t>0</a:t>
            </a:r>
            <a:r>
              <a:rPr lang="zh-CN" altLang="en-US" i="1">
                <a:sym typeface="Symbol" panose="05050102010706020507" pitchFamily="18" charset="2"/>
              </a:rPr>
              <a:t>/(m-m</a:t>
            </a:r>
            <a:r>
              <a:rPr lang="zh-CN" altLang="en-US" sz="1600" i="1">
                <a:sym typeface="Symbol" panose="05050102010706020507" pitchFamily="18" charset="2"/>
              </a:rPr>
              <a:t>0</a:t>
            </a:r>
            <a:r>
              <a:rPr lang="zh-CN" altLang="en-US">
                <a:sym typeface="Symbol" panose="05050102010706020507" pitchFamily="18" charset="2"/>
              </a:rPr>
              <a:t>）</a:t>
            </a:r>
          </a:p>
          <a:p>
            <a:pPr marL="365125" indent="-254000" eaLnBrk="1" hangingPunct="1">
              <a:lnSpc>
                <a:spcPct val="90000"/>
              </a:lnSpc>
              <a:buFont typeface="Wingdings 3" panose="05040102010807070707" pitchFamily="18" charset="2"/>
              <a:buChar char=""/>
            </a:pPr>
            <a:r>
              <a:rPr lang="zh-CN" altLang="en-US">
                <a:sym typeface="Symbol" panose="05050102010706020507" pitchFamily="18" charset="2"/>
              </a:rPr>
              <a:t>       =29.05×0.9998/(29.05-19.07) =2.91 (g/cm³)</a:t>
            </a:r>
          </a:p>
          <a:p>
            <a:pPr marL="365125" indent="-254000" eaLnBrk="1" hangingPunct="1">
              <a:lnSpc>
                <a:spcPct val="90000"/>
              </a:lnSpc>
              <a:buFontTx/>
              <a:buNone/>
            </a:pPr>
            <a:r>
              <a:rPr lang="zh-CN" altLang="en-US">
                <a:sym typeface="Symbol" panose="05050102010706020507" pitchFamily="18" charset="2"/>
              </a:rPr>
              <a:t>        (2)因</a:t>
            </a:r>
            <a:r>
              <a:rPr lang="ru-RU" altLang="en-US">
                <a:latin typeface="RomanC"/>
                <a:ea typeface="华文楷体" panose="02010600040101010101" pitchFamily="2" charset="-122"/>
                <a:sym typeface="Symbol" panose="05050102010706020507" pitchFamily="18" charset="2"/>
              </a:rPr>
              <a:t>б</a:t>
            </a:r>
            <a:r>
              <a:rPr lang="zh-CN" altLang="en-US" sz="4800">
                <a:sym typeface="Symbol" panose="05050102010706020507" pitchFamily="18" charset="2"/>
              </a:rPr>
              <a:t> </a:t>
            </a:r>
            <a:r>
              <a:rPr lang="zh-CN" altLang="en-US" sz="2400">
                <a:sym typeface="Symbol" panose="05050102010706020507" pitchFamily="18" charset="2"/>
              </a:rPr>
              <a:t>m</a:t>
            </a:r>
            <a:r>
              <a:rPr lang="zh-CN" altLang="en-US">
                <a:sym typeface="Symbol" panose="05050102010706020507" pitchFamily="18" charset="2"/>
              </a:rPr>
              <a:t>=0.03(g), </a:t>
            </a:r>
            <a:r>
              <a:rPr lang="ru-RU" altLang="en-US">
                <a:latin typeface="RomanC"/>
                <a:ea typeface="华文楷体" panose="02010600040101010101" pitchFamily="2" charset="-122"/>
                <a:sym typeface="Symbol" panose="05050102010706020507" pitchFamily="18" charset="2"/>
              </a:rPr>
              <a:t>б</a:t>
            </a:r>
            <a:r>
              <a:rPr lang="zh-CN" altLang="en-US" sz="4800">
                <a:sym typeface="Symbol" panose="05050102010706020507" pitchFamily="18" charset="2"/>
              </a:rPr>
              <a:t> </a:t>
            </a:r>
            <a:r>
              <a:rPr lang="zh-CN" altLang="en-US" sz="2400">
                <a:sym typeface="Symbol" panose="05050102010706020507" pitchFamily="18" charset="2"/>
              </a:rPr>
              <a:t>m</a:t>
            </a:r>
            <a:r>
              <a:rPr lang="zh-CN" altLang="en-US" sz="1800">
                <a:sym typeface="Symbol" panose="05050102010706020507" pitchFamily="18" charset="2"/>
              </a:rPr>
              <a:t>0</a:t>
            </a:r>
            <a:r>
              <a:rPr lang="zh-CN" altLang="en-US">
                <a:sym typeface="Symbol" panose="05050102010706020507" pitchFamily="18" charset="2"/>
              </a:rPr>
              <a:t>=0.03(g),</a:t>
            </a:r>
            <a:r>
              <a:rPr lang="en-US" altLang="zh-CN">
                <a:sym typeface="Symbol" panose="05050102010706020507" pitchFamily="18" charset="2"/>
              </a:rPr>
              <a:t>  </a:t>
            </a:r>
            <a:r>
              <a:rPr lang="zh-CN" altLang="en-US">
                <a:sym typeface="Symbol" panose="05050102010706020507" pitchFamily="18" charset="2"/>
              </a:rPr>
              <a:t> </a:t>
            </a:r>
          </a:p>
          <a:p>
            <a:pPr marL="365125" indent="-254000" eaLnBrk="1" hangingPunct="1">
              <a:lnSpc>
                <a:spcPct val="90000"/>
              </a:lnSpc>
              <a:buFontTx/>
              <a:buNone/>
            </a:pPr>
            <a:r>
              <a:rPr lang="ru-RU" altLang="en-US">
                <a:latin typeface="RomanC"/>
                <a:ea typeface="华文楷体" panose="02010600040101010101" pitchFamily="2" charset="-122"/>
                <a:sym typeface="Symbol" panose="05050102010706020507" pitchFamily="18" charset="2"/>
              </a:rPr>
              <a:t>б</a:t>
            </a:r>
            <a:r>
              <a:rPr lang="el-GR" altLang="en-US" sz="1600" baseline="-25000">
                <a:ea typeface="华文楷体" panose="02010600040101010101" pitchFamily="2" charset="-122"/>
                <a:sym typeface="Symbol" panose="05050102010706020507" pitchFamily="18" charset="2"/>
              </a:rPr>
              <a:t>ρ</a:t>
            </a:r>
            <a:r>
              <a:rPr lang="zh-CN" altLang="en-US" sz="2400">
                <a:sym typeface="Symbol" panose="05050102010706020507" pitchFamily="18" charset="2"/>
              </a:rPr>
              <a:t> </a:t>
            </a:r>
            <a:r>
              <a:rPr lang="zh-CN" altLang="en-US" sz="1600" baseline="-25000">
                <a:sym typeface="Symbol" panose="05050102010706020507" pitchFamily="18" charset="2"/>
              </a:rPr>
              <a:t>0</a:t>
            </a:r>
            <a:r>
              <a:rPr lang="zh-CN" altLang="en-US">
                <a:sym typeface="Symbol" panose="05050102010706020507" pitchFamily="18" charset="2"/>
              </a:rPr>
              <a:t>=0.0002 (g/cm³)故</a:t>
            </a:r>
          </a:p>
        </p:txBody>
      </p:sp>
      <p:sp>
        <p:nvSpPr>
          <p:cNvPr id="7" name="矩形 6">
            <a:extLst>
              <a:ext uri="{FF2B5EF4-FFF2-40B4-BE49-F238E27FC236}">
                <a16:creationId xmlns:a16="http://schemas.microsoft.com/office/drawing/2014/main" id="{6BCBA0F7-80A4-7149-C4F4-5F6C331C12C2}"/>
              </a:ext>
            </a:extLst>
          </p:cNvPr>
          <p:cNvSpPr>
            <a:spLocks noChangeArrowheads="1"/>
          </p:cNvSpPr>
          <p:nvPr/>
        </p:nvSpPr>
        <p:spPr bwMode="auto">
          <a:xfrm>
            <a:off x="1116013" y="4868863"/>
            <a:ext cx="590391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zh-CN" altLang="en-US" b="0" i="1">
                <a:latin typeface="Times New Roman" panose="02020603050405020304" pitchFamily="18" charset="0"/>
                <a:ea typeface="宋体" panose="02010600030101010101" pitchFamily="2" charset="-122"/>
                <a:sym typeface="Symbol" panose="05050102010706020507" pitchFamily="18" charset="2"/>
              </a:rPr>
              <a:t>    </a:t>
            </a:r>
            <a:r>
              <a:rPr lang="zh-CN" altLang="en-US" sz="3600" b="0" i="1">
                <a:latin typeface="Times New Roman" panose="02020603050405020304" pitchFamily="18" charset="0"/>
                <a:ea typeface="宋体" panose="02010600030101010101" pitchFamily="2" charset="-122"/>
                <a:sym typeface="Symbol" panose="05050102010706020507" pitchFamily="18" charset="2"/>
              </a:rPr>
              <a:t>=  </a:t>
            </a:r>
            <a:r>
              <a:rPr lang="en-US" altLang="en-US" sz="3600" b="0" i="1">
                <a:latin typeface="Times New Roman" panose="02020603050405020304" pitchFamily="18" charset="0"/>
                <a:ea typeface="宋体" panose="02010600030101010101" pitchFamily="2" charset="-122"/>
                <a:sym typeface="Symbol" panose="05050102010706020507" pitchFamily="18" charset="2"/>
              </a:rPr>
              <a:t> </a:t>
            </a:r>
            <a:r>
              <a:rPr lang="en-US" altLang="zh-CN" sz="3600" b="0" i="1">
                <a:latin typeface="Times New Roman" panose="02020603050405020304" pitchFamily="18" charset="0"/>
                <a:ea typeface="宋体" panose="02010600030101010101" pitchFamily="2" charset="-122"/>
                <a:sym typeface="Symbol" panose="05050102010706020507" pitchFamily="18" charset="2"/>
              </a:rPr>
              <a:t> </a:t>
            </a:r>
            <a:r>
              <a:rPr lang="zh-CN" altLang="en-US" sz="3600" b="0" i="1">
                <a:latin typeface="Times New Roman" panose="02020603050405020304" pitchFamily="18" charset="0"/>
                <a:ea typeface="宋体" panose="02010600030101010101" pitchFamily="2" charset="-122"/>
                <a:sym typeface="Symbol" panose="05050102010706020507" pitchFamily="18" charset="2"/>
              </a:rPr>
              <a:t>E</a:t>
            </a:r>
            <a:r>
              <a:rPr lang="zh-CN" altLang="en-US" sz="1400" b="0" i="1">
                <a:latin typeface="Times New Roman" panose="02020603050405020304" pitchFamily="18" charset="0"/>
                <a:ea typeface="宋体" panose="02010600030101010101" pitchFamily="2" charset="-122"/>
                <a:sym typeface="Symbol" panose="05050102010706020507" pitchFamily="18" charset="2"/>
              </a:rPr>
              <a:t>  </a:t>
            </a:r>
            <a:r>
              <a:rPr lang="zh-CN" altLang="en-US" sz="2400" b="0" i="1">
                <a:latin typeface="Times New Roman" panose="02020603050405020304" pitchFamily="18" charset="0"/>
                <a:ea typeface="宋体" panose="02010600030101010101" pitchFamily="2" charset="-122"/>
                <a:sym typeface="Symbol" panose="05050102010706020507" pitchFamily="18" charset="2"/>
              </a:rPr>
              <a:t>= 0.01(g/cm³)</a:t>
            </a:r>
            <a:endParaRPr lang="zh-CN" altLang="en-US" sz="3600" b="0">
              <a:latin typeface="Times New Roman" panose="02020603050405020304" pitchFamily="18" charset="0"/>
              <a:ea typeface="宋体" panose="02010600030101010101" pitchFamily="2" charset="-122"/>
              <a:sym typeface="Symbol" panose="05050102010706020507" pitchFamily="18" charset="2"/>
            </a:endParaRPr>
          </a:p>
          <a:p>
            <a:pPr eaLnBrk="1" hangingPunct="1">
              <a:spcBef>
                <a:spcPct val="0"/>
              </a:spcBef>
              <a:buClrTx/>
              <a:buSzTx/>
              <a:buFont typeface="Arial" panose="020B0604020202020204" pitchFamily="34" charset="0"/>
              <a:buNone/>
            </a:pPr>
            <a:r>
              <a:rPr lang="el-GR" altLang="en-US" sz="3600" b="0" i="1">
                <a:latin typeface="Times New Roman" panose="02020603050405020304" pitchFamily="18" charset="0"/>
                <a:ea typeface="宋体" panose="02010600030101010101" pitchFamily="2" charset="-122"/>
                <a:sym typeface="Symbol" panose="05050102010706020507" pitchFamily="18" charset="2"/>
              </a:rPr>
              <a:t>ρ</a:t>
            </a:r>
            <a:r>
              <a:rPr lang="zh-CN" altLang="en-US" sz="3600" b="0" i="1">
                <a:latin typeface="Times New Roman" panose="02020603050405020304" pitchFamily="18" charset="0"/>
                <a:ea typeface="宋体" panose="02010600030101010101" pitchFamily="2" charset="-122"/>
                <a:sym typeface="Symbol" panose="05050102010706020507" pitchFamily="18" charset="2"/>
              </a:rPr>
              <a:t>=</a:t>
            </a:r>
            <a:r>
              <a:rPr lang="el-GR" altLang="en-US" sz="3600" b="0" i="1">
                <a:latin typeface="Times New Roman" panose="02020603050405020304" pitchFamily="18" charset="0"/>
                <a:ea typeface="宋体" panose="02010600030101010101" pitchFamily="2" charset="-122"/>
                <a:sym typeface="Symbol" panose="05050102010706020507" pitchFamily="18" charset="2"/>
              </a:rPr>
              <a:t>ρ</a:t>
            </a:r>
            <a:r>
              <a:rPr lang="zh-CN" altLang="en-US" sz="3600" b="0" i="1">
                <a:latin typeface="Times New Roman" panose="02020603050405020304" pitchFamily="18" charset="0"/>
                <a:ea typeface="宋体" panose="02010600030101010101" pitchFamily="2" charset="-122"/>
                <a:sym typeface="Symbol" panose="05050102010706020507" pitchFamily="18" charset="2"/>
              </a:rPr>
              <a:t>±  </a:t>
            </a:r>
            <a:r>
              <a:rPr lang="zh-CN" altLang="en-US" sz="1400" b="0" i="1">
                <a:latin typeface="Times New Roman" panose="02020603050405020304" pitchFamily="18" charset="0"/>
                <a:ea typeface="宋体" panose="02010600030101010101" pitchFamily="2" charset="-122"/>
                <a:sym typeface="Symbol" panose="05050102010706020507" pitchFamily="18" charset="2"/>
              </a:rPr>
              <a:t>   </a:t>
            </a:r>
            <a:r>
              <a:rPr lang="zh-CN" altLang="en-US" sz="2400" b="0" i="1">
                <a:latin typeface="Times New Roman" panose="02020603050405020304" pitchFamily="18" charset="0"/>
                <a:ea typeface="宋体" panose="02010600030101010101" pitchFamily="2" charset="-122"/>
                <a:sym typeface="Symbol" panose="05050102010706020507" pitchFamily="18" charset="2"/>
              </a:rPr>
              <a:t>= (2.91±0.01) (g/cm³)</a:t>
            </a:r>
          </a:p>
        </p:txBody>
      </p:sp>
      <p:graphicFrame>
        <p:nvGraphicFramePr>
          <p:cNvPr id="74756" name="Object 9">
            <a:extLst>
              <a:ext uri="{FF2B5EF4-FFF2-40B4-BE49-F238E27FC236}">
                <a16:creationId xmlns:a16="http://schemas.microsoft.com/office/drawing/2014/main" id="{C1854132-B3B9-786F-7979-362EBEEBEAB1}"/>
              </a:ext>
            </a:extLst>
          </p:cNvPr>
          <p:cNvGraphicFramePr>
            <a:graphicFrameLocks noChangeAspect="1"/>
          </p:cNvGraphicFramePr>
          <p:nvPr/>
        </p:nvGraphicFramePr>
        <p:xfrm>
          <a:off x="755650" y="3141663"/>
          <a:ext cx="6697663" cy="1062037"/>
        </p:xfrm>
        <a:graphic>
          <a:graphicData uri="http://schemas.openxmlformats.org/presentationml/2006/ole">
            <mc:AlternateContent xmlns:mc="http://schemas.openxmlformats.org/markup-compatibility/2006">
              <mc:Choice xmlns:v="urn:schemas-microsoft-com:vml" Requires="v">
                <p:oleObj r:id="rId2" imgW="3365500" imgH="533400" progId="">
                  <p:embed/>
                </p:oleObj>
              </mc:Choice>
              <mc:Fallback>
                <p:oleObj r:id="rId2" imgW="3365500" imgH="533400" progId="">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3141663"/>
                        <a:ext cx="6697663"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4757" name="Text Box 10">
            <a:extLst>
              <a:ext uri="{FF2B5EF4-FFF2-40B4-BE49-F238E27FC236}">
                <a16:creationId xmlns:a16="http://schemas.microsoft.com/office/drawing/2014/main" id="{9960537E-318D-0F37-8980-582E297E3EFF}"/>
              </a:ext>
            </a:extLst>
          </p:cNvPr>
          <p:cNvSpPr txBox="1">
            <a:spLocks noChangeArrowheads="1"/>
          </p:cNvSpPr>
          <p:nvPr/>
        </p:nvSpPr>
        <p:spPr bwMode="auto">
          <a:xfrm>
            <a:off x="1116013" y="4340225"/>
            <a:ext cx="3960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en-US" altLang="zh-CN" sz="2400" b="0">
                <a:solidFill>
                  <a:schemeClr val="tx2"/>
                </a:solidFill>
                <a:latin typeface="Maiandra GD" panose="020E0502030308020204" pitchFamily="34" charset="0"/>
                <a:ea typeface="楷体_GB2312"/>
              </a:rPr>
              <a:t>=0.36%</a:t>
            </a:r>
          </a:p>
        </p:txBody>
      </p:sp>
      <p:graphicFrame>
        <p:nvGraphicFramePr>
          <p:cNvPr id="74758" name="Object 12">
            <a:extLst>
              <a:ext uri="{FF2B5EF4-FFF2-40B4-BE49-F238E27FC236}">
                <a16:creationId xmlns:a16="http://schemas.microsoft.com/office/drawing/2014/main" id="{11F48E10-0936-F194-99A1-832C88AA33E9}"/>
              </a:ext>
            </a:extLst>
          </p:cNvPr>
          <p:cNvGraphicFramePr>
            <a:graphicFrameLocks noChangeAspect="1"/>
          </p:cNvGraphicFramePr>
          <p:nvPr/>
        </p:nvGraphicFramePr>
        <p:xfrm>
          <a:off x="2051050" y="4941888"/>
          <a:ext cx="363538" cy="576262"/>
        </p:xfrm>
        <a:graphic>
          <a:graphicData uri="http://schemas.openxmlformats.org/presentationml/2006/ole">
            <mc:AlternateContent xmlns:mc="http://schemas.openxmlformats.org/markup-compatibility/2006">
              <mc:Choice xmlns:v="urn:schemas-microsoft-com:vml" Requires="v">
                <p:oleObj r:id="rId4" imgW="152334" imgH="241195" progId="">
                  <p:embed/>
                </p:oleObj>
              </mc:Choice>
              <mc:Fallback>
                <p:oleObj r:id="rId4" imgW="152334" imgH="241195" progId="">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4941888"/>
                        <a:ext cx="3635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59" name="Object 17">
            <a:extLst>
              <a:ext uri="{FF2B5EF4-FFF2-40B4-BE49-F238E27FC236}">
                <a16:creationId xmlns:a16="http://schemas.microsoft.com/office/drawing/2014/main" id="{6D15EF5B-1764-5C16-4AEE-607288EEDE54}"/>
              </a:ext>
            </a:extLst>
          </p:cNvPr>
          <p:cNvGraphicFramePr>
            <a:graphicFrameLocks noChangeAspect="1"/>
          </p:cNvGraphicFramePr>
          <p:nvPr/>
        </p:nvGraphicFramePr>
        <p:xfrm>
          <a:off x="3059113" y="5445125"/>
          <a:ext cx="485775" cy="576263"/>
        </p:xfrm>
        <a:graphic>
          <a:graphicData uri="http://schemas.openxmlformats.org/presentationml/2006/ole">
            <mc:AlternateContent xmlns:mc="http://schemas.openxmlformats.org/markup-compatibility/2006">
              <mc:Choice xmlns:v="urn:schemas-microsoft-com:vml" Requires="v">
                <p:oleObj r:id="rId6" imgW="203112" imgH="241195" progId="">
                  <p:embed/>
                </p:oleObj>
              </mc:Choice>
              <mc:Fallback>
                <p:oleObj r:id="rId6" imgW="203112" imgH="241195" progId="">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9113" y="5445125"/>
                        <a:ext cx="4857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60" name="Object 18">
            <a:extLst>
              <a:ext uri="{FF2B5EF4-FFF2-40B4-BE49-F238E27FC236}">
                <a16:creationId xmlns:a16="http://schemas.microsoft.com/office/drawing/2014/main" id="{5293DDF1-C3EF-576E-E4CA-C6AA5C197080}"/>
              </a:ext>
            </a:extLst>
          </p:cNvPr>
          <p:cNvGraphicFramePr>
            <a:graphicFrameLocks noChangeAspect="1"/>
          </p:cNvGraphicFramePr>
          <p:nvPr/>
        </p:nvGraphicFramePr>
        <p:xfrm>
          <a:off x="1116013" y="4868863"/>
          <a:ext cx="485775" cy="576262"/>
        </p:xfrm>
        <a:graphic>
          <a:graphicData uri="http://schemas.openxmlformats.org/presentationml/2006/ole">
            <mc:AlternateContent xmlns:mc="http://schemas.openxmlformats.org/markup-compatibility/2006">
              <mc:Choice xmlns:v="urn:schemas-microsoft-com:vml" Requires="v">
                <p:oleObj r:id="rId8" imgW="203112" imgH="241195" progId="">
                  <p:embed/>
                </p:oleObj>
              </mc:Choice>
              <mc:Fallback>
                <p:oleObj r:id="rId8" imgW="203112" imgH="241195" progId="">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4868863"/>
                        <a:ext cx="4857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box(in)">
                                      <p:cBhvr>
                                        <p:cTn id="7" dur="500"/>
                                        <p:tgtEl>
                                          <p:spTgt spid="43011">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3011">
                                            <p:txEl>
                                              <p:pRg st="1" end="1"/>
                                            </p:txEl>
                                          </p:spTgt>
                                        </p:tgtEl>
                                        <p:attrNameLst>
                                          <p:attrName>style.visibility</p:attrName>
                                        </p:attrNameLst>
                                      </p:cBhvr>
                                      <p:to>
                                        <p:strVal val="visible"/>
                                      </p:to>
                                    </p:set>
                                    <p:animEffect transition="in" filter="box(in)">
                                      <p:cBhvr>
                                        <p:cTn id="10" dur="500"/>
                                        <p:tgtEl>
                                          <p:spTgt spid="4301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animEffect transition="in" filter="box(in)">
                                      <p:cBhvr>
                                        <p:cTn id="15" dur="500"/>
                                        <p:tgtEl>
                                          <p:spTgt spid="43011">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43011">
                                            <p:txEl>
                                              <p:pRg st="3" end="3"/>
                                            </p:txEl>
                                          </p:spTgt>
                                        </p:tgtEl>
                                        <p:attrNameLst>
                                          <p:attrName>style.visibility</p:attrName>
                                        </p:attrNameLst>
                                      </p:cBhvr>
                                      <p:to>
                                        <p:strVal val="visible"/>
                                      </p:to>
                                    </p:set>
                                    <p:animEffect transition="in" filter="box(in)">
                                      <p:cBhvr>
                                        <p:cTn id="20" dur="500"/>
                                        <p:tgtEl>
                                          <p:spTgt spid="43011">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ox(in)">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B89799A5-2BC6-401A-0E32-2E75B3D899E5}"/>
              </a:ext>
            </a:extLst>
          </p:cNvPr>
          <p:cNvSpPr>
            <a:spLocks noGrp="1" noChangeArrowheads="1"/>
          </p:cNvSpPr>
          <p:nvPr>
            <p:ph idx="1"/>
          </p:nvPr>
        </p:nvSpPr>
        <p:spPr>
          <a:xfrm>
            <a:off x="609600" y="1600200"/>
            <a:ext cx="7848600" cy="4800600"/>
          </a:xfrm>
        </p:spPr>
        <p:txBody>
          <a:bodyPr/>
          <a:lstStyle/>
          <a:p>
            <a:pPr eaLnBrk="1" hangingPunct="1">
              <a:lnSpc>
                <a:spcPct val="90000"/>
              </a:lnSpc>
            </a:pPr>
            <a:r>
              <a:rPr lang="zh-CN" altLang="en-US" sz="3600" b="1" dirty="0">
                <a:solidFill>
                  <a:srgbClr val="CC3300"/>
                </a:solidFill>
              </a:rPr>
              <a:t>一、有效数字的定义</a:t>
            </a:r>
            <a:endParaRPr lang="zh-CN" altLang="en-US" dirty="0"/>
          </a:p>
          <a:p>
            <a:pPr eaLnBrk="1" hangingPunct="1">
              <a:lnSpc>
                <a:spcPct val="90000"/>
              </a:lnSpc>
            </a:pPr>
            <a:r>
              <a:rPr lang="zh-CN" altLang="en-US" sz="2800" b="1" dirty="0">
                <a:ea typeface="楷体_GB2312"/>
                <a:cs typeface="楷体_GB2312"/>
              </a:rPr>
              <a:t>把测量结果中可靠的几位数字加上可疑的一位数字统称为测量结果的有效数字</a:t>
            </a:r>
            <a:endParaRPr lang="zh-CN" altLang="en-US" sz="2800" dirty="0"/>
          </a:p>
          <a:p>
            <a:pPr eaLnBrk="1" hangingPunct="1">
              <a:lnSpc>
                <a:spcPct val="90000"/>
              </a:lnSpc>
            </a:pPr>
            <a:r>
              <a:rPr lang="zh-CN" altLang="en-US" dirty="0"/>
              <a:t>如用一个米尺测量一个物体的长度，测量读数为</a:t>
            </a:r>
            <a:r>
              <a:rPr lang="zh-CN" altLang="zh-CN" dirty="0"/>
              <a:t>41.15cm</a:t>
            </a:r>
            <a:r>
              <a:rPr lang="zh-CN" altLang="en-US" dirty="0"/>
              <a:t>，其中前三位数</a:t>
            </a:r>
            <a:r>
              <a:rPr lang="zh-CN" altLang="zh-CN" dirty="0"/>
              <a:t>41.1cm</a:t>
            </a:r>
            <a:r>
              <a:rPr lang="zh-CN" altLang="en-US" dirty="0"/>
              <a:t>是直接根据米尺上的刻度读出的，称为可靠数字。而最后一位</a:t>
            </a:r>
            <a:r>
              <a:rPr lang="zh-CN" altLang="zh-CN" dirty="0"/>
              <a:t>0.05cm</a:t>
            </a:r>
            <a:r>
              <a:rPr lang="zh-CN" altLang="en-US" dirty="0"/>
              <a:t>是由最小刻度之间估计出来的，称为可疑数字，即有误差数字。</a:t>
            </a:r>
          </a:p>
        </p:txBody>
      </p:sp>
      <p:sp>
        <p:nvSpPr>
          <p:cNvPr id="3" name="文本框 2">
            <a:extLst>
              <a:ext uri="{FF2B5EF4-FFF2-40B4-BE49-F238E27FC236}">
                <a16:creationId xmlns:a16="http://schemas.microsoft.com/office/drawing/2014/main" id="{A8405BED-AEF0-B64A-AA02-F6042F95B78C}"/>
              </a:ext>
            </a:extLst>
          </p:cNvPr>
          <p:cNvSpPr txBox="1"/>
          <p:nvPr/>
        </p:nvSpPr>
        <p:spPr>
          <a:xfrm>
            <a:off x="2195736" y="476672"/>
            <a:ext cx="5616624" cy="830997"/>
          </a:xfrm>
          <a:prstGeom prst="rect">
            <a:avLst/>
          </a:prstGeom>
          <a:noFill/>
        </p:spPr>
        <p:txBody>
          <a:bodyPr wrap="square" rtlCol="0">
            <a:spAutoFit/>
          </a:bodyPr>
          <a:lstStyle/>
          <a:p>
            <a:r>
              <a:rPr lang="zh-CN" altLang="en-US" sz="4800" b="0" dirty="0">
                <a:solidFill>
                  <a:srgbClr val="FF0000"/>
                </a:solidFill>
              </a:rPr>
              <a:t>第二节   有效数字</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FD74B88D-93D9-1569-CCDC-23B312C1DD1A}"/>
              </a:ext>
            </a:extLst>
          </p:cNvPr>
          <p:cNvSpPr>
            <a:spLocks noGrp="1" noChangeArrowheads="1"/>
          </p:cNvSpPr>
          <p:nvPr>
            <p:ph type="body" idx="4294967295"/>
          </p:nvPr>
        </p:nvSpPr>
        <p:spPr>
          <a:xfrm>
            <a:off x="430213" y="333375"/>
            <a:ext cx="8713787" cy="6048375"/>
          </a:xfrm>
        </p:spPr>
        <p:txBody>
          <a:bodyPr/>
          <a:lstStyle/>
          <a:p>
            <a:pPr eaLnBrk="1" hangingPunct="1"/>
            <a:r>
              <a:rPr lang="zh-CN" altLang="zh-CN" sz="2800">
                <a:solidFill>
                  <a:srgbClr val="0000FF"/>
                </a:solidFill>
                <a:latin typeface="楷体_GB2312"/>
                <a:ea typeface="楷体_GB2312"/>
                <a:cs typeface="楷体_GB2312"/>
              </a:rPr>
              <a:t>2</a:t>
            </a:r>
            <a:r>
              <a:rPr lang="zh-CN" altLang="en-US" sz="2800">
                <a:solidFill>
                  <a:srgbClr val="0000FF"/>
                </a:solidFill>
                <a:latin typeface="楷体_GB2312"/>
                <a:ea typeface="楷体_GB2312"/>
                <a:cs typeface="楷体_GB2312"/>
              </a:rPr>
              <a:t>、</a:t>
            </a:r>
            <a:r>
              <a:rPr lang="zh-CN" altLang="en-US" sz="2800" b="1">
                <a:solidFill>
                  <a:srgbClr val="0000FF"/>
                </a:solidFill>
                <a:latin typeface="楷体_GB2312"/>
                <a:ea typeface="楷体_GB2312"/>
                <a:cs typeface="楷体_GB2312"/>
              </a:rPr>
              <a:t>有效数字的来源</a:t>
            </a:r>
          </a:p>
          <a:p>
            <a:pPr eaLnBrk="1" hangingPunct="1"/>
            <a:r>
              <a:rPr lang="zh-CN" altLang="en-US" sz="2800" b="1">
                <a:latin typeface="楷体_GB2312"/>
                <a:ea typeface="楷体_GB2312"/>
                <a:cs typeface="楷体_GB2312"/>
              </a:rPr>
              <a:t>　　测量过程中各类因素产生的误差，使</a:t>
            </a:r>
            <a:r>
              <a:rPr lang="zh-CN" altLang="en-US" sz="2800" b="1">
                <a:solidFill>
                  <a:srgbClr val="FF0000"/>
                </a:solidFill>
                <a:latin typeface="楷体_GB2312"/>
                <a:ea typeface="楷体_GB2312"/>
                <a:cs typeface="楷体_GB2312"/>
              </a:rPr>
              <a:t>测量值</a:t>
            </a:r>
            <a:r>
              <a:rPr lang="zh-CN" altLang="en-US" sz="2800" b="1">
                <a:latin typeface="楷体_GB2312"/>
                <a:ea typeface="楷体_GB2312"/>
                <a:cs typeface="楷体_GB2312"/>
              </a:rPr>
              <a:t>分为从仪器上准确读出的</a:t>
            </a:r>
            <a:r>
              <a:rPr lang="zh-CN" altLang="en-US" sz="2800" b="1">
                <a:solidFill>
                  <a:srgbClr val="FF0000"/>
                </a:solidFill>
                <a:latin typeface="楷体_GB2312"/>
                <a:ea typeface="楷体_GB2312"/>
                <a:cs typeface="楷体_GB2312"/>
              </a:rPr>
              <a:t>部分</a:t>
            </a:r>
            <a:r>
              <a:rPr lang="zh-CN" altLang="zh-CN" sz="2800" b="1">
                <a:solidFill>
                  <a:srgbClr val="FF0000"/>
                </a:solidFill>
                <a:latin typeface="楷体_GB2312"/>
                <a:ea typeface="楷体_GB2312"/>
                <a:cs typeface="楷体_GB2312"/>
              </a:rPr>
              <a:t>--</a:t>
            </a:r>
            <a:r>
              <a:rPr lang="en-US" altLang="zh-CN" sz="2800" b="1">
                <a:solidFill>
                  <a:srgbClr val="FF0000"/>
                </a:solidFill>
                <a:latin typeface="楷体_GB2312"/>
                <a:ea typeface="楷体_GB2312"/>
                <a:cs typeface="楷体_GB2312"/>
              </a:rPr>
              <a:t>——</a:t>
            </a:r>
            <a:r>
              <a:rPr lang="zh-CN" altLang="en-US" sz="2800" b="1">
                <a:solidFill>
                  <a:srgbClr val="FF0000"/>
                </a:solidFill>
                <a:latin typeface="楷体_GB2312"/>
                <a:ea typeface="楷体_GB2312"/>
                <a:cs typeface="楷体_GB2312"/>
              </a:rPr>
              <a:t>准确数字</a:t>
            </a:r>
            <a:r>
              <a:rPr lang="zh-CN" altLang="en-US" sz="2800" b="1">
                <a:latin typeface="楷体_GB2312"/>
                <a:ea typeface="楷体_GB2312"/>
                <a:cs typeface="楷体_GB2312"/>
              </a:rPr>
              <a:t>和由于仪器最小刻度（或读数）限制只能估计其大小的</a:t>
            </a:r>
            <a:r>
              <a:rPr lang="zh-CN" altLang="en-US" sz="2800" b="1">
                <a:solidFill>
                  <a:srgbClr val="FF0000"/>
                </a:solidFill>
                <a:latin typeface="楷体_GB2312"/>
                <a:ea typeface="楷体_GB2312"/>
                <a:cs typeface="楷体_GB2312"/>
              </a:rPr>
              <a:t>部分</a:t>
            </a:r>
            <a:r>
              <a:rPr lang="zh-CN" altLang="zh-CN" sz="2800" b="1">
                <a:solidFill>
                  <a:srgbClr val="FF0000"/>
                </a:solidFill>
                <a:latin typeface="楷体_GB2312"/>
                <a:ea typeface="楷体_GB2312"/>
                <a:cs typeface="楷体_GB2312"/>
              </a:rPr>
              <a:t>--</a:t>
            </a:r>
            <a:r>
              <a:rPr lang="en-US" altLang="zh-CN" sz="2800" b="1">
                <a:solidFill>
                  <a:srgbClr val="FF0000"/>
                </a:solidFill>
                <a:latin typeface="楷体_GB2312"/>
                <a:ea typeface="楷体_GB2312"/>
                <a:cs typeface="楷体_GB2312"/>
              </a:rPr>
              <a:t>——</a:t>
            </a:r>
            <a:r>
              <a:rPr lang="zh-CN" altLang="en-US" sz="2800" b="1">
                <a:solidFill>
                  <a:srgbClr val="FF0000"/>
                </a:solidFill>
                <a:latin typeface="楷体_GB2312"/>
                <a:ea typeface="楷体_GB2312"/>
                <a:cs typeface="楷体_GB2312"/>
              </a:rPr>
              <a:t>欠准数字</a:t>
            </a:r>
            <a:r>
              <a:rPr lang="zh-CN" altLang="en-US" sz="2800" b="1">
                <a:latin typeface="楷体_GB2312"/>
                <a:ea typeface="楷体_GB2312"/>
                <a:cs typeface="楷体_GB2312"/>
              </a:rPr>
              <a:t>（通常只保留一位，故称为欠准数位）。</a:t>
            </a:r>
          </a:p>
          <a:p>
            <a:pPr eaLnBrk="1" hangingPunct="1"/>
            <a:r>
              <a:rPr lang="zh-CN" altLang="zh-CN" sz="2800" b="1"/>
              <a:t>15.</a:t>
            </a:r>
            <a:r>
              <a:rPr lang="zh-CN" altLang="zh-CN" sz="2800" b="1">
                <a:solidFill>
                  <a:srgbClr val="FF0000"/>
                </a:solidFill>
              </a:rPr>
              <a:t>2mm</a:t>
            </a:r>
            <a:endParaRPr lang="zh-CN" altLang="zh-CN" sz="2800" b="1">
              <a:latin typeface="楷体_GB2312"/>
              <a:ea typeface="楷体_GB2312"/>
              <a:cs typeface="楷体_GB2312"/>
            </a:endParaRPr>
          </a:p>
          <a:p>
            <a:pPr algn="just" eaLnBrk="1" hangingPunct="1"/>
            <a:endParaRPr lang="zh-CN" altLang="zh-CN" sz="2800" b="1"/>
          </a:p>
          <a:p>
            <a:pPr algn="just" eaLnBrk="1" hangingPunct="1"/>
            <a:endParaRPr lang="zh-CN" altLang="zh-CN" sz="2800" b="1"/>
          </a:p>
          <a:p>
            <a:pPr algn="just" eaLnBrk="1" hangingPunct="1"/>
            <a:r>
              <a:rPr lang="zh-CN" altLang="zh-CN" sz="2800" b="1"/>
              <a:t>15.</a:t>
            </a:r>
            <a:r>
              <a:rPr lang="zh-CN" altLang="zh-CN" sz="2800" b="1">
                <a:solidFill>
                  <a:srgbClr val="FF0000"/>
                </a:solidFill>
              </a:rPr>
              <a:t>0mm</a:t>
            </a:r>
            <a:endParaRPr lang="zh-CN" altLang="zh-CN" sz="2800" b="1"/>
          </a:p>
          <a:p>
            <a:pPr eaLnBrk="1" hangingPunct="1"/>
            <a:endParaRPr lang="zh-CN" altLang="zh-CN" sz="2800" b="1">
              <a:latin typeface="楷体_GB2312"/>
              <a:ea typeface="楷体_GB2312"/>
              <a:cs typeface="楷体_GB2312"/>
            </a:endParaRPr>
          </a:p>
          <a:p>
            <a:pPr eaLnBrk="1" hangingPunct="1"/>
            <a:r>
              <a:rPr lang="zh-CN" altLang="en-US" sz="3600" b="1">
                <a:solidFill>
                  <a:srgbClr val="FF0000"/>
                </a:solidFill>
                <a:latin typeface="楷体_GB2312"/>
                <a:ea typeface="楷体_GB2312"/>
                <a:cs typeface="楷体_GB2312"/>
              </a:rPr>
              <a:t>有效数字</a:t>
            </a:r>
            <a:r>
              <a:rPr lang="en-US" altLang="zh-CN" sz="3600" b="1">
                <a:solidFill>
                  <a:srgbClr val="FF0000"/>
                </a:solidFill>
                <a:latin typeface="楷体_GB2312"/>
                <a:ea typeface="楷体_GB2312"/>
                <a:cs typeface="楷体_GB2312"/>
              </a:rPr>
              <a:t> </a:t>
            </a:r>
            <a:r>
              <a:rPr lang="zh-CN" altLang="zh-CN" sz="3600" b="1">
                <a:solidFill>
                  <a:srgbClr val="FF0000"/>
                </a:solidFill>
                <a:latin typeface="楷体_GB2312"/>
                <a:ea typeface="楷体_GB2312"/>
                <a:cs typeface="楷体_GB2312"/>
              </a:rPr>
              <a:t>=</a:t>
            </a:r>
            <a:r>
              <a:rPr lang="en-US" altLang="zh-CN" sz="3600" b="1">
                <a:solidFill>
                  <a:srgbClr val="FF0000"/>
                </a:solidFill>
                <a:latin typeface="楷体_GB2312"/>
                <a:ea typeface="楷体_GB2312"/>
                <a:cs typeface="楷体_GB2312"/>
              </a:rPr>
              <a:t> </a:t>
            </a:r>
            <a:r>
              <a:rPr lang="zh-CN" altLang="en-US" sz="3600" b="1">
                <a:solidFill>
                  <a:srgbClr val="FF0000"/>
                </a:solidFill>
                <a:latin typeface="楷体_GB2312"/>
                <a:ea typeface="楷体_GB2312"/>
                <a:cs typeface="楷体_GB2312"/>
              </a:rPr>
              <a:t>准确数字</a:t>
            </a:r>
            <a:r>
              <a:rPr lang="en-US" altLang="zh-CN" sz="3600" b="1">
                <a:solidFill>
                  <a:srgbClr val="FF0000"/>
                </a:solidFill>
                <a:latin typeface="楷体_GB2312"/>
                <a:ea typeface="楷体_GB2312"/>
                <a:cs typeface="楷体_GB2312"/>
              </a:rPr>
              <a:t> </a:t>
            </a:r>
            <a:r>
              <a:rPr lang="zh-CN" altLang="zh-CN" sz="3600" b="1">
                <a:solidFill>
                  <a:srgbClr val="FF0000"/>
                </a:solidFill>
                <a:latin typeface="楷体_GB2312"/>
                <a:ea typeface="楷体_GB2312"/>
                <a:cs typeface="楷体_GB2312"/>
              </a:rPr>
              <a:t>+</a:t>
            </a:r>
            <a:r>
              <a:rPr lang="en-US" altLang="zh-CN" sz="3600" b="1">
                <a:solidFill>
                  <a:srgbClr val="FF0000"/>
                </a:solidFill>
                <a:latin typeface="楷体_GB2312"/>
                <a:ea typeface="楷体_GB2312"/>
                <a:cs typeface="楷体_GB2312"/>
              </a:rPr>
              <a:t> </a:t>
            </a:r>
            <a:r>
              <a:rPr lang="zh-CN" altLang="zh-CN" sz="3600" b="1">
                <a:solidFill>
                  <a:srgbClr val="FF0000"/>
                </a:solidFill>
                <a:latin typeface="楷体_GB2312"/>
                <a:ea typeface="楷体_GB2312"/>
                <a:cs typeface="楷体_GB2312"/>
              </a:rPr>
              <a:t>1</a:t>
            </a:r>
            <a:r>
              <a:rPr lang="zh-CN" altLang="en-US" sz="3600" b="1">
                <a:solidFill>
                  <a:srgbClr val="FF0000"/>
                </a:solidFill>
                <a:latin typeface="楷体_GB2312"/>
                <a:ea typeface="楷体_GB2312"/>
                <a:cs typeface="楷体_GB2312"/>
              </a:rPr>
              <a:t>位欠准数字</a:t>
            </a:r>
            <a:r>
              <a:rPr lang="zh-CN" altLang="en-US" sz="2800" u="sng">
                <a:solidFill>
                  <a:srgbClr val="FF0000"/>
                </a:solidFill>
                <a:latin typeface="楷体_GB2312"/>
                <a:ea typeface="楷体_GB2312"/>
                <a:cs typeface="楷体_GB2312"/>
              </a:rPr>
              <a:t>    </a:t>
            </a:r>
            <a:endParaRPr lang="zh-CN" altLang="en-US" sz="2800">
              <a:solidFill>
                <a:srgbClr val="FF0000"/>
              </a:solidFill>
              <a:latin typeface="楷体_GB2312"/>
              <a:ea typeface="楷体_GB2312"/>
              <a:cs typeface="楷体_GB2312"/>
            </a:endParaRPr>
          </a:p>
        </p:txBody>
      </p:sp>
      <p:graphicFrame>
        <p:nvGraphicFramePr>
          <p:cNvPr id="76803" name="Object 3">
            <a:extLst>
              <a:ext uri="{FF2B5EF4-FFF2-40B4-BE49-F238E27FC236}">
                <a16:creationId xmlns:a16="http://schemas.microsoft.com/office/drawing/2014/main" id="{6034BFB7-E2CC-F565-65BD-6B776F5B9CF8}"/>
              </a:ext>
            </a:extLst>
          </p:cNvPr>
          <p:cNvGraphicFramePr>
            <a:graphicFrameLocks noChangeAspect="1"/>
          </p:cNvGraphicFramePr>
          <p:nvPr/>
        </p:nvGraphicFramePr>
        <p:xfrm>
          <a:off x="2484438" y="2781300"/>
          <a:ext cx="4608512" cy="1112838"/>
        </p:xfrm>
        <a:graphic>
          <a:graphicData uri="http://schemas.openxmlformats.org/presentationml/2006/ole">
            <mc:AlternateContent xmlns:mc="http://schemas.openxmlformats.org/markup-compatibility/2006">
              <mc:Choice xmlns:v="urn:schemas-microsoft-com:vml" Requires="v">
                <p:oleObj r:id="rId2" imgW="3150108" imgH="760476" progId="">
                  <p:embed/>
                </p:oleObj>
              </mc:Choice>
              <mc:Fallback>
                <p:oleObj r:id="rId2" imgW="3150108" imgH="760476"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781300"/>
                        <a:ext cx="4608512"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04" name="Object 4">
            <a:extLst>
              <a:ext uri="{FF2B5EF4-FFF2-40B4-BE49-F238E27FC236}">
                <a16:creationId xmlns:a16="http://schemas.microsoft.com/office/drawing/2014/main" id="{8CB76D81-A208-F7A1-4EBF-18B15E7EA370}"/>
              </a:ext>
            </a:extLst>
          </p:cNvPr>
          <p:cNvGraphicFramePr>
            <a:graphicFrameLocks noChangeAspect="1"/>
          </p:cNvGraphicFramePr>
          <p:nvPr/>
        </p:nvGraphicFramePr>
        <p:xfrm>
          <a:off x="2484438" y="4221163"/>
          <a:ext cx="4679950" cy="1131887"/>
        </p:xfrm>
        <a:graphic>
          <a:graphicData uri="http://schemas.openxmlformats.org/presentationml/2006/ole">
            <mc:AlternateContent xmlns:mc="http://schemas.openxmlformats.org/markup-compatibility/2006">
              <mc:Choice xmlns:v="urn:schemas-microsoft-com:vml" Requires="v">
                <p:oleObj r:id="rId4" imgW="3165201" imgH="761172" progId="">
                  <p:embed/>
                </p:oleObj>
              </mc:Choice>
              <mc:Fallback>
                <p:oleObj r:id="rId4" imgW="3165201" imgH="761172"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4221163"/>
                        <a:ext cx="4679950"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78D91C8-D096-9A0E-7044-887CE35A1538}"/>
              </a:ext>
            </a:extLst>
          </p:cNvPr>
          <p:cNvSpPr>
            <a:spLocks noGrp="1" noChangeArrowheads="1"/>
          </p:cNvSpPr>
          <p:nvPr>
            <p:ph type="title"/>
          </p:nvPr>
        </p:nvSpPr>
        <p:spPr/>
        <p:txBody>
          <a:bodyPr/>
          <a:lstStyle/>
          <a:p>
            <a:pPr eaLnBrk="1" hangingPunct="1"/>
            <a:r>
              <a:rPr lang="zh-CN" altLang="en-US" b="1">
                <a:solidFill>
                  <a:srgbClr val="CC3300"/>
                </a:solidFill>
              </a:rPr>
              <a:t>二、有效数字在实际中的应用</a:t>
            </a:r>
            <a:br>
              <a:rPr lang="zh-CN" altLang="en-US"/>
            </a:br>
            <a:endParaRPr lang="zh-CN" altLang="zh-CN"/>
          </a:p>
        </p:txBody>
      </p:sp>
      <p:sp>
        <p:nvSpPr>
          <p:cNvPr id="77827" name="Rectangle 3">
            <a:extLst>
              <a:ext uri="{FF2B5EF4-FFF2-40B4-BE49-F238E27FC236}">
                <a16:creationId xmlns:a16="http://schemas.microsoft.com/office/drawing/2014/main" id="{3997BC0E-F1E9-9B9C-F4EC-2D6C26FFAFB2}"/>
              </a:ext>
            </a:extLst>
          </p:cNvPr>
          <p:cNvSpPr>
            <a:spLocks noGrp="1" noChangeArrowheads="1"/>
          </p:cNvSpPr>
          <p:nvPr>
            <p:ph idx="1"/>
          </p:nvPr>
        </p:nvSpPr>
        <p:spPr>
          <a:xfrm>
            <a:off x="428625" y="914400"/>
            <a:ext cx="8358188" cy="5943600"/>
          </a:xfrm>
        </p:spPr>
        <p:txBody>
          <a:bodyPr/>
          <a:lstStyle/>
          <a:p>
            <a:pPr eaLnBrk="1" hangingPunct="1">
              <a:lnSpc>
                <a:spcPts val="4500"/>
              </a:lnSpc>
            </a:pPr>
            <a:r>
              <a:rPr lang="zh-CN" altLang="en-US"/>
              <a:t>（1）有效数字与仪器有关，测量值的有效数字既反映被测量物理量的大小又反映所用仪器的测量精度。</a:t>
            </a:r>
          </a:p>
        </p:txBody>
      </p:sp>
      <p:sp>
        <p:nvSpPr>
          <p:cNvPr id="77828" name="矩形 3">
            <a:extLst>
              <a:ext uri="{FF2B5EF4-FFF2-40B4-BE49-F238E27FC236}">
                <a16:creationId xmlns:a16="http://schemas.microsoft.com/office/drawing/2014/main" id="{F6A6BE1E-635D-83CA-CCAC-999B188BA8EA}"/>
              </a:ext>
            </a:extLst>
          </p:cNvPr>
          <p:cNvSpPr>
            <a:spLocks noChangeArrowheads="1"/>
          </p:cNvSpPr>
          <p:nvPr/>
        </p:nvSpPr>
        <p:spPr bwMode="auto">
          <a:xfrm>
            <a:off x="642938" y="2928938"/>
            <a:ext cx="7561262"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lnSpc>
                <a:spcPts val="3700"/>
              </a:lnSpc>
              <a:spcBef>
                <a:spcPct val="0"/>
              </a:spcBef>
              <a:buClrTx/>
              <a:buSzTx/>
              <a:buFont typeface="Arial" panose="020B0604020202020204" pitchFamily="34" charset="0"/>
              <a:buNone/>
            </a:pPr>
            <a:r>
              <a:rPr lang="zh-CN" altLang="en-US" sz="2800" b="0">
                <a:latin typeface="Times New Roman" panose="02020603050405020304" pitchFamily="18" charset="0"/>
                <a:ea typeface="宋体" panose="02010600030101010101" pitchFamily="2" charset="-122"/>
              </a:rPr>
              <a:t>下组数据是同一物体长度</a:t>
            </a:r>
            <a:r>
              <a:rPr lang="zh-CN" altLang="zh-CN" sz="2800" b="0">
                <a:latin typeface="Times New Roman" panose="02020603050405020304" pitchFamily="18" charset="0"/>
                <a:ea typeface="宋体" panose="02010600030101010101" pitchFamily="2" charset="-122"/>
              </a:rPr>
              <a:t>用米尺、卡尺</a:t>
            </a:r>
            <a:r>
              <a:rPr lang="zh-CN" altLang="en-US" sz="2800" b="0">
                <a:latin typeface="Times New Roman" panose="02020603050405020304" pitchFamily="18" charset="0"/>
                <a:ea typeface="宋体" panose="02010600030101010101" pitchFamily="2" charset="-122"/>
              </a:rPr>
              <a:t>（精度</a:t>
            </a:r>
            <a:r>
              <a:rPr lang="en-US" altLang="zh-CN" sz="2800" b="0">
                <a:latin typeface="Times New Roman" panose="02020603050405020304" pitchFamily="18" charset="0"/>
                <a:ea typeface="宋体" panose="02010600030101010101" pitchFamily="2" charset="-122"/>
              </a:rPr>
              <a:t>0.1mm</a:t>
            </a:r>
            <a:r>
              <a:rPr lang="zh-CN" altLang="en-US" sz="2800" b="0">
                <a:latin typeface="Times New Roman" panose="02020603050405020304" pitchFamily="18" charset="0"/>
                <a:ea typeface="宋体" panose="02010600030101010101" pitchFamily="2" charset="-122"/>
              </a:rPr>
              <a:t>）</a:t>
            </a:r>
            <a:r>
              <a:rPr lang="zh-CN" altLang="zh-CN" sz="2800" b="0">
                <a:latin typeface="Times New Roman" panose="02020603050405020304" pitchFamily="18" charset="0"/>
                <a:ea typeface="宋体" panose="02010600030101010101" pitchFamily="2" charset="-122"/>
              </a:rPr>
              <a:t>和千分尺测量的，请指出每个数据所用的量具：</a:t>
            </a:r>
            <a:r>
              <a:rPr lang="en-US" altLang="zh-CN" sz="2800" b="0">
                <a:latin typeface="Times New Roman" panose="02020603050405020304" pitchFamily="18" charset="0"/>
                <a:ea typeface="宋体" panose="02010600030101010101" pitchFamily="2" charset="-122"/>
              </a:rPr>
              <a:t> </a:t>
            </a:r>
            <a:endParaRPr lang="zh-CN" altLang="en-US" sz="2800" b="0">
              <a:latin typeface="Times New Roman" panose="02020603050405020304" pitchFamily="18" charset="0"/>
              <a:ea typeface="宋体" panose="02010600030101010101" pitchFamily="2" charset="-122"/>
            </a:endParaRPr>
          </a:p>
        </p:txBody>
      </p:sp>
      <p:sp>
        <p:nvSpPr>
          <p:cNvPr id="77829" name="矩形 4">
            <a:extLst>
              <a:ext uri="{FF2B5EF4-FFF2-40B4-BE49-F238E27FC236}">
                <a16:creationId xmlns:a16="http://schemas.microsoft.com/office/drawing/2014/main" id="{FC9D0D96-FD65-1395-2890-BFE3C5DBAC2E}"/>
              </a:ext>
            </a:extLst>
          </p:cNvPr>
          <p:cNvSpPr>
            <a:spLocks noChangeArrowheads="1"/>
          </p:cNvSpPr>
          <p:nvPr/>
        </p:nvSpPr>
        <p:spPr bwMode="auto">
          <a:xfrm>
            <a:off x="1214438" y="4214813"/>
            <a:ext cx="4572000" cy="228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lnSpc>
                <a:spcPct val="150000"/>
              </a:lnSpc>
              <a:spcBef>
                <a:spcPct val="0"/>
              </a:spcBef>
              <a:buClrTx/>
              <a:buSzTx/>
              <a:buFont typeface="Arial" panose="020B0604020202020204" pitchFamily="34" charset="0"/>
              <a:buNone/>
            </a:pPr>
            <a:r>
              <a:rPr lang="en-US" altLang="zh-CN" sz="2400" b="0">
                <a:latin typeface="Times New Roman" panose="02020603050405020304" pitchFamily="18" charset="0"/>
                <a:ea typeface="宋体" panose="02010600030101010101" pitchFamily="2" charset="-122"/>
              </a:rPr>
              <a:t>  </a:t>
            </a:r>
            <a:r>
              <a:rPr lang="en-US" altLang="zh-CN" b="0">
                <a:latin typeface="Times New Roman" panose="02020603050405020304" pitchFamily="18" charset="0"/>
                <a:ea typeface="宋体" panose="02010600030101010101" pitchFamily="2" charset="-122"/>
              </a:rPr>
              <a:t>13.2mm</a:t>
            </a:r>
            <a:r>
              <a:rPr lang="zh-CN" altLang="zh-CN" b="0">
                <a:latin typeface="Times New Roman" panose="02020603050405020304" pitchFamily="18" charset="0"/>
                <a:ea typeface="宋体" panose="02010600030101010101" pitchFamily="2" charset="-122"/>
              </a:rPr>
              <a:t>（ </a:t>
            </a:r>
            <a:r>
              <a:rPr lang="en-US" altLang="zh-CN" b="0">
                <a:latin typeface="Times New Roman" panose="02020603050405020304" pitchFamily="18" charset="0"/>
                <a:ea typeface="宋体" panose="02010600030101010101" pitchFamily="2" charset="-122"/>
              </a:rPr>
              <a:t>     </a:t>
            </a:r>
            <a:r>
              <a:rPr lang="zh-CN" altLang="zh-CN" b="0">
                <a:latin typeface="Times New Roman" panose="02020603050405020304" pitchFamily="18" charset="0"/>
                <a:ea typeface="宋体" panose="02010600030101010101" pitchFamily="2" charset="-122"/>
              </a:rPr>
              <a:t>）</a:t>
            </a:r>
            <a:endParaRPr lang="zh-CN" altLang="en-US" b="0">
              <a:latin typeface="Times New Roman" panose="02020603050405020304" pitchFamily="18" charset="0"/>
              <a:ea typeface="宋体" panose="02010600030101010101" pitchFamily="2" charset="-122"/>
            </a:endParaRPr>
          </a:p>
          <a:p>
            <a:pPr eaLnBrk="1" hangingPunct="1">
              <a:lnSpc>
                <a:spcPct val="150000"/>
              </a:lnSpc>
              <a:spcBef>
                <a:spcPct val="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rPr>
              <a:t>  13.21mm</a:t>
            </a:r>
            <a:r>
              <a:rPr lang="zh-CN" altLang="en-US" b="0">
                <a:latin typeface="Times New Roman" panose="02020603050405020304" pitchFamily="18" charset="0"/>
                <a:ea typeface="宋体" panose="02010600030101010101" pitchFamily="2" charset="-122"/>
              </a:rPr>
              <a:t>（        ）</a:t>
            </a:r>
          </a:p>
          <a:p>
            <a:pPr eaLnBrk="1" hangingPunct="1">
              <a:lnSpc>
                <a:spcPct val="150000"/>
              </a:lnSpc>
              <a:spcBef>
                <a:spcPct val="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rPr>
              <a:t>  1.3212cm</a:t>
            </a:r>
            <a:r>
              <a:rPr lang="zh-CN" altLang="zh-CN" b="0">
                <a:latin typeface="Times New Roman" panose="02020603050405020304" pitchFamily="18" charset="0"/>
                <a:ea typeface="宋体" panose="02010600030101010101" pitchFamily="2" charset="-122"/>
              </a:rPr>
              <a:t>（ </a:t>
            </a:r>
            <a:r>
              <a:rPr lang="en-US" altLang="zh-CN" b="0">
                <a:latin typeface="Times New Roman" panose="02020603050405020304" pitchFamily="18" charset="0"/>
                <a:ea typeface="宋体" panose="02010600030101010101" pitchFamily="2" charset="-122"/>
              </a:rPr>
              <a:t>     </a:t>
            </a:r>
            <a:r>
              <a:rPr lang="zh-CN" altLang="zh-CN" b="0">
                <a:latin typeface="Times New Roman" panose="02020603050405020304" pitchFamily="18" charset="0"/>
                <a:ea typeface="宋体" panose="02010600030101010101" pitchFamily="2" charset="-122"/>
              </a:rPr>
              <a:t>）</a:t>
            </a:r>
            <a:r>
              <a:rPr lang="en-US" altLang="zh-CN" b="0">
                <a:latin typeface="Times New Roman" panose="02020603050405020304" pitchFamily="18" charset="0"/>
                <a:ea typeface="宋体" panose="02010600030101010101" pitchFamily="2" charset="-122"/>
              </a:rPr>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内容占位符 1">
            <a:extLst>
              <a:ext uri="{FF2B5EF4-FFF2-40B4-BE49-F238E27FC236}">
                <a16:creationId xmlns:a16="http://schemas.microsoft.com/office/drawing/2014/main" id="{075B057B-D19B-C6AD-B7BA-B86B8A28D1F0}"/>
              </a:ext>
            </a:extLst>
          </p:cNvPr>
          <p:cNvSpPr>
            <a:spLocks noGrp="1" noChangeArrowheads="1"/>
          </p:cNvSpPr>
          <p:nvPr>
            <p:ph idx="1"/>
          </p:nvPr>
        </p:nvSpPr>
        <p:spPr/>
        <p:txBody>
          <a:bodyPr/>
          <a:lstStyle/>
          <a:p>
            <a:pPr eaLnBrk="1" hangingPunct="1">
              <a:buFont typeface="Wingdings 3" panose="05040102010807070707" pitchFamily="18" charset="2"/>
              <a:buNone/>
            </a:pPr>
            <a:r>
              <a:rPr lang="en-US" altLang="zh-CN"/>
              <a:t> </a:t>
            </a:r>
            <a:endParaRPr lang="zh-CN" altLang="zh-CN"/>
          </a:p>
          <a:p>
            <a:pPr eaLnBrk="1" hangingPunct="1">
              <a:lnSpc>
                <a:spcPct val="150000"/>
              </a:lnSpc>
              <a:buFont typeface="Wingdings 3" panose="05040102010807070707" pitchFamily="18" charset="2"/>
              <a:buNone/>
            </a:pPr>
            <a:r>
              <a:rPr lang="en-US" altLang="zh-CN"/>
              <a:t>  </a:t>
            </a:r>
            <a:endParaRPr lang="zh-CN" altLang="zh-CN"/>
          </a:p>
        </p:txBody>
      </p:sp>
      <p:sp>
        <p:nvSpPr>
          <p:cNvPr id="78851" name="矩形 3">
            <a:extLst>
              <a:ext uri="{FF2B5EF4-FFF2-40B4-BE49-F238E27FC236}">
                <a16:creationId xmlns:a16="http://schemas.microsoft.com/office/drawing/2014/main" id="{585127CB-9D81-F920-EE5C-6DB281066502}"/>
              </a:ext>
            </a:extLst>
          </p:cNvPr>
          <p:cNvSpPr>
            <a:spLocks noChangeArrowheads="1"/>
          </p:cNvSpPr>
          <p:nvPr/>
        </p:nvSpPr>
        <p:spPr bwMode="auto">
          <a:xfrm>
            <a:off x="468313" y="260350"/>
            <a:ext cx="8351837"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zh-CN" altLang="en-US">
                <a:latin typeface="华文楷体" panose="02010600040101010101" pitchFamily="2" charset="-122"/>
                <a:ea typeface="楷体_GB2312"/>
              </a:rPr>
              <a:t>（2）</a:t>
            </a:r>
            <a:r>
              <a:rPr lang="zh-CN" altLang="en-US">
                <a:latin typeface="Times New Roman" panose="02020603050405020304" pitchFamily="18" charset="0"/>
                <a:ea typeface="楷体_GB2312"/>
              </a:rPr>
              <a:t>“</a:t>
            </a:r>
            <a:r>
              <a:rPr lang="zh-CN" altLang="en-US">
                <a:latin typeface="华文楷体" panose="02010600040101010101" pitchFamily="2" charset="-122"/>
                <a:ea typeface="楷体_GB2312"/>
              </a:rPr>
              <a:t>0</a:t>
            </a:r>
            <a:r>
              <a:rPr lang="zh-CN" altLang="en-US">
                <a:latin typeface="Times New Roman" panose="02020603050405020304" pitchFamily="18" charset="0"/>
                <a:ea typeface="楷体_GB2312"/>
              </a:rPr>
              <a:t>”</a:t>
            </a:r>
            <a:r>
              <a:rPr lang="zh-CN" altLang="en-US">
                <a:latin typeface="华文楷体" panose="02010600040101010101" pitchFamily="2" charset="-122"/>
                <a:ea typeface="楷体_GB2312"/>
              </a:rPr>
              <a:t>在有效数字中的作用</a:t>
            </a:r>
            <a:r>
              <a:rPr lang="zh-CN" altLang="en-US" b="0">
                <a:latin typeface="华文楷体" panose="02010600040101010101" pitchFamily="2" charset="-122"/>
                <a:ea typeface="楷体_GB2312"/>
              </a:rPr>
              <a:t>：</a:t>
            </a:r>
            <a:endParaRPr lang="en-US" altLang="zh-CN" b="0">
              <a:latin typeface="华文楷体" panose="02010600040101010101" pitchFamily="2" charset="-122"/>
              <a:ea typeface="楷体_GB2312"/>
            </a:endParaRPr>
          </a:p>
          <a:p>
            <a:pPr eaLnBrk="1" hangingPunct="1">
              <a:spcBef>
                <a:spcPct val="0"/>
              </a:spcBef>
              <a:buClrTx/>
              <a:buSzTx/>
              <a:buFont typeface="Arial" panose="020B0604020202020204" pitchFamily="34" charset="0"/>
              <a:buNone/>
            </a:pPr>
            <a:r>
              <a:rPr lang="en-US" altLang="zh-CN" b="0">
                <a:latin typeface="华文楷体" panose="02010600040101010101" pitchFamily="2" charset="-122"/>
                <a:ea typeface="楷体_GB2312"/>
              </a:rPr>
              <a:t>       </a:t>
            </a:r>
            <a:r>
              <a:rPr lang="zh-CN" altLang="en-US" b="0">
                <a:latin typeface="Times New Roman" panose="02020603050405020304" pitchFamily="18" charset="0"/>
                <a:ea typeface="楷体_GB2312"/>
              </a:rPr>
              <a:t>“</a:t>
            </a:r>
            <a:r>
              <a:rPr lang="zh-CN" altLang="en-US" b="0">
                <a:latin typeface="华文楷体" panose="02010600040101010101" pitchFamily="2" charset="-122"/>
                <a:ea typeface="楷体_GB2312"/>
              </a:rPr>
              <a:t>0</a:t>
            </a:r>
            <a:r>
              <a:rPr lang="zh-CN" altLang="en-US" b="0">
                <a:latin typeface="Times New Roman" panose="02020603050405020304" pitchFamily="18" charset="0"/>
                <a:ea typeface="楷体_GB2312"/>
              </a:rPr>
              <a:t>”</a:t>
            </a:r>
            <a:r>
              <a:rPr lang="zh-CN" altLang="en-US" b="0">
                <a:latin typeface="华文楷体" panose="02010600040101010101" pitchFamily="2" charset="-122"/>
                <a:ea typeface="楷体_GB2312"/>
              </a:rPr>
              <a:t>的位置不同，作用也不同。</a:t>
            </a:r>
          </a:p>
          <a:p>
            <a:pPr eaLnBrk="1" hangingPunct="1">
              <a:spcBef>
                <a:spcPct val="0"/>
              </a:spcBef>
              <a:buClrTx/>
              <a:buSzTx/>
              <a:buFont typeface="Arial" panose="020B0604020202020204" pitchFamily="34" charset="0"/>
              <a:buNone/>
            </a:pPr>
            <a:r>
              <a:rPr lang="zh-CN" altLang="en-US" b="0">
                <a:latin typeface="华文楷体" panose="02010600040101010101" pitchFamily="2" charset="-122"/>
                <a:ea typeface="楷体_GB2312"/>
              </a:rPr>
              <a:t>如：</a:t>
            </a:r>
            <a:r>
              <a:rPr lang="zh-CN" altLang="en-US" b="0">
                <a:solidFill>
                  <a:srgbClr val="CC3300"/>
                </a:solidFill>
                <a:latin typeface="华文楷体" panose="02010600040101010101" pitchFamily="2" charset="-122"/>
                <a:ea typeface="楷体_GB2312"/>
              </a:rPr>
              <a:t>0</a:t>
            </a:r>
            <a:r>
              <a:rPr lang="zh-CN" altLang="en-US" b="0">
                <a:latin typeface="华文楷体" panose="02010600040101010101" pitchFamily="2" charset="-122"/>
                <a:ea typeface="楷体_GB2312"/>
              </a:rPr>
              <a:t>.</a:t>
            </a:r>
            <a:r>
              <a:rPr lang="zh-CN" altLang="en-US" b="0">
                <a:solidFill>
                  <a:srgbClr val="CC3300"/>
                </a:solidFill>
                <a:latin typeface="华文楷体" panose="02010600040101010101" pitchFamily="2" charset="-122"/>
                <a:ea typeface="楷体_GB2312"/>
              </a:rPr>
              <a:t>0</a:t>
            </a:r>
            <a:r>
              <a:rPr lang="zh-CN" altLang="en-US" b="0">
                <a:latin typeface="华文楷体" panose="02010600040101010101" pitchFamily="2" charset="-122"/>
                <a:ea typeface="楷体_GB2312"/>
              </a:rPr>
              <a:t>315m中的两个</a:t>
            </a:r>
            <a:r>
              <a:rPr lang="zh-CN" altLang="en-US" b="0">
                <a:latin typeface="Times New Roman" panose="02020603050405020304" pitchFamily="18" charset="0"/>
                <a:ea typeface="楷体_GB2312"/>
              </a:rPr>
              <a:t>“</a:t>
            </a:r>
            <a:r>
              <a:rPr lang="zh-CN" altLang="en-US" b="0">
                <a:latin typeface="华文楷体" panose="02010600040101010101" pitchFamily="2" charset="-122"/>
                <a:ea typeface="楷体_GB2312"/>
              </a:rPr>
              <a:t>0</a:t>
            </a:r>
            <a:r>
              <a:rPr lang="zh-CN" altLang="en-US" b="0">
                <a:latin typeface="Times New Roman" panose="02020603050405020304" pitchFamily="18" charset="0"/>
                <a:ea typeface="楷体_GB2312"/>
              </a:rPr>
              <a:t>”</a:t>
            </a:r>
            <a:r>
              <a:rPr lang="zh-CN" altLang="en-US" b="0">
                <a:latin typeface="华文楷体" panose="02010600040101010101" pitchFamily="2" charset="-122"/>
                <a:ea typeface="楷体_GB2312"/>
              </a:rPr>
              <a:t>都不是有效数字，3.</a:t>
            </a:r>
            <a:r>
              <a:rPr lang="zh-CN" altLang="en-US" b="0">
                <a:solidFill>
                  <a:srgbClr val="FF0000"/>
                </a:solidFill>
                <a:latin typeface="华文楷体" panose="02010600040101010101" pitchFamily="2" charset="-122"/>
                <a:ea typeface="楷体_GB2312"/>
              </a:rPr>
              <a:t>0</a:t>
            </a:r>
            <a:r>
              <a:rPr lang="zh-CN" altLang="en-US" b="0">
                <a:latin typeface="华文楷体" panose="02010600040101010101" pitchFamily="2" charset="-122"/>
                <a:ea typeface="楷体_GB2312"/>
              </a:rPr>
              <a:t>4cm和2.1</a:t>
            </a:r>
            <a:r>
              <a:rPr lang="zh-CN" altLang="en-US" b="0">
                <a:solidFill>
                  <a:srgbClr val="FF0000"/>
                </a:solidFill>
                <a:latin typeface="华文楷体" panose="02010600040101010101" pitchFamily="2" charset="-122"/>
                <a:ea typeface="楷体_GB2312"/>
              </a:rPr>
              <a:t>0</a:t>
            </a:r>
            <a:r>
              <a:rPr lang="zh-CN" altLang="en-US" b="0">
                <a:latin typeface="华文楷体" panose="02010600040101010101" pitchFamily="2" charset="-122"/>
                <a:ea typeface="楷体_GB2312"/>
              </a:rPr>
              <a:t>cm中的</a:t>
            </a:r>
            <a:r>
              <a:rPr lang="zh-CN" altLang="en-US" b="0">
                <a:latin typeface="Times New Roman" panose="02020603050405020304" pitchFamily="18" charset="0"/>
                <a:ea typeface="楷体_GB2312"/>
              </a:rPr>
              <a:t>“</a:t>
            </a:r>
            <a:r>
              <a:rPr lang="zh-CN" altLang="en-US" b="0">
                <a:latin typeface="华文楷体" panose="02010600040101010101" pitchFamily="2" charset="-122"/>
                <a:ea typeface="楷体_GB2312"/>
              </a:rPr>
              <a:t>0</a:t>
            </a:r>
            <a:r>
              <a:rPr lang="zh-CN" altLang="en-US" b="0">
                <a:latin typeface="Times New Roman" panose="02020603050405020304" pitchFamily="18" charset="0"/>
                <a:ea typeface="楷体_GB2312"/>
              </a:rPr>
              <a:t>”</a:t>
            </a:r>
            <a:r>
              <a:rPr lang="zh-CN" altLang="en-US" b="0">
                <a:latin typeface="华文楷体" panose="02010600040101010101" pitchFamily="2" charset="-122"/>
                <a:ea typeface="楷体_GB2312"/>
              </a:rPr>
              <a:t>都是有效数字。</a:t>
            </a:r>
            <a:endParaRPr lang="en-US" altLang="zh-CN" b="0">
              <a:latin typeface="华文楷体" panose="02010600040101010101" pitchFamily="2" charset="-122"/>
              <a:ea typeface="楷体_GB2312"/>
            </a:endParaRPr>
          </a:p>
          <a:p>
            <a:pPr eaLnBrk="1" hangingPunct="1">
              <a:spcBef>
                <a:spcPct val="0"/>
              </a:spcBef>
              <a:buClrTx/>
              <a:buSzTx/>
              <a:buFont typeface="Arial" panose="020B0604020202020204" pitchFamily="34" charset="0"/>
              <a:buNone/>
            </a:pPr>
            <a:r>
              <a:rPr lang="zh-CN" altLang="en-US">
                <a:latin typeface="华文楷体" panose="02010600040101010101" pitchFamily="2" charset="-122"/>
                <a:ea typeface="楷体_GB2312"/>
              </a:rPr>
              <a:t>（3）科学表达式：</a:t>
            </a:r>
            <a:endParaRPr lang="en-US" altLang="zh-CN">
              <a:latin typeface="华文楷体" panose="02010600040101010101" pitchFamily="2" charset="-122"/>
              <a:ea typeface="楷体_GB2312"/>
            </a:endParaRPr>
          </a:p>
          <a:p>
            <a:pPr eaLnBrk="1" hangingPunct="1">
              <a:spcBef>
                <a:spcPct val="0"/>
              </a:spcBef>
              <a:buClrTx/>
              <a:buSzTx/>
              <a:buFont typeface="Arial" panose="020B0604020202020204" pitchFamily="34" charset="0"/>
              <a:buNone/>
            </a:pPr>
            <a:r>
              <a:rPr lang="en-US" altLang="zh-CN" b="0">
                <a:latin typeface="华文楷体" panose="02010600040101010101" pitchFamily="2" charset="-122"/>
                <a:ea typeface="楷体_GB2312"/>
              </a:rPr>
              <a:t>          </a:t>
            </a:r>
            <a:r>
              <a:rPr lang="zh-CN" altLang="en-US" b="0">
                <a:latin typeface="华文楷体" panose="02010600040101010101" pitchFamily="2" charset="-122"/>
                <a:ea typeface="楷体_GB2312"/>
              </a:rPr>
              <a:t>2.050×10</a:t>
            </a:r>
            <a:r>
              <a:rPr lang="zh-CN" altLang="en-US" b="0">
                <a:latin typeface="Times New Roman" panose="02020603050405020304" pitchFamily="18" charset="0"/>
                <a:ea typeface="楷体_GB2312"/>
              </a:rPr>
              <a:t>³</a:t>
            </a:r>
            <a:r>
              <a:rPr lang="zh-CN" altLang="en-US" b="0">
                <a:latin typeface="华文楷体" panose="02010600040101010101" pitchFamily="2" charset="-122"/>
                <a:ea typeface="楷体_GB2312"/>
              </a:rPr>
              <a:t>有四位有效数字。</a:t>
            </a:r>
          </a:p>
          <a:p>
            <a:pPr eaLnBrk="1" hangingPunct="1">
              <a:spcBef>
                <a:spcPct val="0"/>
              </a:spcBef>
              <a:buClrTx/>
              <a:buSzTx/>
              <a:buFont typeface="Arial" panose="020B0604020202020204" pitchFamily="34" charset="0"/>
              <a:buNone/>
            </a:pPr>
            <a:r>
              <a:rPr lang="zh-CN" altLang="en-US">
                <a:latin typeface="华文楷体" panose="02010600040101010101" pitchFamily="2" charset="-122"/>
                <a:ea typeface="楷体_GB2312"/>
              </a:rPr>
              <a:t>（4）不确定度的取位和结果的表示：</a:t>
            </a:r>
            <a:endParaRPr lang="en-US" altLang="zh-CN">
              <a:latin typeface="华文楷体" panose="02010600040101010101" pitchFamily="2" charset="-122"/>
              <a:ea typeface="楷体_GB2312"/>
            </a:endParaRPr>
          </a:p>
          <a:p>
            <a:pPr eaLnBrk="1" hangingPunct="1">
              <a:spcBef>
                <a:spcPct val="0"/>
              </a:spcBef>
              <a:buClrTx/>
              <a:buSzTx/>
              <a:buFont typeface="Arial" panose="020B0604020202020204" pitchFamily="34" charset="0"/>
              <a:buNone/>
            </a:pPr>
            <a:r>
              <a:rPr lang="zh-CN" altLang="en-US" b="0">
                <a:solidFill>
                  <a:srgbClr val="FF0000"/>
                </a:solidFill>
                <a:latin typeface="华文楷体" panose="02010600040101010101" pitchFamily="2" charset="-122"/>
                <a:ea typeface="楷体_GB2312"/>
              </a:rPr>
              <a:t>一般情况下，不确定度</a:t>
            </a:r>
            <a:r>
              <a:rPr lang="zh-CN" altLang="en-US" b="0">
                <a:solidFill>
                  <a:srgbClr val="FF0000"/>
                </a:solidFill>
                <a:latin typeface="华文楷体" panose="02010600040101010101" pitchFamily="2" charset="-122"/>
                <a:ea typeface="楷体_GB2312"/>
                <a:sym typeface="Symbol" panose="05050102010706020507" pitchFamily="18" charset="2"/>
              </a:rPr>
              <a:t></a:t>
            </a:r>
            <a:r>
              <a:rPr lang="zh-CN" altLang="en-US" b="0">
                <a:solidFill>
                  <a:srgbClr val="FF0000"/>
                </a:solidFill>
                <a:latin typeface="华文楷体" panose="02010600040101010101" pitchFamily="2" charset="-122"/>
                <a:ea typeface="楷体_GB2312"/>
              </a:rPr>
              <a:t>的位数仅取一位有效数字，尾数只进不舍。测量量的平均值的最后一位有效数字取至与不确定度</a:t>
            </a:r>
            <a:r>
              <a:rPr lang="zh-CN" altLang="en-US" b="0">
                <a:solidFill>
                  <a:srgbClr val="FF0000"/>
                </a:solidFill>
                <a:latin typeface="华文楷体" panose="02010600040101010101" pitchFamily="2" charset="-122"/>
                <a:ea typeface="楷体_GB2312"/>
                <a:sym typeface="Symbol" panose="05050102010706020507" pitchFamily="18" charset="2"/>
              </a:rPr>
              <a:t></a:t>
            </a:r>
            <a:r>
              <a:rPr lang="zh-CN" altLang="en-US" b="0">
                <a:solidFill>
                  <a:srgbClr val="FF0000"/>
                </a:solidFill>
                <a:latin typeface="华文楷体" panose="02010600040101010101" pitchFamily="2" charset="-122"/>
                <a:ea typeface="楷体_GB2312"/>
              </a:rPr>
              <a:t>一位有效数字对齐。相对不确定度取两位有效数字，尾数只进不舍。</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a:extLst>
              <a:ext uri="{FF2B5EF4-FFF2-40B4-BE49-F238E27FC236}">
                <a16:creationId xmlns:a16="http://schemas.microsoft.com/office/drawing/2014/main" id="{BEBABF86-CED6-A024-AE5A-C04512BBCF0C}"/>
              </a:ext>
            </a:extLst>
          </p:cNvPr>
          <p:cNvSpPr>
            <a:spLocks noGrp="1" noChangeArrowheads="1"/>
          </p:cNvSpPr>
          <p:nvPr>
            <p:ph idx="1"/>
          </p:nvPr>
        </p:nvSpPr>
        <p:spPr>
          <a:xfrm>
            <a:off x="0" y="285750"/>
            <a:ext cx="9144000" cy="6400800"/>
          </a:xfrm>
        </p:spPr>
        <p:txBody>
          <a:bodyPr/>
          <a:lstStyle/>
          <a:p>
            <a:pPr eaLnBrk="1" hangingPunct="1"/>
            <a:r>
              <a:rPr lang="zh-CN" altLang="en-US" sz="3600">
                <a:latin typeface="楷体_GB2312"/>
                <a:ea typeface="楷体_GB2312"/>
                <a:cs typeface="楷体_GB2312"/>
              </a:rPr>
              <a:t>   如</a:t>
            </a:r>
          </a:p>
          <a:p>
            <a:pPr eaLnBrk="1" hangingPunct="1"/>
            <a:r>
              <a:rPr lang="en-US" altLang="zh-CN">
                <a:latin typeface="宋体" panose="02010600030101010101" pitchFamily="2" charset="-122"/>
              </a:rPr>
              <a:t>    </a:t>
            </a:r>
          </a:p>
          <a:p>
            <a:pPr eaLnBrk="1" hangingPunct="1"/>
            <a:r>
              <a:rPr lang="zh-CN" altLang="en-US" b="1">
                <a:latin typeface="宋体" panose="02010600030101010101" pitchFamily="2" charset="-122"/>
              </a:rPr>
              <a:t>（5）单位换算</a:t>
            </a:r>
            <a:r>
              <a:rPr lang="zh-CN" altLang="en-US">
                <a:latin typeface="宋体" panose="02010600030101010101" pitchFamily="2" charset="-122"/>
              </a:rPr>
              <a:t>：</a:t>
            </a:r>
            <a:endParaRPr lang="en-US" altLang="zh-CN">
              <a:latin typeface="宋体" panose="02010600030101010101" pitchFamily="2" charset="-122"/>
            </a:endParaRPr>
          </a:p>
          <a:p>
            <a:pPr eaLnBrk="1" hangingPunct="1">
              <a:lnSpc>
                <a:spcPts val="4000"/>
              </a:lnSpc>
            </a:pPr>
            <a:r>
              <a:rPr lang="en-US" altLang="zh-CN">
                <a:latin typeface="宋体" panose="02010600030101010101" pitchFamily="2" charset="-122"/>
              </a:rPr>
              <a:t>    </a:t>
            </a:r>
            <a:r>
              <a:rPr lang="zh-CN" altLang="en-US">
                <a:latin typeface="宋体" panose="02010600030101010101" pitchFamily="2" charset="-122"/>
              </a:rPr>
              <a:t>测量结果的单位换算不影响有效数字的位数。</a:t>
            </a:r>
            <a:endParaRPr lang="en-US" altLang="zh-CN">
              <a:latin typeface="宋体" panose="02010600030101010101" pitchFamily="2" charset="-122"/>
            </a:endParaRPr>
          </a:p>
          <a:p>
            <a:pPr eaLnBrk="1" hangingPunct="1">
              <a:lnSpc>
                <a:spcPts val="4000"/>
              </a:lnSpc>
              <a:buFontTx/>
              <a:buNone/>
            </a:pPr>
            <a:r>
              <a:rPr lang="en-US" altLang="zh-CN">
                <a:latin typeface="宋体" panose="02010600030101010101" pitchFamily="2" charset="-122"/>
              </a:rPr>
              <a:t>     1200</a:t>
            </a:r>
            <a:r>
              <a:rPr lang="zh-CN" altLang="en-US">
                <a:latin typeface="宋体" panose="02010600030101010101" pitchFamily="2" charset="-122"/>
              </a:rPr>
              <a:t>g=1.200kg</a:t>
            </a:r>
          </a:p>
          <a:p>
            <a:pPr eaLnBrk="1" hangingPunct="1">
              <a:lnSpc>
                <a:spcPct val="150000"/>
              </a:lnSpc>
            </a:pPr>
            <a:r>
              <a:rPr lang="zh-CN" altLang="en-US" b="1">
                <a:latin typeface="宋体" panose="02010600030101010101" pitchFamily="2" charset="-122"/>
              </a:rPr>
              <a:t>（6）常数和系数的有效数字位数可以认为是无限多位</a:t>
            </a:r>
          </a:p>
          <a:p>
            <a:pPr eaLnBrk="1" hangingPunct="1">
              <a:lnSpc>
                <a:spcPct val="150000"/>
              </a:lnSpc>
              <a:buFont typeface="Wingdings 2" panose="05020102010507070707" pitchFamily="18" charset="2"/>
              <a:buNone/>
            </a:pPr>
            <a:r>
              <a:rPr lang="zh-CN" altLang="en-US">
                <a:latin typeface="宋体" panose="02010600030101010101" pitchFamily="2" charset="-122"/>
              </a:rPr>
              <a:t>       </a:t>
            </a:r>
            <a:endParaRPr lang="zh-CN" altLang="en-US"/>
          </a:p>
        </p:txBody>
      </p:sp>
      <p:graphicFrame>
        <p:nvGraphicFramePr>
          <p:cNvPr id="59396" name="Object 3">
            <a:extLst>
              <a:ext uri="{FF2B5EF4-FFF2-40B4-BE49-F238E27FC236}">
                <a16:creationId xmlns:a16="http://schemas.microsoft.com/office/drawing/2014/main" id="{6E11D097-420E-BFB4-3670-F24A02ABEF68}"/>
              </a:ext>
            </a:extLst>
          </p:cNvPr>
          <p:cNvGraphicFramePr>
            <a:graphicFrameLocks noChangeAspect="1"/>
          </p:cNvGraphicFramePr>
          <p:nvPr/>
        </p:nvGraphicFramePr>
        <p:xfrm>
          <a:off x="2987675" y="476250"/>
          <a:ext cx="4692650" cy="503238"/>
        </p:xfrm>
        <a:graphic>
          <a:graphicData uri="http://schemas.openxmlformats.org/presentationml/2006/ole">
            <mc:AlternateContent xmlns:mc="http://schemas.openxmlformats.org/markup-compatibility/2006">
              <mc:Choice xmlns:v="urn:schemas-microsoft-com:vml" Requires="v">
                <p:oleObj r:id="rId2" imgW="1587500" imgH="228600" progId="">
                  <p:embed/>
                </p:oleObj>
              </mc:Choice>
              <mc:Fallback>
                <p:oleObj r:id="rId2" imgW="1587500" imgH="228600"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476250"/>
                        <a:ext cx="4692650" cy="50323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7" name="Object 5">
            <a:extLst>
              <a:ext uri="{FF2B5EF4-FFF2-40B4-BE49-F238E27FC236}">
                <a16:creationId xmlns:a16="http://schemas.microsoft.com/office/drawing/2014/main" id="{BA49C316-EDAF-85F8-B90F-EC8B4475DFF6}"/>
              </a:ext>
            </a:extLst>
          </p:cNvPr>
          <p:cNvGraphicFramePr>
            <a:graphicFrameLocks noChangeAspect="1"/>
          </p:cNvGraphicFramePr>
          <p:nvPr/>
        </p:nvGraphicFramePr>
        <p:xfrm>
          <a:off x="1331913" y="981075"/>
          <a:ext cx="6219825" cy="636588"/>
        </p:xfrm>
        <a:graphic>
          <a:graphicData uri="http://schemas.openxmlformats.org/presentationml/2006/ole">
            <mc:AlternateContent xmlns:mc="http://schemas.openxmlformats.org/markup-compatibility/2006">
              <mc:Choice xmlns:v="urn:schemas-microsoft-com:vml" Requires="v">
                <p:oleObj r:id="rId4" imgW="1941415" imgH="253780" progId="">
                  <p:embed/>
                </p:oleObj>
              </mc:Choice>
              <mc:Fallback>
                <p:oleObj r:id="rId4" imgW="1941415" imgH="25378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981075"/>
                        <a:ext cx="6219825" cy="63658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8" name="Object 6">
            <a:extLst>
              <a:ext uri="{FF2B5EF4-FFF2-40B4-BE49-F238E27FC236}">
                <a16:creationId xmlns:a16="http://schemas.microsoft.com/office/drawing/2014/main" id="{1E4EC55E-DD1F-143A-2FB2-ECA09CCA9959}"/>
              </a:ext>
            </a:extLst>
          </p:cNvPr>
          <p:cNvGraphicFramePr>
            <a:graphicFrameLocks noChangeAspect="1"/>
          </p:cNvGraphicFramePr>
          <p:nvPr/>
        </p:nvGraphicFramePr>
        <p:xfrm>
          <a:off x="611188" y="5084763"/>
          <a:ext cx="7156450" cy="915987"/>
        </p:xfrm>
        <a:graphic>
          <a:graphicData uri="http://schemas.openxmlformats.org/presentationml/2006/ole">
            <mc:AlternateContent xmlns:mc="http://schemas.openxmlformats.org/markup-compatibility/2006">
              <mc:Choice xmlns:v="urn:schemas-microsoft-com:vml" Requires="v">
                <p:oleObj r:id="rId6" imgW="3098800" imgH="457200" progId="">
                  <p:embed/>
                </p:oleObj>
              </mc:Choice>
              <mc:Fallback>
                <p:oleObj r:id="rId6" imgW="3098800" imgH="457200" progId="">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188" y="5084763"/>
                        <a:ext cx="7156450" cy="91598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9" name="Object 7">
            <a:extLst>
              <a:ext uri="{FF2B5EF4-FFF2-40B4-BE49-F238E27FC236}">
                <a16:creationId xmlns:a16="http://schemas.microsoft.com/office/drawing/2014/main" id="{7D699B47-4209-E05E-8AEA-779B7B2E251D}"/>
              </a:ext>
            </a:extLst>
          </p:cNvPr>
          <p:cNvGraphicFramePr>
            <a:graphicFrameLocks noChangeAspect="1"/>
          </p:cNvGraphicFramePr>
          <p:nvPr/>
        </p:nvGraphicFramePr>
        <p:xfrm>
          <a:off x="4859338" y="2924175"/>
          <a:ext cx="2205037" cy="454025"/>
        </p:xfrm>
        <a:graphic>
          <a:graphicData uri="http://schemas.openxmlformats.org/presentationml/2006/ole">
            <mc:AlternateContent xmlns:mc="http://schemas.openxmlformats.org/markup-compatibility/2006">
              <mc:Choice xmlns:v="urn:schemas-microsoft-com:vml" Requires="v">
                <p:oleObj r:id="rId8" imgW="1054100" imgH="228600" progId="">
                  <p:embed/>
                </p:oleObj>
              </mc:Choice>
              <mc:Fallback>
                <p:oleObj r:id="rId8" imgW="1054100" imgH="228600" progId="">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59338" y="2924175"/>
                        <a:ext cx="2205037" cy="4540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box(in)">
                                      <p:cBhvr>
                                        <p:cTn id="7" dur="500"/>
                                        <p:tgtEl>
                                          <p:spTgt spid="59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9397"/>
                                        </p:tgtEl>
                                        <p:attrNameLst>
                                          <p:attrName>style.visibility</p:attrName>
                                        </p:attrNameLst>
                                      </p:cBhvr>
                                      <p:to>
                                        <p:strVal val="visible"/>
                                      </p:to>
                                    </p:set>
                                    <p:animEffect transition="in" filter="box(in)">
                                      <p:cBhvr>
                                        <p:cTn id="12" dur="500"/>
                                        <p:tgtEl>
                                          <p:spTgt spid="593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9395">
                                            <p:txEl>
                                              <p:pRg st="2" end="2"/>
                                            </p:txEl>
                                          </p:spTgt>
                                        </p:tgtEl>
                                        <p:attrNameLst>
                                          <p:attrName>style.visibility</p:attrName>
                                        </p:attrNameLst>
                                      </p:cBhvr>
                                      <p:to>
                                        <p:strVal val="visible"/>
                                      </p:to>
                                    </p:set>
                                    <p:animEffect transition="in" filter="box(in)">
                                      <p:cBhvr>
                                        <p:cTn id="17" dur="500"/>
                                        <p:tgtEl>
                                          <p:spTgt spid="593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59395">
                                            <p:txEl>
                                              <p:pRg st="0" end="0"/>
                                            </p:txEl>
                                          </p:spTgt>
                                        </p:tgtEl>
                                        <p:attrNameLst>
                                          <p:attrName>style.visibility</p:attrName>
                                        </p:attrNameLst>
                                      </p:cBhvr>
                                      <p:to>
                                        <p:strVal val="visible"/>
                                      </p:to>
                                    </p:set>
                                    <p:animEffect transition="in" filter="box(in)">
                                      <p:cBhvr>
                                        <p:cTn id="22" dur="500"/>
                                        <p:tgtEl>
                                          <p:spTgt spid="5939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59395">
                                            <p:txEl>
                                              <p:pRg st="1" end="1"/>
                                            </p:txEl>
                                          </p:spTgt>
                                        </p:tgtEl>
                                        <p:attrNameLst>
                                          <p:attrName>style.visibility</p:attrName>
                                        </p:attrNameLst>
                                      </p:cBhvr>
                                      <p:to>
                                        <p:strVal val="visible"/>
                                      </p:to>
                                    </p:set>
                                    <p:animEffect transition="in" filter="box(in)">
                                      <p:cBhvr>
                                        <p:cTn id="27" dur="500"/>
                                        <p:tgtEl>
                                          <p:spTgt spid="59395">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59395">
                                            <p:txEl>
                                              <p:pRg st="3" end="3"/>
                                            </p:txEl>
                                          </p:spTgt>
                                        </p:tgtEl>
                                        <p:attrNameLst>
                                          <p:attrName>style.visibility</p:attrName>
                                        </p:attrNameLst>
                                      </p:cBhvr>
                                      <p:to>
                                        <p:strVal val="visible"/>
                                      </p:to>
                                    </p:set>
                                    <p:animEffect transition="in" filter="box(in)">
                                      <p:cBhvr>
                                        <p:cTn id="32" dur="500"/>
                                        <p:tgtEl>
                                          <p:spTgt spid="59395">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59395">
                                            <p:txEl>
                                              <p:pRg st="4" end="4"/>
                                            </p:txEl>
                                          </p:spTgt>
                                        </p:tgtEl>
                                        <p:attrNameLst>
                                          <p:attrName>style.visibility</p:attrName>
                                        </p:attrNameLst>
                                      </p:cBhvr>
                                      <p:to>
                                        <p:strVal val="visible"/>
                                      </p:to>
                                    </p:set>
                                    <p:animEffect transition="in" filter="box(in)">
                                      <p:cBhvr>
                                        <p:cTn id="37" dur="500"/>
                                        <p:tgtEl>
                                          <p:spTgt spid="59395">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59399"/>
                                        </p:tgtEl>
                                        <p:attrNameLst>
                                          <p:attrName>style.visibility</p:attrName>
                                        </p:attrNameLst>
                                      </p:cBhvr>
                                      <p:to>
                                        <p:strVal val="visible"/>
                                      </p:to>
                                    </p:set>
                                    <p:animEffect transition="in" filter="box(in)">
                                      <p:cBhvr>
                                        <p:cTn id="42" dur="500"/>
                                        <p:tgtEl>
                                          <p:spTgt spid="593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59395">
                                            <p:txEl>
                                              <p:pRg st="5" end="5"/>
                                            </p:txEl>
                                          </p:spTgt>
                                        </p:tgtEl>
                                        <p:attrNameLst>
                                          <p:attrName>style.visibility</p:attrName>
                                        </p:attrNameLst>
                                      </p:cBhvr>
                                      <p:to>
                                        <p:strVal val="visible"/>
                                      </p:to>
                                    </p:set>
                                    <p:animEffect transition="in" filter="box(in)">
                                      <p:cBhvr>
                                        <p:cTn id="47" dur="500"/>
                                        <p:tgtEl>
                                          <p:spTgt spid="59395">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59395">
                                            <p:txEl>
                                              <p:pRg st="6" end="6"/>
                                            </p:txEl>
                                          </p:spTgt>
                                        </p:tgtEl>
                                        <p:attrNameLst>
                                          <p:attrName>style.visibility</p:attrName>
                                        </p:attrNameLst>
                                      </p:cBhvr>
                                      <p:to>
                                        <p:strVal val="visible"/>
                                      </p:to>
                                    </p:set>
                                    <p:animEffect transition="in" filter="box(in)">
                                      <p:cBhvr>
                                        <p:cTn id="52" dur="500"/>
                                        <p:tgtEl>
                                          <p:spTgt spid="59395">
                                            <p:txEl>
                                              <p:pRg st="6" end="6"/>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59398"/>
                                        </p:tgtEl>
                                        <p:attrNameLst>
                                          <p:attrName>style.visibility</p:attrName>
                                        </p:attrNameLst>
                                      </p:cBhvr>
                                      <p:to>
                                        <p:strVal val="visible"/>
                                      </p:to>
                                    </p:set>
                                    <p:animEffect transition="in" filter="box(in)">
                                      <p:cBhvr>
                                        <p:cTn id="57" dur="500"/>
                                        <p:tgtEl>
                                          <p:spTgt spid="59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D019552-B8DD-1D7A-CFD4-EF2038CACE0A}"/>
              </a:ext>
            </a:extLst>
          </p:cNvPr>
          <p:cNvSpPr>
            <a:spLocks noGrp="1" noChangeArrowheads="1"/>
          </p:cNvSpPr>
          <p:nvPr>
            <p:ph type="title"/>
          </p:nvPr>
        </p:nvSpPr>
        <p:spPr>
          <a:xfrm>
            <a:off x="0" y="214313"/>
            <a:ext cx="8305800" cy="1143000"/>
          </a:xfrm>
        </p:spPr>
        <p:txBody>
          <a:bodyPr/>
          <a:lstStyle/>
          <a:p>
            <a:pPr eaLnBrk="1" hangingPunct="1"/>
            <a:r>
              <a:rPr lang="zh-CN" altLang="en-US" sz="4000">
                <a:solidFill>
                  <a:srgbClr val="FF0000"/>
                </a:solidFill>
              </a:rPr>
              <a:t>例：</a:t>
            </a:r>
            <a:r>
              <a:rPr lang="zh-CN" altLang="en-US" sz="4000">
                <a:solidFill>
                  <a:srgbClr val="9900CC"/>
                </a:solidFill>
              </a:rPr>
              <a:t>试分析下列各组数据是否正确</a:t>
            </a:r>
          </a:p>
        </p:txBody>
      </p:sp>
      <p:sp>
        <p:nvSpPr>
          <p:cNvPr id="78851" name="Rectangle 3">
            <a:extLst>
              <a:ext uri="{FF2B5EF4-FFF2-40B4-BE49-F238E27FC236}">
                <a16:creationId xmlns:a16="http://schemas.microsoft.com/office/drawing/2014/main" id="{5DAAC6EA-66B2-DED7-8EC8-5B8A94C3344D}"/>
              </a:ext>
            </a:extLst>
          </p:cNvPr>
          <p:cNvSpPr>
            <a:spLocks noGrp="1" noChangeArrowheads="1"/>
          </p:cNvSpPr>
          <p:nvPr>
            <p:ph idx="1"/>
          </p:nvPr>
        </p:nvSpPr>
        <p:spPr>
          <a:xfrm>
            <a:off x="684213" y="1412875"/>
            <a:ext cx="5111750" cy="1905000"/>
          </a:xfrm>
        </p:spPr>
        <p:txBody>
          <a:bodyPr/>
          <a:lstStyle/>
          <a:p>
            <a:pPr eaLnBrk="1" hangingPunct="1">
              <a:buFontTx/>
              <a:buNone/>
            </a:pPr>
            <a:r>
              <a:rPr lang="en-US" altLang="zh-CN"/>
              <a:t>1</a:t>
            </a:r>
            <a:r>
              <a:rPr lang="zh-CN" altLang="en-US"/>
              <a:t>、</a:t>
            </a:r>
            <a:r>
              <a:rPr lang="en-US" altLang="zh-CN"/>
              <a:t>830</a:t>
            </a:r>
            <a:r>
              <a:rPr lang="zh-CN" altLang="en-US"/>
              <a:t>公斤</a:t>
            </a:r>
            <a:r>
              <a:rPr lang="en-US" altLang="zh-CN"/>
              <a:t>= 0.83</a:t>
            </a:r>
            <a:r>
              <a:rPr lang="zh-CN" altLang="en-US"/>
              <a:t>吨</a:t>
            </a:r>
            <a:r>
              <a:rPr lang="en-US" altLang="zh-CN"/>
              <a:t>;   </a:t>
            </a:r>
          </a:p>
          <a:p>
            <a:pPr eaLnBrk="1" hangingPunct="1">
              <a:buFontTx/>
              <a:buNone/>
            </a:pPr>
            <a:r>
              <a:rPr lang="en-US" altLang="zh-CN"/>
              <a:t>      830</a:t>
            </a:r>
            <a:r>
              <a:rPr lang="zh-CN" altLang="en-US"/>
              <a:t>公斤</a:t>
            </a:r>
            <a:r>
              <a:rPr lang="en-US" altLang="zh-CN"/>
              <a:t>= 830000</a:t>
            </a:r>
            <a:r>
              <a:rPr lang="zh-CN" altLang="en-US"/>
              <a:t>克；</a:t>
            </a:r>
          </a:p>
          <a:p>
            <a:pPr eaLnBrk="1" hangingPunct="1">
              <a:buFontTx/>
              <a:buNone/>
            </a:pPr>
            <a:r>
              <a:rPr lang="zh-CN" altLang="en-US"/>
              <a:t>      </a:t>
            </a:r>
            <a:r>
              <a:rPr lang="en-US" altLang="zh-CN"/>
              <a:t>830</a:t>
            </a:r>
            <a:r>
              <a:rPr lang="zh-CN" altLang="en-US"/>
              <a:t>公斤</a:t>
            </a:r>
            <a:r>
              <a:rPr lang="en-US" altLang="zh-CN"/>
              <a:t>= 8.3×10</a:t>
            </a:r>
            <a:r>
              <a:rPr lang="en-US" altLang="zh-CN" baseline="30000"/>
              <a:t>5 </a:t>
            </a:r>
            <a:r>
              <a:rPr lang="zh-CN" altLang="en-US"/>
              <a:t>克</a:t>
            </a:r>
            <a:endParaRPr lang="zh-CN" altLang="en-US" baseline="30000"/>
          </a:p>
        </p:txBody>
      </p:sp>
      <p:sp>
        <p:nvSpPr>
          <p:cNvPr id="78853" name="Text Box 5">
            <a:extLst>
              <a:ext uri="{FF2B5EF4-FFF2-40B4-BE49-F238E27FC236}">
                <a16:creationId xmlns:a16="http://schemas.microsoft.com/office/drawing/2014/main" id="{DF067CB0-8714-A942-8EC8-E29D90DB5ED7}"/>
              </a:ext>
            </a:extLst>
          </p:cNvPr>
          <p:cNvSpPr txBox="1">
            <a:spLocks noChangeArrowheads="1"/>
          </p:cNvSpPr>
          <p:nvPr/>
        </p:nvSpPr>
        <p:spPr bwMode="auto">
          <a:xfrm>
            <a:off x="6286500" y="1428750"/>
            <a:ext cx="83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zh-CN" altLang="en-US" b="0">
                <a:solidFill>
                  <a:srgbClr val="FF0000"/>
                </a:solidFill>
                <a:latin typeface="Times New Roman" panose="02020603050405020304" pitchFamily="18" charset="0"/>
                <a:ea typeface="宋体" panose="02010600030101010101" pitchFamily="2" charset="-122"/>
              </a:rPr>
              <a:t>错</a:t>
            </a:r>
          </a:p>
        </p:txBody>
      </p:sp>
      <p:sp>
        <p:nvSpPr>
          <p:cNvPr id="78854" name="Text Box 6">
            <a:extLst>
              <a:ext uri="{FF2B5EF4-FFF2-40B4-BE49-F238E27FC236}">
                <a16:creationId xmlns:a16="http://schemas.microsoft.com/office/drawing/2014/main" id="{F22CB603-DF25-4367-58B5-CA050903CB80}"/>
              </a:ext>
            </a:extLst>
          </p:cNvPr>
          <p:cNvSpPr txBox="1">
            <a:spLocks noChangeArrowheads="1"/>
          </p:cNvSpPr>
          <p:nvPr/>
        </p:nvSpPr>
        <p:spPr bwMode="auto">
          <a:xfrm>
            <a:off x="6286500" y="2000250"/>
            <a:ext cx="83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zh-CN" altLang="en-US" b="0">
                <a:solidFill>
                  <a:srgbClr val="FF0000"/>
                </a:solidFill>
                <a:latin typeface="Times New Roman" panose="02020603050405020304" pitchFamily="18" charset="0"/>
                <a:ea typeface="宋体" panose="02010600030101010101" pitchFamily="2" charset="-122"/>
              </a:rPr>
              <a:t>错</a:t>
            </a:r>
          </a:p>
        </p:txBody>
      </p:sp>
      <p:sp>
        <p:nvSpPr>
          <p:cNvPr id="78855" name="Text Box 7">
            <a:extLst>
              <a:ext uri="{FF2B5EF4-FFF2-40B4-BE49-F238E27FC236}">
                <a16:creationId xmlns:a16="http://schemas.microsoft.com/office/drawing/2014/main" id="{07B2FA9B-4162-E633-917C-D1A8F465C219}"/>
              </a:ext>
            </a:extLst>
          </p:cNvPr>
          <p:cNvSpPr txBox="1">
            <a:spLocks noChangeArrowheads="1"/>
          </p:cNvSpPr>
          <p:nvPr/>
        </p:nvSpPr>
        <p:spPr bwMode="auto">
          <a:xfrm>
            <a:off x="6286500" y="2571750"/>
            <a:ext cx="83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zh-CN" altLang="en-US" b="0">
                <a:solidFill>
                  <a:srgbClr val="FF0000"/>
                </a:solidFill>
                <a:latin typeface="Times New Roman" panose="02020603050405020304" pitchFamily="18" charset="0"/>
                <a:ea typeface="宋体" panose="02010600030101010101" pitchFamily="2" charset="-122"/>
              </a:rPr>
              <a:t>错</a:t>
            </a:r>
          </a:p>
        </p:txBody>
      </p:sp>
      <p:sp>
        <p:nvSpPr>
          <p:cNvPr id="78857" name="Text Box 9">
            <a:extLst>
              <a:ext uri="{FF2B5EF4-FFF2-40B4-BE49-F238E27FC236}">
                <a16:creationId xmlns:a16="http://schemas.microsoft.com/office/drawing/2014/main" id="{E1396B7F-94C8-9E7A-932F-6D676810D66A}"/>
              </a:ext>
            </a:extLst>
          </p:cNvPr>
          <p:cNvSpPr txBox="1">
            <a:spLocks noChangeArrowheads="1"/>
          </p:cNvSpPr>
          <p:nvPr/>
        </p:nvSpPr>
        <p:spPr bwMode="auto">
          <a:xfrm>
            <a:off x="539750" y="3357563"/>
            <a:ext cx="4114800"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rPr>
              <a:t>2</a:t>
            </a:r>
            <a:r>
              <a:rPr lang="zh-CN" altLang="en-US" b="0">
                <a:latin typeface="Times New Roman" panose="02020603050405020304" pitchFamily="18" charset="0"/>
                <a:ea typeface="宋体" panose="02010600030101010101" pitchFamily="2" charset="-122"/>
              </a:rPr>
              <a:t>、</a:t>
            </a:r>
            <a:r>
              <a:rPr lang="en-US" altLang="zh-CN" b="0">
                <a:latin typeface="Times New Roman" panose="02020603050405020304" pitchFamily="18" charset="0"/>
                <a:ea typeface="宋体" panose="02010600030101010101" pitchFamily="2" charset="-122"/>
              </a:rPr>
              <a:t>P=31690 ± 200 kg</a:t>
            </a:r>
          </a:p>
          <a:p>
            <a:pPr eaLnBrk="1" hangingPunct="1">
              <a:spcBef>
                <a:spcPct val="5000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rPr>
              <a:t>     d=10.430 ± 0.5 cm</a:t>
            </a:r>
          </a:p>
          <a:p>
            <a:pPr eaLnBrk="1" hangingPunct="1">
              <a:spcBef>
                <a:spcPct val="5000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rPr>
              <a:t>     t=18.548±0.312cm</a:t>
            </a:r>
          </a:p>
          <a:p>
            <a:pPr eaLnBrk="1" hangingPunct="1">
              <a:spcBef>
                <a:spcPct val="5000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rPr>
              <a:t>     D=18.652 ± 1.4 cm</a:t>
            </a:r>
          </a:p>
        </p:txBody>
      </p:sp>
      <p:sp>
        <p:nvSpPr>
          <p:cNvPr id="78858" name="Text Box 10">
            <a:extLst>
              <a:ext uri="{FF2B5EF4-FFF2-40B4-BE49-F238E27FC236}">
                <a16:creationId xmlns:a16="http://schemas.microsoft.com/office/drawing/2014/main" id="{6870B193-54C9-9E80-A226-A29970500341}"/>
              </a:ext>
            </a:extLst>
          </p:cNvPr>
          <p:cNvSpPr txBox="1">
            <a:spLocks noChangeArrowheads="1"/>
          </p:cNvSpPr>
          <p:nvPr/>
        </p:nvSpPr>
        <p:spPr bwMode="auto">
          <a:xfrm>
            <a:off x="4500563" y="3429000"/>
            <a:ext cx="434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en-US" altLang="zh-CN" b="0">
                <a:solidFill>
                  <a:srgbClr val="FF0000"/>
                </a:solidFill>
                <a:latin typeface="Times New Roman" panose="02020603050405020304" pitchFamily="18" charset="0"/>
                <a:ea typeface="宋体" panose="02010600030101010101" pitchFamily="2" charset="-122"/>
              </a:rPr>
              <a:t>P=(3.17±0.02 )×10</a:t>
            </a:r>
            <a:r>
              <a:rPr lang="en-US" altLang="zh-CN" b="0" baseline="30000">
                <a:solidFill>
                  <a:srgbClr val="FF0000"/>
                </a:solidFill>
                <a:latin typeface="Times New Roman" panose="02020603050405020304" pitchFamily="18" charset="0"/>
                <a:ea typeface="宋体" panose="02010600030101010101" pitchFamily="2" charset="-122"/>
              </a:rPr>
              <a:t>4</a:t>
            </a:r>
            <a:r>
              <a:rPr lang="en-US" altLang="zh-CN" b="0">
                <a:solidFill>
                  <a:srgbClr val="FF0000"/>
                </a:solidFill>
                <a:latin typeface="Times New Roman" panose="02020603050405020304" pitchFamily="18" charset="0"/>
                <a:ea typeface="宋体" panose="02010600030101010101" pitchFamily="2" charset="-122"/>
              </a:rPr>
              <a:t>kg</a:t>
            </a:r>
          </a:p>
        </p:txBody>
      </p:sp>
      <p:sp>
        <p:nvSpPr>
          <p:cNvPr id="78859" name="Text Box 11">
            <a:extLst>
              <a:ext uri="{FF2B5EF4-FFF2-40B4-BE49-F238E27FC236}">
                <a16:creationId xmlns:a16="http://schemas.microsoft.com/office/drawing/2014/main" id="{A2CC3A40-3727-E0FD-583A-F47770AAAAB3}"/>
              </a:ext>
            </a:extLst>
          </p:cNvPr>
          <p:cNvSpPr txBox="1">
            <a:spLocks noChangeArrowheads="1"/>
          </p:cNvSpPr>
          <p:nvPr/>
        </p:nvSpPr>
        <p:spPr bwMode="auto">
          <a:xfrm>
            <a:off x="4643438" y="4143375"/>
            <a:ext cx="37417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en-US" altLang="zh-CN" b="0">
                <a:solidFill>
                  <a:srgbClr val="FF0000"/>
                </a:solidFill>
                <a:latin typeface="Times New Roman" panose="02020603050405020304" pitchFamily="18" charset="0"/>
                <a:ea typeface="宋体" panose="02010600030101010101" pitchFamily="2" charset="-122"/>
              </a:rPr>
              <a:t>d=(10.4 ± 0.5) cm</a:t>
            </a:r>
          </a:p>
        </p:txBody>
      </p:sp>
      <p:sp>
        <p:nvSpPr>
          <p:cNvPr id="78861" name="Text Box 13">
            <a:extLst>
              <a:ext uri="{FF2B5EF4-FFF2-40B4-BE49-F238E27FC236}">
                <a16:creationId xmlns:a16="http://schemas.microsoft.com/office/drawing/2014/main" id="{2DA67EF6-5676-553D-E755-4955C6972A8F}"/>
              </a:ext>
            </a:extLst>
          </p:cNvPr>
          <p:cNvSpPr txBox="1">
            <a:spLocks noChangeArrowheads="1"/>
          </p:cNvSpPr>
          <p:nvPr/>
        </p:nvSpPr>
        <p:spPr bwMode="auto">
          <a:xfrm>
            <a:off x="4714875" y="4857750"/>
            <a:ext cx="36703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en-US" altLang="zh-CN" b="0">
                <a:solidFill>
                  <a:srgbClr val="FF0000"/>
                </a:solidFill>
                <a:latin typeface="Times New Roman" panose="02020603050405020304" pitchFamily="18" charset="0"/>
                <a:ea typeface="宋体" panose="02010600030101010101" pitchFamily="2" charset="-122"/>
              </a:rPr>
              <a:t>t=(18.5 ± 0.4) cm</a:t>
            </a:r>
          </a:p>
        </p:txBody>
      </p:sp>
      <p:sp>
        <p:nvSpPr>
          <p:cNvPr id="78862" name="Text Box 14">
            <a:extLst>
              <a:ext uri="{FF2B5EF4-FFF2-40B4-BE49-F238E27FC236}">
                <a16:creationId xmlns:a16="http://schemas.microsoft.com/office/drawing/2014/main" id="{4776DA8C-E454-786C-D713-8A3825165E76}"/>
              </a:ext>
            </a:extLst>
          </p:cNvPr>
          <p:cNvSpPr txBox="1">
            <a:spLocks noChangeArrowheads="1"/>
          </p:cNvSpPr>
          <p:nvPr/>
        </p:nvSpPr>
        <p:spPr bwMode="auto">
          <a:xfrm>
            <a:off x="4714875" y="5572125"/>
            <a:ext cx="3857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en-US" altLang="zh-CN" b="0">
                <a:solidFill>
                  <a:srgbClr val="FF0000"/>
                </a:solidFill>
                <a:latin typeface="Times New Roman" panose="02020603050405020304" pitchFamily="18" charset="0"/>
                <a:ea typeface="宋体" panose="02010600030101010101" pitchFamily="2" charset="-122"/>
              </a:rPr>
              <a:t>D=(19 ± 2) cm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32" fill="hold" nodeType="clickEffect">
                                  <p:stCondLst>
                                    <p:cond delay="0"/>
                                  </p:stCondLst>
                                  <p:childTnLst>
                                    <p:set>
                                      <p:cBhvr>
                                        <p:cTn id="18" dur="1" fill="hold">
                                          <p:stCondLst>
                                            <p:cond delay="0"/>
                                          </p:stCondLst>
                                        </p:cTn>
                                        <p:tgtEl>
                                          <p:spTgt spid="78853">
                                            <p:txEl>
                                              <p:pRg st="0" end="0"/>
                                            </p:txEl>
                                          </p:spTgt>
                                        </p:tgtEl>
                                        <p:attrNameLst>
                                          <p:attrName>style.visibility</p:attrName>
                                        </p:attrNameLst>
                                      </p:cBhvr>
                                      <p:to>
                                        <p:strVal val="visible"/>
                                      </p:to>
                                    </p:set>
                                    <p:animEffect transition="in" filter="box(out)">
                                      <p:cBhvr>
                                        <p:cTn id="19" dur="500"/>
                                        <p:tgtEl>
                                          <p:spTgt spid="78853">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32" fill="hold" nodeType="clickEffect">
                                  <p:stCondLst>
                                    <p:cond delay="0"/>
                                  </p:stCondLst>
                                  <p:childTnLst>
                                    <p:set>
                                      <p:cBhvr>
                                        <p:cTn id="23" dur="1" fill="hold">
                                          <p:stCondLst>
                                            <p:cond delay="0"/>
                                          </p:stCondLst>
                                        </p:cTn>
                                        <p:tgtEl>
                                          <p:spTgt spid="78854">
                                            <p:txEl>
                                              <p:pRg st="0" end="0"/>
                                            </p:txEl>
                                          </p:spTgt>
                                        </p:tgtEl>
                                        <p:attrNameLst>
                                          <p:attrName>style.visibility</p:attrName>
                                        </p:attrNameLst>
                                      </p:cBhvr>
                                      <p:to>
                                        <p:strVal val="visible"/>
                                      </p:to>
                                    </p:set>
                                    <p:animEffect transition="in" filter="box(out)">
                                      <p:cBhvr>
                                        <p:cTn id="24" dur="500"/>
                                        <p:tgtEl>
                                          <p:spTgt spid="78854">
                                            <p:txEl>
                                              <p:pRg st="0" end="0"/>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32" fill="hold" nodeType="clickEffect">
                                  <p:stCondLst>
                                    <p:cond delay="0"/>
                                  </p:stCondLst>
                                  <p:childTnLst>
                                    <p:set>
                                      <p:cBhvr>
                                        <p:cTn id="28" dur="1" fill="hold">
                                          <p:stCondLst>
                                            <p:cond delay="0"/>
                                          </p:stCondLst>
                                        </p:cTn>
                                        <p:tgtEl>
                                          <p:spTgt spid="78855">
                                            <p:txEl>
                                              <p:pRg st="0" end="0"/>
                                            </p:txEl>
                                          </p:spTgt>
                                        </p:tgtEl>
                                        <p:attrNameLst>
                                          <p:attrName>style.visibility</p:attrName>
                                        </p:attrNameLst>
                                      </p:cBhvr>
                                      <p:to>
                                        <p:strVal val="visible"/>
                                      </p:to>
                                    </p:set>
                                    <p:animEffect transition="in" filter="box(out)">
                                      <p:cBhvr>
                                        <p:cTn id="29" dur="500"/>
                                        <p:tgtEl>
                                          <p:spTgt spid="78855">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nodeType="clickEffect">
                                  <p:stCondLst>
                                    <p:cond delay="0"/>
                                  </p:stCondLst>
                                  <p:childTnLst>
                                    <p:set>
                                      <p:cBhvr>
                                        <p:cTn id="33" dur="1" fill="hold">
                                          <p:stCondLst>
                                            <p:cond delay="0"/>
                                          </p:stCondLst>
                                        </p:cTn>
                                        <p:tgtEl>
                                          <p:spTgt spid="78857"/>
                                        </p:tgtEl>
                                        <p:attrNameLst>
                                          <p:attrName>style.visibility</p:attrName>
                                        </p:attrNameLst>
                                      </p:cBhvr>
                                      <p:to>
                                        <p:strVal val="visible"/>
                                      </p:to>
                                    </p:set>
                                    <p:anim calcmode="lin" valueType="num">
                                      <p:cBhvr>
                                        <p:cTn id="34" dur="500" fill="hold"/>
                                        <p:tgtEl>
                                          <p:spTgt spid="78857"/>
                                        </p:tgtEl>
                                        <p:attrNameLst>
                                          <p:attrName>ppt_w</p:attrName>
                                        </p:attrNameLst>
                                      </p:cBhvr>
                                      <p:tavLst>
                                        <p:tav tm="0">
                                          <p:val>
                                            <p:fltVal val="0"/>
                                          </p:val>
                                        </p:tav>
                                        <p:tav tm="100000">
                                          <p:val>
                                            <p:strVal val="#ppt_w"/>
                                          </p:val>
                                        </p:tav>
                                      </p:tavLst>
                                    </p:anim>
                                    <p:anim calcmode="lin" valueType="num">
                                      <p:cBhvr>
                                        <p:cTn id="35" dur="500" fill="hold"/>
                                        <p:tgtEl>
                                          <p:spTgt spid="78857"/>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iterate type="wd">
                                    <p:tmAbs val="300"/>
                                  </p:iterate>
                                  <p:childTnLst>
                                    <p:set>
                                      <p:cBhvr>
                                        <p:cTn id="39" dur="1" fill="hold">
                                          <p:stCondLst>
                                            <p:cond delay="299"/>
                                          </p:stCondLst>
                                        </p:cTn>
                                        <p:tgtEl>
                                          <p:spTgt spid="7885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16" fill="hold" nodeType="clickEffect">
                                  <p:stCondLst>
                                    <p:cond delay="0"/>
                                  </p:stCondLst>
                                  <p:iterate type="wd">
                                    <p:tmPct val="100000"/>
                                  </p:iterate>
                                  <p:childTnLst>
                                    <p:set>
                                      <p:cBhvr>
                                        <p:cTn id="43" dur="1" fill="hold">
                                          <p:stCondLst>
                                            <p:cond delay="0"/>
                                          </p:stCondLst>
                                        </p:cTn>
                                        <p:tgtEl>
                                          <p:spTgt spid="78859"/>
                                        </p:tgtEl>
                                        <p:attrNameLst>
                                          <p:attrName>style.visibility</p:attrName>
                                        </p:attrNameLst>
                                      </p:cBhvr>
                                      <p:to>
                                        <p:strVal val="visible"/>
                                      </p:to>
                                    </p:set>
                                    <p:animEffect transition="in" filter="box(in)">
                                      <p:cBhvr>
                                        <p:cTn id="44" dur="300"/>
                                        <p:tgtEl>
                                          <p:spTgt spid="7885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0" fill="hold" nodeType="clickEffect">
                                  <p:stCondLst>
                                    <p:cond delay="0"/>
                                  </p:stCondLst>
                                  <p:iterate type="wd">
                                    <p:tmPct val="100000"/>
                                  </p:iterate>
                                  <p:childTnLst>
                                    <p:set>
                                      <p:cBhvr>
                                        <p:cTn id="48" dur="1" fill="hold">
                                          <p:stCondLst>
                                            <p:cond delay="0"/>
                                          </p:stCondLst>
                                        </p:cTn>
                                        <p:tgtEl>
                                          <p:spTgt spid="78861"/>
                                        </p:tgtEl>
                                        <p:attrNameLst>
                                          <p:attrName>style.visibility</p:attrName>
                                        </p:attrNameLst>
                                      </p:cBhvr>
                                      <p:to>
                                        <p:strVal val="visible"/>
                                      </p:to>
                                    </p:set>
                                    <p:anim calcmode="lin" valueType="num">
                                      <p:cBhvr>
                                        <p:cTn id="49" dur="300" fill="hold"/>
                                        <p:tgtEl>
                                          <p:spTgt spid="78861"/>
                                        </p:tgtEl>
                                        <p:attrNameLst>
                                          <p:attrName>ppt_w</p:attrName>
                                        </p:attrNameLst>
                                      </p:cBhvr>
                                      <p:tavLst>
                                        <p:tav tm="0">
                                          <p:val>
                                            <p:fltVal val="0"/>
                                          </p:val>
                                        </p:tav>
                                        <p:tav tm="100000">
                                          <p:val>
                                            <p:strVal val="#ppt_w"/>
                                          </p:val>
                                        </p:tav>
                                      </p:tavLst>
                                    </p:anim>
                                    <p:anim calcmode="lin" valueType="num">
                                      <p:cBhvr>
                                        <p:cTn id="50" dur="300" fill="hold"/>
                                        <p:tgtEl>
                                          <p:spTgt spid="78861"/>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iterate type="wd">
                                    <p:tmAbs val="300"/>
                                  </p:iterate>
                                  <p:childTnLst>
                                    <p:set>
                                      <p:cBhvr>
                                        <p:cTn id="54" dur="1" fill="hold">
                                          <p:stCondLst>
                                            <p:cond delay="299"/>
                                          </p:stCondLst>
                                        </p:cTn>
                                        <p:tgtEl>
                                          <p:spTgt spid="788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P spid="78853" grpId="0" build="p"/>
      <p:bldP spid="78854" grpId="0" build="p"/>
      <p:bldP spid="78855" grpId="0" build="p"/>
      <p:bldP spid="78857" grpId="0"/>
      <p:bldP spid="78858" grpId="0"/>
      <p:bldP spid="78859" grpId="0"/>
      <p:bldP spid="78861" grpId="0"/>
      <p:bldP spid="7886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a:extLst>
              <a:ext uri="{FF2B5EF4-FFF2-40B4-BE49-F238E27FC236}">
                <a16:creationId xmlns:a16="http://schemas.microsoft.com/office/drawing/2014/main" id="{2CBD4FAB-DD5E-FD9F-44CB-D6504539A4C0}"/>
              </a:ext>
            </a:extLst>
          </p:cNvPr>
          <p:cNvSpPr>
            <a:spLocks noGrp="1" noChangeArrowheads="1"/>
          </p:cNvSpPr>
          <p:nvPr>
            <p:ph idx="1"/>
          </p:nvPr>
        </p:nvSpPr>
        <p:spPr>
          <a:xfrm>
            <a:off x="214313" y="357188"/>
            <a:ext cx="8786812" cy="5715000"/>
          </a:xfrm>
        </p:spPr>
        <p:txBody>
          <a:bodyPr/>
          <a:lstStyle/>
          <a:p>
            <a:pPr eaLnBrk="1" hangingPunct="1"/>
            <a:r>
              <a:rPr lang="zh-CN" altLang="en-US" sz="3600" b="1">
                <a:solidFill>
                  <a:srgbClr val="CC3300"/>
                </a:solidFill>
              </a:rPr>
              <a:t>三、有效数字运算规则</a:t>
            </a:r>
            <a:endParaRPr lang="zh-CN" altLang="en-US"/>
          </a:p>
          <a:p>
            <a:pPr eaLnBrk="1" hangingPunct="1"/>
            <a:r>
              <a:rPr lang="zh-CN" altLang="zh-CN" sz="3600" b="1">
                <a:latin typeface="楷体_GB2312"/>
                <a:ea typeface="楷体_GB2312"/>
                <a:cs typeface="楷体_GB2312"/>
              </a:rPr>
              <a:t>1</a:t>
            </a:r>
            <a:r>
              <a:rPr lang="zh-CN" altLang="en-US" sz="3600" b="1">
                <a:latin typeface="楷体_GB2312"/>
                <a:ea typeface="楷体_GB2312"/>
                <a:cs typeface="楷体_GB2312"/>
              </a:rPr>
              <a:t>，四则运算</a:t>
            </a:r>
            <a:endParaRPr lang="zh-CN" altLang="en-US"/>
          </a:p>
          <a:p>
            <a:pPr eaLnBrk="1" hangingPunct="1"/>
            <a:r>
              <a:rPr lang="zh-CN" altLang="en-US"/>
              <a:t>（</a:t>
            </a:r>
            <a:r>
              <a:rPr lang="zh-CN" altLang="zh-CN"/>
              <a:t>1</a:t>
            </a:r>
            <a:r>
              <a:rPr lang="zh-CN" altLang="en-US"/>
              <a:t>）参加运算的各数字可以认为最后一位是可疑的，其他的数码是可靠的。</a:t>
            </a:r>
          </a:p>
          <a:p>
            <a:pPr eaLnBrk="1" hangingPunct="1"/>
            <a:r>
              <a:rPr lang="zh-CN" altLang="en-US"/>
              <a:t>（</a:t>
            </a:r>
            <a:r>
              <a:rPr lang="zh-CN" altLang="zh-CN"/>
              <a:t>2</a:t>
            </a:r>
            <a:r>
              <a:rPr lang="zh-CN" altLang="en-US"/>
              <a:t>）可靠数码之间的运算结果仍为可靠数码。</a:t>
            </a:r>
          </a:p>
          <a:p>
            <a:pPr eaLnBrk="1" hangingPunct="1"/>
            <a:r>
              <a:rPr lang="zh-CN" altLang="en-US"/>
              <a:t>（</a:t>
            </a:r>
            <a:r>
              <a:rPr lang="zh-CN" altLang="zh-CN"/>
              <a:t>3</a:t>
            </a:r>
            <a:r>
              <a:rPr lang="zh-CN" altLang="en-US"/>
              <a:t>）可疑数码参加四则运算的结果是可疑数码，进位和借位认为是可靠数码。</a:t>
            </a:r>
          </a:p>
          <a:p>
            <a:pPr eaLnBrk="1" hangingPunct="1"/>
            <a:r>
              <a:rPr lang="zh-CN" altLang="en-US"/>
              <a:t>（</a:t>
            </a:r>
            <a:r>
              <a:rPr lang="zh-CN" altLang="zh-CN"/>
              <a:t>4</a:t>
            </a:r>
            <a:r>
              <a:rPr lang="zh-CN" altLang="en-US"/>
              <a:t>）最后结果按四舍五入法仅保留一位可疑数码。</a:t>
            </a:r>
          </a:p>
        </p:txBody>
      </p:sp>
      <p:graphicFrame>
        <p:nvGraphicFramePr>
          <p:cNvPr id="81923" name="Object 4">
            <a:extLst>
              <a:ext uri="{FF2B5EF4-FFF2-40B4-BE49-F238E27FC236}">
                <a16:creationId xmlns:a16="http://schemas.microsoft.com/office/drawing/2014/main" id="{4DD5B0DC-2ABA-F82C-4418-2E397E6F0A71}"/>
              </a:ext>
            </a:extLst>
          </p:cNvPr>
          <p:cNvGraphicFramePr>
            <a:graphicFrameLocks noChangeAspect="1"/>
          </p:cNvGraphicFramePr>
          <p:nvPr/>
        </p:nvGraphicFramePr>
        <p:xfrm>
          <a:off x="7786688" y="214313"/>
          <a:ext cx="1203325" cy="1203325"/>
        </p:xfrm>
        <a:graphic>
          <a:graphicData uri="http://schemas.openxmlformats.org/presentationml/2006/ole">
            <mc:AlternateContent xmlns:mc="http://schemas.openxmlformats.org/markup-compatibility/2006">
              <mc:Choice xmlns:v="urn:schemas-microsoft-com:vml" Requires="v">
                <p:oleObj r:id="rId2" imgW="3473450" imgH="3473450" progId="">
                  <p:embed/>
                </p:oleObj>
              </mc:Choice>
              <mc:Fallback>
                <p:oleObj r:id="rId2" imgW="3473450" imgH="347345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6688" y="214313"/>
                        <a:ext cx="120332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0D1DB39D-0BAF-DD29-405F-A249BC184E55}"/>
              </a:ext>
            </a:extLst>
          </p:cNvPr>
          <p:cNvSpPr>
            <a:spLocks noGrp="1" noChangeArrowheads="1"/>
          </p:cNvSpPr>
          <p:nvPr>
            <p:ph idx="1"/>
          </p:nvPr>
        </p:nvSpPr>
        <p:spPr>
          <a:xfrm>
            <a:off x="914400" y="381000"/>
            <a:ext cx="7391400" cy="6477000"/>
          </a:xfrm>
        </p:spPr>
        <p:txBody>
          <a:bodyPr/>
          <a:lstStyle/>
          <a:p>
            <a:r>
              <a:rPr lang="zh-CN" altLang="en-US" b="1">
                <a:solidFill>
                  <a:srgbClr val="3333FF"/>
                </a:solidFill>
              </a:rPr>
              <a:t>例子：</a:t>
            </a:r>
          </a:p>
          <a:p>
            <a:r>
              <a:rPr lang="en-US" altLang="zh-CN" b="1"/>
              <a:t>5.34</a:t>
            </a:r>
            <a:r>
              <a:rPr lang="en-US" altLang="zh-CN" b="1" u="sng">
                <a:solidFill>
                  <a:srgbClr val="CC3300"/>
                </a:solidFill>
              </a:rPr>
              <a:t>5</a:t>
            </a:r>
            <a:r>
              <a:rPr lang="en-US" altLang="zh-CN" b="1">
                <a:solidFill>
                  <a:srgbClr val="CC3300"/>
                </a:solidFill>
              </a:rPr>
              <a:t> </a:t>
            </a:r>
            <a:r>
              <a:rPr lang="en-US" altLang="zh-CN" b="1"/>
              <a:t>+ 30.</a:t>
            </a:r>
            <a:r>
              <a:rPr lang="en-US" altLang="zh-CN" b="1" u="sng">
                <a:solidFill>
                  <a:srgbClr val="CC3300"/>
                </a:solidFill>
              </a:rPr>
              <a:t>2</a:t>
            </a:r>
            <a:endParaRPr lang="en-US" altLang="zh-CN" b="1"/>
          </a:p>
          <a:p>
            <a:r>
              <a:rPr lang="en-US" altLang="zh-CN" b="1"/>
              <a:t>                    5.34</a:t>
            </a:r>
            <a:r>
              <a:rPr lang="en-US" altLang="zh-CN" b="1" u="sng">
                <a:solidFill>
                  <a:srgbClr val="CC3300"/>
                </a:solidFill>
              </a:rPr>
              <a:t>5</a:t>
            </a:r>
            <a:endParaRPr lang="en-US" altLang="zh-CN" b="1"/>
          </a:p>
          <a:p>
            <a:r>
              <a:rPr lang="en-US" altLang="zh-CN" b="1"/>
              <a:t>             +  30.</a:t>
            </a:r>
            <a:r>
              <a:rPr lang="en-US" altLang="zh-CN" b="1" u="sng">
                <a:solidFill>
                  <a:srgbClr val="CC3300"/>
                </a:solidFill>
              </a:rPr>
              <a:t>2</a:t>
            </a:r>
            <a:endParaRPr lang="en-US" altLang="zh-CN" b="1"/>
          </a:p>
          <a:p>
            <a:r>
              <a:rPr lang="en-US" altLang="zh-CN" b="1"/>
              <a:t>           </a:t>
            </a:r>
            <a:r>
              <a:rPr lang="en-US" altLang="zh-CN" b="1" u="sng"/>
              <a:t> </a:t>
            </a:r>
            <a:r>
              <a:rPr lang="en-US" altLang="zh-CN" b="1"/>
              <a:t>——————</a:t>
            </a:r>
          </a:p>
          <a:p>
            <a:r>
              <a:rPr lang="en-US" altLang="zh-CN" b="1"/>
              <a:t>                  35.</a:t>
            </a:r>
            <a:r>
              <a:rPr lang="en-US" altLang="zh-CN" b="1" u="sng">
                <a:solidFill>
                  <a:srgbClr val="CC3300"/>
                </a:solidFill>
              </a:rPr>
              <a:t>5</a:t>
            </a:r>
            <a:r>
              <a:rPr lang="en-US" altLang="zh-CN" b="1"/>
              <a:t>4</a:t>
            </a:r>
            <a:r>
              <a:rPr lang="en-US" altLang="zh-CN" b="1" u="sng">
                <a:solidFill>
                  <a:srgbClr val="CC3300"/>
                </a:solidFill>
              </a:rPr>
              <a:t>5</a:t>
            </a:r>
            <a:endParaRPr lang="en-US" altLang="zh-CN" b="1"/>
          </a:p>
          <a:p>
            <a:r>
              <a:rPr lang="en-US" altLang="zh-CN" b="1"/>
              <a:t>5.345</a:t>
            </a:r>
            <a:r>
              <a:rPr lang="en-US" altLang="zh-CN" b="1">
                <a:solidFill>
                  <a:srgbClr val="CC3300"/>
                </a:solidFill>
              </a:rPr>
              <a:t> </a:t>
            </a:r>
            <a:r>
              <a:rPr lang="en-US" altLang="zh-CN" b="1"/>
              <a:t>+ 30.2=35.5</a:t>
            </a:r>
            <a:r>
              <a:rPr lang="en-US" altLang="zh-CN" b="1" u="sng"/>
              <a:t> </a:t>
            </a:r>
          </a:p>
          <a:p>
            <a:r>
              <a:rPr lang="zh-CN" altLang="en-US" b="1"/>
              <a:t>同样有：</a:t>
            </a:r>
            <a:endParaRPr lang="zh-CN" altLang="en-US" b="1" u="sng"/>
          </a:p>
          <a:p>
            <a:r>
              <a:rPr lang="en-US" altLang="zh-CN" b="1"/>
              <a:t>35.4</a:t>
            </a:r>
            <a:r>
              <a:rPr lang="en-US" altLang="zh-CN" b="1" u="sng">
                <a:solidFill>
                  <a:srgbClr val="CC3300"/>
                </a:solidFill>
              </a:rPr>
              <a:t>8</a:t>
            </a:r>
            <a:r>
              <a:rPr lang="en-US" altLang="zh-CN" b="1"/>
              <a:t> - 20.</a:t>
            </a:r>
            <a:r>
              <a:rPr lang="en-US" altLang="zh-CN" b="1" u="sng">
                <a:solidFill>
                  <a:srgbClr val="CC3300"/>
                </a:solidFill>
              </a:rPr>
              <a:t>3</a:t>
            </a:r>
            <a:r>
              <a:rPr lang="en-US" altLang="zh-CN" b="1"/>
              <a:t>=15.</a:t>
            </a:r>
            <a:r>
              <a:rPr lang="en-US" altLang="zh-CN" b="1" u="sng">
                <a:solidFill>
                  <a:srgbClr val="CC3300"/>
                </a:solidFill>
              </a:rPr>
              <a:t>2</a:t>
            </a:r>
            <a:endParaRPr lang="en-US" altLang="zh-CN" b="1" u="sng"/>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50E23037-12D9-DA33-ED08-6FB6BDAD58E2}"/>
              </a:ext>
            </a:extLst>
          </p:cNvPr>
          <p:cNvSpPr>
            <a:spLocks noGrp="1" noChangeArrowheads="1"/>
          </p:cNvSpPr>
          <p:nvPr>
            <p:ph type="title"/>
          </p:nvPr>
        </p:nvSpPr>
        <p:spPr>
          <a:xfrm>
            <a:off x="428625" y="0"/>
            <a:ext cx="7343775" cy="1143000"/>
          </a:xfrm>
        </p:spPr>
        <p:txBody>
          <a:bodyPr rtlCol="0">
            <a:normAutofit/>
          </a:bodyPr>
          <a:lstStyle/>
          <a:p>
            <a:pPr eaLnBrk="1" fontAlgn="auto" hangingPunct="1">
              <a:spcAft>
                <a:spcPts val="0"/>
              </a:spcAft>
              <a:defRPr/>
            </a:pPr>
            <a:r>
              <a:rPr lang="zh-CN" altLang="en-US" sz="4000">
                <a:solidFill>
                  <a:srgbClr val="FF6600"/>
                </a:solidFill>
                <a:effectLst>
                  <a:outerShdw blurRad="38100" dist="38100" dir="2700000" algn="tl">
                    <a:srgbClr val="000000"/>
                  </a:outerShdw>
                </a:effectLst>
                <a:ea typeface="方正粗宋简体" pitchFamily="65" charset="-122"/>
              </a:rPr>
              <a:t>有效数字的运算规则</a:t>
            </a:r>
            <a:r>
              <a:rPr lang="zh-CN" altLang="en-US" sz="5400"/>
              <a:t> </a:t>
            </a:r>
          </a:p>
        </p:txBody>
      </p:sp>
      <p:sp>
        <p:nvSpPr>
          <p:cNvPr id="74757" name="Rectangle 5">
            <a:extLst>
              <a:ext uri="{FF2B5EF4-FFF2-40B4-BE49-F238E27FC236}">
                <a16:creationId xmlns:a16="http://schemas.microsoft.com/office/drawing/2014/main" id="{39F950F1-D6BF-99A1-CF49-70D489BB906B}"/>
              </a:ext>
            </a:extLst>
          </p:cNvPr>
          <p:cNvSpPr>
            <a:spLocks noGrp="1" noChangeArrowheads="1"/>
          </p:cNvSpPr>
          <p:nvPr>
            <p:ph idx="1"/>
          </p:nvPr>
        </p:nvSpPr>
        <p:spPr>
          <a:xfrm>
            <a:off x="228600" y="1371600"/>
            <a:ext cx="8534400" cy="4343400"/>
          </a:xfrm>
        </p:spPr>
        <p:txBody>
          <a:bodyPr/>
          <a:lstStyle/>
          <a:p>
            <a:pPr algn="just" eaLnBrk="1" hangingPunct="1">
              <a:buFontTx/>
              <a:buNone/>
            </a:pPr>
            <a:r>
              <a:rPr lang="en-US" altLang="zh-CN" sz="3600" b="1">
                <a:solidFill>
                  <a:srgbClr val="000066"/>
                </a:solidFill>
              </a:rPr>
              <a:t>       </a:t>
            </a:r>
            <a:r>
              <a:rPr lang="zh-CN" altLang="en-US" sz="3600" b="1">
                <a:solidFill>
                  <a:srgbClr val="000066"/>
                </a:solidFill>
                <a:latin typeface="隶书" panose="02010509060101010101" pitchFamily="49" charset="-122"/>
                <a:ea typeface="隶书" panose="02010509060101010101" pitchFamily="49" charset="-122"/>
              </a:rPr>
              <a:t>（</a:t>
            </a:r>
            <a:r>
              <a:rPr lang="en-US" altLang="zh-CN" sz="3600" b="1">
                <a:solidFill>
                  <a:srgbClr val="000066"/>
                </a:solidFill>
                <a:latin typeface="隶书" panose="02010509060101010101" pitchFamily="49" charset="-122"/>
                <a:ea typeface="隶书" panose="02010509060101010101" pitchFamily="49" charset="-122"/>
              </a:rPr>
              <a:t>1</a:t>
            </a:r>
            <a:r>
              <a:rPr lang="zh-CN" altLang="en-US" sz="3600" b="1">
                <a:solidFill>
                  <a:srgbClr val="000066"/>
                </a:solidFill>
                <a:latin typeface="隶书" panose="02010509060101010101" pitchFamily="49" charset="-122"/>
                <a:ea typeface="隶书" panose="02010509060101010101" pitchFamily="49" charset="-122"/>
              </a:rPr>
              <a:t>）加减运算 </a:t>
            </a:r>
            <a:r>
              <a:rPr lang="en-US" altLang="zh-CN" sz="3600" b="1">
                <a:solidFill>
                  <a:srgbClr val="000066"/>
                </a:solidFill>
                <a:latin typeface="隶书" panose="02010509060101010101" pitchFamily="49" charset="-122"/>
                <a:ea typeface="隶书" panose="02010509060101010101" pitchFamily="49" charset="-122"/>
              </a:rPr>
              <a:t>: </a:t>
            </a:r>
            <a:r>
              <a:rPr lang="zh-CN" altLang="en-US" sz="3600" b="1">
                <a:solidFill>
                  <a:srgbClr val="000066"/>
                </a:solidFill>
                <a:latin typeface="隶书" panose="02010509060101010101" pitchFamily="49" charset="-122"/>
                <a:ea typeface="隶书" panose="02010509060101010101" pitchFamily="49" charset="-122"/>
              </a:rPr>
              <a:t>几个数相加减时，计算结果的欠准位与各量中欠准位数最高的对齐。 </a:t>
            </a:r>
            <a:r>
              <a:rPr lang="zh-CN" altLang="en-US" b="1">
                <a:solidFill>
                  <a:srgbClr val="FF0000"/>
                </a:solidFill>
              </a:rPr>
              <a:t>（看尾数，长中取短）</a:t>
            </a:r>
            <a:endParaRPr lang="zh-CN" altLang="en-US" sz="3600" b="1">
              <a:solidFill>
                <a:srgbClr val="000066"/>
              </a:solidFill>
              <a:latin typeface="隶书" panose="02010509060101010101" pitchFamily="49" charset="-122"/>
              <a:ea typeface="隶书" panose="02010509060101010101" pitchFamily="49" charset="-122"/>
            </a:endParaRPr>
          </a:p>
          <a:p>
            <a:pPr algn="just" eaLnBrk="1" hangingPunct="1">
              <a:buFontTx/>
              <a:buNone/>
            </a:pPr>
            <a:r>
              <a:rPr lang="zh-CN" altLang="en-US" sz="4000" b="1">
                <a:solidFill>
                  <a:srgbClr val="FF0000"/>
                </a:solidFill>
              </a:rPr>
              <a:t>	例：</a:t>
            </a:r>
            <a:r>
              <a:rPr lang="zh-CN" altLang="en-US" sz="4000" b="1">
                <a:solidFill>
                  <a:schemeClr val="accent2"/>
                </a:solidFill>
              </a:rPr>
              <a:t>  </a:t>
            </a:r>
            <a:r>
              <a:rPr lang="en-US" altLang="zh-CN" sz="4000" b="1">
                <a:solidFill>
                  <a:schemeClr val="accent2"/>
                </a:solidFill>
              </a:rPr>
              <a:t>3.624+0.12=</a:t>
            </a:r>
          </a:p>
          <a:p>
            <a:pPr algn="just" eaLnBrk="1" hangingPunct="1">
              <a:buFontTx/>
              <a:buNone/>
            </a:pPr>
            <a:endParaRPr lang="en-US" altLang="zh-CN" sz="4000" b="1">
              <a:solidFill>
                <a:schemeClr val="accent2"/>
              </a:solidFill>
            </a:endParaRPr>
          </a:p>
          <a:p>
            <a:pPr algn="just" eaLnBrk="1" hangingPunct="1">
              <a:buFontTx/>
              <a:buNone/>
            </a:pPr>
            <a:r>
              <a:rPr lang="en-US" altLang="zh-CN" sz="4000" b="1">
                <a:solidFill>
                  <a:schemeClr val="accent2"/>
                </a:solidFill>
              </a:rPr>
              <a:t>                </a:t>
            </a:r>
          </a:p>
          <a:p>
            <a:pPr algn="just" eaLnBrk="1" hangingPunct="1">
              <a:buFontTx/>
              <a:buNone/>
            </a:pPr>
            <a:endParaRPr lang="en-US" altLang="zh-CN" sz="3600" b="1">
              <a:solidFill>
                <a:srgbClr val="000066"/>
              </a:solidFill>
              <a:latin typeface="隶书" panose="02010509060101010101" pitchFamily="49" charset="-122"/>
              <a:ea typeface="隶书" panose="02010509060101010101" pitchFamily="49" charset="-122"/>
            </a:endParaRPr>
          </a:p>
        </p:txBody>
      </p:sp>
      <p:pic>
        <p:nvPicPr>
          <p:cNvPr id="83972" name="Picture 4" descr="未命名-1">
            <a:extLst>
              <a:ext uri="{FF2B5EF4-FFF2-40B4-BE49-F238E27FC236}">
                <a16:creationId xmlns:a16="http://schemas.microsoft.com/office/drawing/2014/main" id="{5BAA0DF1-6414-DA69-977A-42B738F2C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0000"/>
            <a:ext cx="919480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8" name="Text Box 6">
            <a:extLst>
              <a:ext uri="{FF2B5EF4-FFF2-40B4-BE49-F238E27FC236}">
                <a16:creationId xmlns:a16="http://schemas.microsoft.com/office/drawing/2014/main" id="{53F43D07-7D0C-95F5-E472-CC35C0B16F9B}"/>
              </a:ext>
            </a:extLst>
          </p:cNvPr>
          <p:cNvSpPr txBox="1">
            <a:spLocks noChangeArrowheads="1"/>
          </p:cNvSpPr>
          <p:nvPr/>
        </p:nvSpPr>
        <p:spPr bwMode="auto">
          <a:xfrm>
            <a:off x="4859338" y="3213100"/>
            <a:ext cx="1244600" cy="646113"/>
          </a:xfrm>
          <a:prstGeom prst="rect">
            <a:avLst/>
          </a:prstGeom>
          <a:noFill/>
          <a:ln w="9525">
            <a:noFill/>
            <a:miter lim="800000"/>
          </a:ln>
          <a:effectLst/>
        </p:spPr>
        <p:txBody>
          <a:bodyPr>
            <a:spAutoFit/>
          </a:bodyPr>
          <a:lstStyle/>
          <a:p>
            <a:pPr eaLnBrk="1" hangingPunct="1">
              <a:buFont typeface="Arial" panose="020B0604020202020204" pitchFamily="34" charset="0"/>
              <a:buNone/>
              <a:defRPr/>
            </a:pPr>
            <a:r>
              <a:rPr lang="en-US" altLang="zh-CN" sz="3600" b="0" dirty="0">
                <a:solidFill>
                  <a:srgbClr val="0000FF"/>
                </a:solidFill>
                <a:effectLst>
                  <a:outerShdw blurRad="38100" dist="38100" dir="2700000" algn="tl">
                    <a:srgbClr val="000000"/>
                  </a:outerShdw>
                </a:effectLst>
                <a:ea typeface="宋体" panose="02010600030101010101" pitchFamily="2" charset="-122"/>
                <a:cs typeface="+mn-cs"/>
              </a:rPr>
              <a:t>3.744</a:t>
            </a:r>
          </a:p>
        </p:txBody>
      </p:sp>
      <p:sp>
        <p:nvSpPr>
          <p:cNvPr id="74760" name="Text Box 8">
            <a:extLst>
              <a:ext uri="{FF2B5EF4-FFF2-40B4-BE49-F238E27FC236}">
                <a16:creationId xmlns:a16="http://schemas.microsoft.com/office/drawing/2014/main" id="{311E629E-4E9C-7EBB-7230-570248389A60}"/>
              </a:ext>
            </a:extLst>
          </p:cNvPr>
          <p:cNvSpPr txBox="1">
            <a:spLocks noChangeArrowheads="1"/>
          </p:cNvSpPr>
          <p:nvPr/>
        </p:nvSpPr>
        <p:spPr bwMode="auto">
          <a:xfrm>
            <a:off x="4284663" y="4005263"/>
            <a:ext cx="1604962" cy="519112"/>
          </a:xfrm>
          <a:prstGeom prst="rect">
            <a:avLst/>
          </a:prstGeom>
          <a:noFill/>
          <a:ln w="9525">
            <a:noFill/>
            <a:miter lim="800000"/>
          </a:ln>
          <a:effectLst/>
        </p:spPr>
        <p:txBody>
          <a:bodyPr>
            <a:spAutoFit/>
          </a:bodyPr>
          <a:lstStyle/>
          <a:p>
            <a:pPr eaLnBrk="1" hangingPunct="1">
              <a:buFont typeface="Arial" panose="020B0604020202020204" pitchFamily="34" charset="0"/>
              <a:buNone/>
              <a:defRPr/>
            </a:pPr>
            <a:r>
              <a:rPr lang="en-US" altLang="zh-CN" sz="2800" b="0" dirty="0">
                <a:solidFill>
                  <a:srgbClr val="0000FF"/>
                </a:solidFill>
                <a:effectLst>
                  <a:outerShdw blurRad="38100" dist="38100" dir="2700000" algn="tl">
                    <a:srgbClr val="000000"/>
                  </a:outerShdw>
                </a:effectLst>
                <a:ea typeface="宋体" panose="02010600030101010101" pitchFamily="2" charset="-122"/>
                <a:cs typeface="+mn-cs"/>
              </a:rPr>
              <a:t>(541.77)</a:t>
            </a:r>
          </a:p>
        </p:txBody>
      </p:sp>
      <p:sp>
        <p:nvSpPr>
          <p:cNvPr id="74761" name="Text Box 9">
            <a:extLst>
              <a:ext uri="{FF2B5EF4-FFF2-40B4-BE49-F238E27FC236}">
                <a16:creationId xmlns:a16="http://schemas.microsoft.com/office/drawing/2014/main" id="{6348D087-50B8-8347-4562-12F3821618B1}"/>
              </a:ext>
            </a:extLst>
          </p:cNvPr>
          <p:cNvSpPr txBox="1">
            <a:spLocks noChangeArrowheads="1"/>
          </p:cNvSpPr>
          <p:nvPr/>
        </p:nvSpPr>
        <p:spPr bwMode="auto">
          <a:xfrm>
            <a:off x="5724525" y="4006850"/>
            <a:ext cx="1368425" cy="646113"/>
          </a:xfrm>
          <a:prstGeom prst="rect">
            <a:avLst/>
          </a:prstGeom>
          <a:noFill/>
          <a:ln w="9525">
            <a:noFill/>
            <a:miter lim="800000"/>
          </a:ln>
          <a:effectLst/>
        </p:spPr>
        <p:txBody>
          <a:bodyPr>
            <a:spAutoFit/>
          </a:bodyPr>
          <a:lstStyle/>
          <a:p>
            <a:pPr eaLnBrk="1" hangingPunct="1">
              <a:buFont typeface="Arial" panose="020B0604020202020204" pitchFamily="34" charset="0"/>
              <a:buNone/>
              <a:defRPr/>
            </a:pPr>
            <a:r>
              <a:rPr lang="en-US" altLang="zh-CN" sz="3600" b="0" dirty="0">
                <a:solidFill>
                  <a:srgbClr val="0000FF"/>
                </a:solidFill>
                <a:effectLst>
                  <a:outerShdw blurRad="38100" dist="38100" dir="2700000" algn="tl">
                    <a:srgbClr val="000000"/>
                  </a:outerShdw>
                </a:effectLst>
                <a:ea typeface="宋体" panose="02010600030101010101" pitchFamily="2" charset="-122"/>
                <a:cs typeface="+mn-cs"/>
              </a:rPr>
              <a:t>=542</a:t>
            </a:r>
          </a:p>
        </p:txBody>
      </p:sp>
      <p:sp>
        <p:nvSpPr>
          <p:cNvPr id="74764" name="Text Box 12">
            <a:extLst>
              <a:ext uri="{FF2B5EF4-FFF2-40B4-BE49-F238E27FC236}">
                <a16:creationId xmlns:a16="http://schemas.microsoft.com/office/drawing/2014/main" id="{AABE2194-4171-721F-6E28-992DF19423D0}"/>
              </a:ext>
            </a:extLst>
          </p:cNvPr>
          <p:cNvSpPr txBox="1">
            <a:spLocks noChangeArrowheads="1"/>
          </p:cNvSpPr>
          <p:nvPr/>
        </p:nvSpPr>
        <p:spPr bwMode="auto">
          <a:xfrm>
            <a:off x="2051050" y="3933825"/>
            <a:ext cx="25923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3600">
                <a:solidFill>
                  <a:schemeClr val="accent2"/>
                </a:solidFill>
                <a:latin typeface="Times New Roman" panose="02020603050405020304" pitchFamily="18" charset="0"/>
                <a:ea typeface="宋体" panose="02010600030101010101" pitchFamily="2" charset="-122"/>
              </a:rPr>
              <a:t>583-41.23=</a:t>
            </a:r>
          </a:p>
        </p:txBody>
      </p:sp>
      <p:sp>
        <p:nvSpPr>
          <p:cNvPr id="9" name="Text Box 6">
            <a:extLst>
              <a:ext uri="{FF2B5EF4-FFF2-40B4-BE49-F238E27FC236}">
                <a16:creationId xmlns:a16="http://schemas.microsoft.com/office/drawing/2014/main" id="{CB307A59-EC69-873D-BEFA-5B01C5FD9EA6}"/>
              </a:ext>
            </a:extLst>
          </p:cNvPr>
          <p:cNvSpPr txBox="1">
            <a:spLocks noChangeArrowheads="1"/>
          </p:cNvSpPr>
          <p:nvPr/>
        </p:nvSpPr>
        <p:spPr bwMode="auto">
          <a:xfrm>
            <a:off x="6084888" y="3213100"/>
            <a:ext cx="1584325" cy="646113"/>
          </a:xfrm>
          <a:prstGeom prst="rect">
            <a:avLst/>
          </a:prstGeom>
          <a:noFill/>
          <a:ln w="9525">
            <a:noFill/>
            <a:miter lim="800000"/>
          </a:ln>
          <a:effectLst/>
        </p:spPr>
        <p:txBody>
          <a:bodyPr>
            <a:spAutoFit/>
          </a:bodyPr>
          <a:lstStyle/>
          <a:p>
            <a:pPr eaLnBrk="1" hangingPunct="1">
              <a:buFont typeface="Arial" panose="020B0604020202020204" pitchFamily="34" charset="0"/>
              <a:buNone/>
              <a:defRPr/>
            </a:pPr>
            <a:r>
              <a:rPr lang="en-US" altLang="zh-CN" sz="3600" b="0" dirty="0">
                <a:solidFill>
                  <a:srgbClr val="0000FF"/>
                </a:solidFill>
                <a:effectLst>
                  <a:outerShdw blurRad="38100" dist="38100" dir="2700000" algn="tl">
                    <a:srgbClr val="000000"/>
                  </a:outerShdw>
                </a:effectLst>
                <a:ea typeface="宋体" panose="02010600030101010101" pitchFamily="2" charset="-122"/>
                <a:cs typeface="+mn-cs"/>
              </a:rPr>
              <a:t>=3.74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4754"/>
                                        </p:tgtEl>
                                        <p:attrNameLst>
                                          <p:attrName>style.visibility</p:attrName>
                                        </p:attrNameLst>
                                      </p:cBhvr>
                                      <p:to>
                                        <p:strVal val="visible"/>
                                      </p:to>
                                    </p:set>
                                    <p:anim calcmode="lin" valueType="num">
                                      <p:cBhvr additive="base">
                                        <p:cTn id="7" dur="500" fill="hold"/>
                                        <p:tgtEl>
                                          <p:spTgt spid="74754"/>
                                        </p:tgtEl>
                                        <p:attrNameLst>
                                          <p:attrName>ppt_x</p:attrName>
                                        </p:attrNameLst>
                                      </p:cBhvr>
                                      <p:tavLst>
                                        <p:tav tm="0">
                                          <p:val>
                                            <p:strVal val="0-#ppt_w/2"/>
                                          </p:val>
                                        </p:tav>
                                        <p:tav tm="100000">
                                          <p:val>
                                            <p:strVal val="#ppt_x"/>
                                          </p:val>
                                        </p:tav>
                                      </p:tavLst>
                                    </p:anim>
                                    <p:anim calcmode="lin" valueType="num">
                                      <p:cBhvr additive="base">
                                        <p:cTn id="8" dur="500" fill="hold"/>
                                        <p:tgtEl>
                                          <p:spTgt spid="7475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4757">
                                            <p:txEl>
                                              <p:pRg st="0" end="0"/>
                                            </p:txEl>
                                          </p:spTgt>
                                        </p:tgtEl>
                                        <p:attrNameLst>
                                          <p:attrName>style.visibility</p:attrName>
                                        </p:attrNameLst>
                                      </p:cBhvr>
                                      <p:to>
                                        <p:strVal val="visible"/>
                                      </p:to>
                                    </p:set>
                                    <p:anim calcmode="lin" valueType="num">
                                      <p:cBhvr additive="base">
                                        <p:cTn id="13" dur="500" fill="hold"/>
                                        <p:tgtEl>
                                          <p:spTgt spid="7475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47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4757">
                                            <p:txEl>
                                              <p:pRg st="1" end="1"/>
                                            </p:txEl>
                                          </p:spTgt>
                                        </p:tgtEl>
                                        <p:attrNameLst>
                                          <p:attrName>style.visibility</p:attrName>
                                        </p:attrNameLst>
                                      </p:cBhvr>
                                      <p:to>
                                        <p:strVal val="visible"/>
                                      </p:to>
                                    </p:set>
                                    <p:anim calcmode="lin" valueType="num">
                                      <p:cBhvr additive="base">
                                        <p:cTn id="19" dur="500" fill="hold"/>
                                        <p:tgtEl>
                                          <p:spTgt spid="7475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47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74757">
                                            <p:txEl>
                                              <p:pRg st="3" end="3"/>
                                            </p:txEl>
                                          </p:spTgt>
                                        </p:tgtEl>
                                        <p:attrNameLst>
                                          <p:attrName>style.visibility</p:attrName>
                                        </p:attrNameLst>
                                      </p:cBhvr>
                                      <p:to>
                                        <p:strVal val="visible"/>
                                      </p:to>
                                    </p:set>
                                    <p:anim calcmode="lin" valueType="num">
                                      <p:cBhvr additive="base">
                                        <p:cTn id="25" dur="500" fill="hold"/>
                                        <p:tgtEl>
                                          <p:spTgt spid="7475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475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74758"/>
                                        </p:tgtEl>
                                        <p:attrNameLst>
                                          <p:attrName>style.visibility</p:attrName>
                                        </p:attrNameLst>
                                      </p:cBhvr>
                                      <p:to>
                                        <p:strVal val="visible"/>
                                      </p:to>
                                    </p:set>
                                    <p:anim calcmode="lin" valueType="num">
                                      <p:cBhvr additive="base">
                                        <p:cTn id="31" dur="500" fill="hold"/>
                                        <p:tgtEl>
                                          <p:spTgt spid="74758"/>
                                        </p:tgtEl>
                                        <p:attrNameLst>
                                          <p:attrName>ppt_x</p:attrName>
                                        </p:attrNameLst>
                                      </p:cBhvr>
                                      <p:tavLst>
                                        <p:tav tm="0">
                                          <p:val>
                                            <p:strVal val="0-#ppt_w/2"/>
                                          </p:val>
                                        </p:tav>
                                        <p:tav tm="100000">
                                          <p:val>
                                            <p:strVal val="#ppt_x"/>
                                          </p:val>
                                        </p:tav>
                                      </p:tavLst>
                                    </p:anim>
                                    <p:anim calcmode="lin" valueType="num">
                                      <p:cBhvr additive="base">
                                        <p:cTn id="32" dur="500" fill="hold"/>
                                        <p:tgtEl>
                                          <p:spTgt spid="7475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0-#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74764"/>
                                        </p:tgtEl>
                                        <p:attrNameLst>
                                          <p:attrName>style.visibility</p:attrName>
                                        </p:attrNameLst>
                                      </p:cBhvr>
                                      <p:to>
                                        <p:strVal val="visible"/>
                                      </p:to>
                                    </p:set>
                                    <p:anim calcmode="lin" valueType="num">
                                      <p:cBhvr additive="base">
                                        <p:cTn id="43" dur="500" fill="hold"/>
                                        <p:tgtEl>
                                          <p:spTgt spid="74764"/>
                                        </p:tgtEl>
                                        <p:attrNameLst>
                                          <p:attrName>ppt_x</p:attrName>
                                        </p:attrNameLst>
                                      </p:cBhvr>
                                      <p:tavLst>
                                        <p:tav tm="0">
                                          <p:val>
                                            <p:strVal val="0-#ppt_w/2"/>
                                          </p:val>
                                        </p:tav>
                                        <p:tav tm="100000">
                                          <p:val>
                                            <p:strVal val="#ppt_x"/>
                                          </p:val>
                                        </p:tav>
                                      </p:tavLst>
                                    </p:anim>
                                    <p:anim calcmode="lin" valueType="num">
                                      <p:cBhvr additive="base">
                                        <p:cTn id="44" dur="500" fill="hold"/>
                                        <p:tgtEl>
                                          <p:spTgt spid="74764"/>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74760"/>
                                        </p:tgtEl>
                                        <p:attrNameLst>
                                          <p:attrName>style.visibility</p:attrName>
                                        </p:attrNameLst>
                                      </p:cBhvr>
                                      <p:to>
                                        <p:strVal val="visible"/>
                                      </p:to>
                                    </p:set>
                                    <p:anim calcmode="lin" valueType="num">
                                      <p:cBhvr additive="base">
                                        <p:cTn id="49" dur="500" fill="hold"/>
                                        <p:tgtEl>
                                          <p:spTgt spid="74760"/>
                                        </p:tgtEl>
                                        <p:attrNameLst>
                                          <p:attrName>ppt_x</p:attrName>
                                        </p:attrNameLst>
                                      </p:cBhvr>
                                      <p:tavLst>
                                        <p:tav tm="0">
                                          <p:val>
                                            <p:strVal val="0-#ppt_w/2"/>
                                          </p:val>
                                        </p:tav>
                                        <p:tav tm="100000">
                                          <p:val>
                                            <p:strVal val="#ppt_x"/>
                                          </p:val>
                                        </p:tav>
                                      </p:tavLst>
                                    </p:anim>
                                    <p:anim calcmode="lin" valueType="num">
                                      <p:cBhvr additive="base">
                                        <p:cTn id="50" dur="500" fill="hold"/>
                                        <p:tgtEl>
                                          <p:spTgt spid="74760"/>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74761"/>
                                        </p:tgtEl>
                                        <p:attrNameLst>
                                          <p:attrName>style.visibility</p:attrName>
                                        </p:attrNameLst>
                                      </p:cBhvr>
                                      <p:to>
                                        <p:strVal val="visible"/>
                                      </p:to>
                                    </p:set>
                                    <p:anim calcmode="lin" valueType="num">
                                      <p:cBhvr additive="base">
                                        <p:cTn id="55" dur="500" fill="hold"/>
                                        <p:tgtEl>
                                          <p:spTgt spid="74761"/>
                                        </p:tgtEl>
                                        <p:attrNameLst>
                                          <p:attrName>ppt_x</p:attrName>
                                        </p:attrNameLst>
                                      </p:cBhvr>
                                      <p:tavLst>
                                        <p:tav tm="0">
                                          <p:val>
                                            <p:strVal val="0-#ppt_w/2"/>
                                          </p:val>
                                        </p:tav>
                                        <p:tav tm="100000">
                                          <p:val>
                                            <p:strVal val="#ppt_x"/>
                                          </p:val>
                                        </p:tav>
                                      </p:tavLst>
                                    </p:anim>
                                    <p:anim calcmode="lin" valueType="num">
                                      <p:cBhvr additive="base">
                                        <p:cTn id="56" dur="500" fill="hold"/>
                                        <p:tgtEl>
                                          <p:spTgt spid="747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build="p"/>
      <p:bldP spid="74758" grpId="0"/>
      <p:bldP spid="74760" grpId="0"/>
      <p:bldP spid="74761" grpId="0"/>
      <p:bldP spid="74764" grpId="0"/>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a:extLst>
              <a:ext uri="{FF2B5EF4-FFF2-40B4-BE49-F238E27FC236}">
                <a16:creationId xmlns:a16="http://schemas.microsoft.com/office/drawing/2014/main" id="{3EF4FEE6-17A2-3E58-70D7-B63DD221B114}"/>
              </a:ext>
            </a:extLst>
          </p:cNvPr>
          <p:cNvSpPr>
            <a:spLocks noGrp="1" noChangeArrowheads="1"/>
          </p:cNvSpPr>
          <p:nvPr>
            <p:ph type="title"/>
          </p:nvPr>
        </p:nvSpPr>
        <p:spPr>
          <a:xfrm>
            <a:off x="228600" y="0"/>
            <a:ext cx="7272338" cy="857250"/>
          </a:xfrm>
        </p:spPr>
        <p:txBody>
          <a:bodyPr rtlCol="0">
            <a:normAutofit fontScale="90000"/>
          </a:bodyPr>
          <a:lstStyle/>
          <a:p>
            <a:pPr eaLnBrk="1" fontAlgn="auto" hangingPunct="1">
              <a:spcAft>
                <a:spcPts val="0"/>
              </a:spcAft>
              <a:defRPr/>
            </a:pPr>
            <a:r>
              <a:rPr lang="zh-CN" altLang="en-US" sz="4000">
                <a:solidFill>
                  <a:srgbClr val="FF6600"/>
                </a:solidFill>
                <a:effectLst>
                  <a:outerShdw blurRad="38100" dist="38100" dir="2700000" algn="tl">
                    <a:srgbClr val="000000"/>
                  </a:outerShdw>
                </a:effectLst>
                <a:ea typeface="方正粗宋简体" pitchFamily="65" charset="-122"/>
              </a:rPr>
              <a:t>有效数字的运算规则</a:t>
            </a:r>
            <a:r>
              <a:rPr lang="zh-CN" altLang="en-US" sz="5400"/>
              <a:t> </a:t>
            </a:r>
          </a:p>
        </p:txBody>
      </p:sp>
      <p:sp>
        <p:nvSpPr>
          <p:cNvPr id="290821" name="Rectangle 5">
            <a:extLst>
              <a:ext uri="{FF2B5EF4-FFF2-40B4-BE49-F238E27FC236}">
                <a16:creationId xmlns:a16="http://schemas.microsoft.com/office/drawing/2014/main" id="{998B19A7-5390-875D-FABE-8327D142B7BB}"/>
              </a:ext>
            </a:extLst>
          </p:cNvPr>
          <p:cNvSpPr>
            <a:spLocks noGrp="1" noChangeArrowheads="1"/>
          </p:cNvSpPr>
          <p:nvPr>
            <p:ph idx="1"/>
          </p:nvPr>
        </p:nvSpPr>
        <p:spPr>
          <a:xfrm>
            <a:off x="228600" y="1143000"/>
            <a:ext cx="8915400" cy="4949825"/>
          </a:xfrm>
        </p:spPr>
        <p:txBody>
          <a:bodyPr/>
          <a:lstStyle/>
          <a:p>
            <a:pPr algn="just" eaLnBrk="1" hangingPunct="1"/>
            <a:r>
              <a:rPr lang="zh-CN" altLang="en-US" sz="4000" b="1">
                <a:solidFill>
                  <a:srgbClr val="000066"/>
                </a:solidFill>
                <a:latin typeface="隶书" panose="02010509060101010101" pitchFamily="49" charset="-122"/>
                <a:ea typeface="隶书" panose="02010509060101010101" pitchFamily="49" charset="-122"/>
              </a:rPr>
              <a:t>（</a:t>
            </a:r>
            <a:r>
              <a:rPr lang="en-US" altLang="zh-CN" sz="4000" b="1">
                <a:solidFill>
                  <a:srgbClr val="000066"/>
                </a:solidFill>
                <a:latin typeface="隶书" panose="02010509060101010101" pitchFamily="49" charset="-122"/>
                <a:ea typeface="隶书" panose="02010509060101010101" pitchFamily="49" charset="-122"/>
              </a:rPr>
              <a:t>2</a:t>
            </a:r>
            <a:r>
              <a:rPr lang="zh-CN" altLang="en-US" sz="4000" b="1">
                <a:solidFill>
                  <a:srgbClr val="000066"/>
                </a:solidFill>
                <a:latin typeface="隶书" panose="02010509060101010101" pitchFamily="49" charset="-122"/>
                <a:ea typeface="隶书" panose="02010509060101010101" pitchFamily="49" charset="-122"/>
              </a:rPr>
              <a:t>）乘除运算：几个数相乘除时，计算结果的有效数字位数和参与运算的各量中有效数字位数最少的相同。 </a:t>
            </a:r>
          </a:p>
          <a:p>
            <a:pPr algn="just" eaLnBrk="1" hangingPunct="1"/>
            <a:r>
              <a:rPr lang="zh-CN" altLang="en-US" sz="2800" b="1">
                <a:solidFill>
                  <a:srgbClr val="FF0000"/>
                </a:solidFill>
              </a:rPr>
              <a:t>    </a:t>
            </a:r>
            <a:r>
              <a:rPr lang="zh-CN" altLang="en-US" b="1">
                <a:solidFill>
                  <a:srgbClr val="FF0000"/>
                </a:solidFill>
              </a:rPr>
              <a:t>（看位数，多中取少）</a:t>
            </a:r>
            <a:endParaRPr lang="zh-CN" altLang="en-US" b="1">
              <a:solidFill>
                <a:srgbClr val="000066"/>
              </a:solidFill>
              <a:latin typeface="隶书" panose="02010509060101010101" pitchFamily="49" charset="-122"/>
              <a:ea typeface="隶书" panose="02010509060101010101" pitchFamily="49" charset="-122"/>
            </a:endParaRPr>
          </a:p>
          <a:p>
            <a:pPr algn="just" eaLnBrk="1" hangingPunct="1"/>
            <a:r>
              <a:rPr lang="zh-CN" altLang="en-US" sz="4000" b="1">
                <a:solidFill>
                  <a:srgbClr val="FF0000"/>
                </a:solidFill>
              </a:rPr>
              <a:t>例：</a:t>
            </a:r>
            <a:r>
              <a:rPr lang="en-US" altLang="zh-CN" sz="4800" b="1">
                <a:solidFill>
                  <a:schemeClr val="accent2"/>
                </a:solidFill>
              </a:rPr>
              <a:t>0.3521×0.28=</a:t>
            </a:r>
            <a:endParaRPr lang="en-US" altLang="zh-CN" sz="4800" b="1">
              <a:solidFill>
                <a:srgbClr val="FF0000"/>
              </a:solidFill>
            </a:endParaRPr>
          </a:p>
          <a:p>
            <a:pPr algn="just" eaLnBrk="1" hangingPunct="1">
              <a:buFontTx/>
              <a:buNone/>
            </a:pPr>
            <a:r>
              <a:rPr lang="en-US" altLang="zh-CN" sz="4800" b="1">
                <a:solidFill>
                  <a:srgbClr val="FF0000"/>
                </a:solidFill>
              </a:rPr>
              <a:t>         </a:t>
            </a:r>
          </a:p>
          <a:p>
            <a:pPr algn="just" eaLnBrk="1" hangingPunct="1">
              <a:buFontTx/>
              <a:buNone/>
            </a:pPr>
            <a:r>
              <a:rPr lang="en-US" altLang="zh-CN" sz="2800" b="1">
                <a:solidFill>
                  <a:srgbClr val="FF0000"/>
                </a:solidFill>
              </a:rPr>
              <a:t>                            </a:t>
            </a:r>
            <a:endParaRPr lang="en-US" altLang="zh-CN" sz="4000" b="1">
              <a:solidFill>
                <a:schemeClr val="accent2"/>
              </a:solidFill>
            </a:endParaRPr>
          </a:p>
          <a:p>
            <a:pPr algn="just" eaLnBrk="1" hangingPunct="1"/>
            <a:endParaRPr lang="en-US" altLang="zh-CN" sz="4000" b="1">
              <a:solidFill>
                <a:srgbClr val="000066"/>
              </a:solidFill>
              <a:latin typeface="隶书" panose="02010509060101010101" pitchFamily="49" charset="-122"/>
              <a:ea typeface="隶书" panose="02010509060101010101" pitchFamily="49" charset="-122"/>
            </a:endParaRPr>
          </a:p>
          <a:p>
            <a:pPr eaLnBrk="1" hangingPunct="1">
              <a:buFontTx/>
              <a:buNone/>
            </a:pPr>
            <a:endParaRPr lang="en-US" altLang="zh-CN" sz="3600"/>
          </a:p>
          <a:p>
            <a:pPr eaLnBrk="1" hangingPunct="1"/>
            <a:endParaRPr lang="en-US" altLang="zh-CN" sz="3600"/>
          </a:p>
        </p:txBody>
      </p:sp>
      <p:pic>
        <p:nvPicPr>
          <p:cNvPr id="84996" name="Picture 4" descr="未命名-1">
            <a:extLst>
              <a:ext uri="{FF2B5EF4-FFF2-40B4-BE49-F238E27FC236}">
                <a16:creationId xmlns:a16="http://schemas.microsoft.com/office/drawing/2014/main" id="{66078A91-1AB4-CB3F-CD6A-9D9498979E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919480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0824" name="Text Box 8">
            <a:extLst>
              <a:ext uri="{FF2B5EF4-FFF2-40B4-BE49-F238E27FC236}">
                <a16:creationId xmlns:a16="http://schemas.microsoft.com/office/drawing/2014/main" id="{823D9D28-AB96-6990-FAA0-7E924D066A14}"/>
              </a:ext>
            </a:extLst>
          </p:cNvPr>
          <p:cNvSpPr txBox="1">
            <a:spLocks noChangeArrowheads="1"/>
          </p:cNvSpPr>
          <p:nvPr/>
        </p:nvSpPr>
        <p:spPr bwMode="auto">
          <a:xfrm>
            <a:off x="7235825" y="3284538"/>
            <a:ext cx="1908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2800" b="0">
                <a:solidFill>
                  <a:schemeClr val="accent2"/>
                </a:solidFill>
                <a:latin typeface="Times New Roman" panose="02020603050405020304" pitchFamily="18" charset="0"/>
                <a:ea typeface="宋体" panose="02010600030101010101" pitchFamily="2" charset="-122"/>
              </a:rPr>
              <a:t>(0.09859</a:t>
            </a:r>
            <a:r>
              <a:rPr lang="zh-CN" altLang="en-US" sz="2800" b="0">
                <a:solidFill>
                  <a:schemeClr val="accent2"/>
                </a:solidFill>
                <a:latin typeface="Times New Roman" panose="02020603050405020304" pitchFamily="18" charset="0"/>
                <a:ea typeface="宋体" panose="02010600030101010101" pitchFamily="2" charset="-122"/>
              </a:rPr>
              <a:t>）</a:t>
            </a:r>
          </a:p>
        </p:txBody>
      </p:sp>
      <p:sp>
        <p:nvSpPr>
          <p:cNvPr id="290826" name="Text Box 10">
            <a:extLst>
              <a:ext uri="{FF2B5EF4-FFF2-40B4-BE49-F238E27FC236}">
                <a16:creationId xmlns:a16="http://schemas.microsoft.com/office/drawing/2014/main" id="{81FC67C7-5CA6-5E43-661A-FC08664C1902}"/>
              </a:ext>
            </a:extLst>
          </p:cNvPr>
          <p:cNvSpPr txBox="1">
            <a:spLocks noChangeArrowheads="1"/>
          </p:cNvSpPr>
          <p:nvPr/>
        </p:nvSpPr>
        <p:spPr bwMode="auto">
          <a:xfrm>
            <a:off x="5795963" y="3860800"/>
            <a:ext cx="22558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2400" b="0">
                <a:solidFill>
                  <a:schemeClr val="accent2"/>
                </a:solidFill>
                <a:latin typeface="Times New Roman" panose="02020603050405020304" pitchFamily="18" charset="0"/>
                <a:ea typeface="宋体" panose="02010600030101010101" pitchFamily="2" charset="-122"/>
              </a:rPr>
              <a:t>9.9 ×10</a:t>
            </a:r>
            <a:r>
              <a:rPr lang="en-US" altLang="zh-CN" sz="2400" b="0" baseline="30000">
                <a:solidFill>
                  <a:schemeClr val="accent2"/>
                </a:solidFill>
                <a:latin typeface="Times New Roman" panose="02020603050405020304" pitchFamily="18" charset="0"/>
                <a:ea typeface="宋体" panose="02010600030101010101" pitchFamily="2" charset="-122"/>
              </a:rPr>
              <a:t>-2</a:t>
            </a:r>
          </a:p>
        </p:txBody>
      </p:sp>
      <p:sp>
        <p:nvSpPr>
          <p:cNvPr id="290827" name="Text Box 11">
            <a:extLst>
              <a:ext uri="{FF2B5EF4-FFF2-40B4-BE49-F238E27FC236}">
                <a16:creationId xmlns:a16="http://schemas.microsoft.com/office/drawing/2014/main" id="{4673A059-79F0-1AFA-55B2-C2918AA7AC1C}"/>
              </a:ext>
            </a:extLst>
          </p:cNvPr>
          <p:cNvSpPr txBox="1">
            <a:spLocks noChangeArrowheads="1"/>
          </p:cNvSpPr>
          <p:nvPr/>
        </p:nvSpPr>
        <p:spPr bwMode="auto">
          <a:xfrm>
            <a:off x="5580063" y="5103813"/>
            <a:ext cx="2338387" cy="584200"/>
          </a:xfrm>
          <a:prstGeom prst="rect">
            <a:avLst/>
          </a:prstGeom>
          <a:noFill/>
          <a:ln w="9525">
            <a:noFill/>
            <a:miter lim="800000"/>
          </a:ln>
          <a:effectLst/>
        </p:spPr>
        <p:txBody>
          <a:bodyPr>
            <a:spAutoFit/>
          </a:bodyPr>
          <a:lstStyle/>
          <a:p>
            <a:pPr eaLnBrk="1" hangingPunct="1">
              <a:buFont typeface="Arial" panose="020B0604020202020204" pitchFamily="34" charset="0"/>
              <a:buNone/>
              <a:defRPr/>
            </a:pPr>
            <a:r>
              <a:rPr lang="en-US" altLang="zh-CN" sz="3200" b="0" dirty="0">
                <a:solidFill>
                  <a:srgbClr val="0000FF"/>
                </a:solidFill>
                <a:effectLst>
                  <a:outerShdw blurRad="38100" dist="38100" dir="2700000" algn="tl">
                    <a:srgbClr val="000000"/>
                  </a:outerShdw>
                </a:effectLst>
                <a:ea typeface="宋体" panose="02010600030101010101" pitchFamily="2" charset="-122"/>
                <a:cs typeface="+mn-cs"/>
              </a:rPr>
              <a:t>5 </a:t>
            </a:r>
            <a:r>
              <a:rPr lang="en-US" altLang="zh-CN" sz="3200" b="0" dirty="0">
                <a:solidFill>
                  <a:srgbClr val="0000FF"/>
                </a:solidFill>
                <a:ea typeface="宋体" panose="02010600030101010101" pitchFamily="2" charset="-122"/>
                <a:cs typeface="+mn-cs"/>
              </a:rPr>
              <a:t>×10</a:t>
            </a:r>
            <a:r>
              <a:rPr lang="en-US" altLang="zh-CN" sz="3200" b="0" baseline="30000" dirty="0">
                <a:solidFill>
                  <a:srgbClr val="0000FF"/>
                </a:solidFill>
                <a:ea typeface="宋体" panose="02010600030101010101" pitchFamily="2" charset="-122"/>
                <a:cs typeface="+mn-cs"/>
              </a:rPr>
              <a:t>3</a:t>
            </a:r>
            <a:r>
              <a:rPr lang="en-US" altLang="zh-CN" sz="3200" b="0" dirty="0">
                <a:effectLst>
                  <a:outerShdw blurRad="38100" dist="38100" dir="2700000" algn="tl">
                    <a:srgbClr val="000000"/>
                  </a:outerShdw>
                </a:effectLst>
                <a:ea typeface="宋体" panose="02010600030101010101" pitchFamily="2" charset="-122"/>
                <a:cs typeface="+mn-cs"/>
              </a:rPr>
              <a:t> </a:t>
            </a:r>
          </a:p>
        </p:txBody>
      </p:sp>
      <p:sp>
        <p:nvSpPr>
          <p:cNvPr id="290828" name="Text Box 12">
            <a:extLst>
              <a:ext uri="{FF2B5EF4-FFF2-40B4-BE49-F238E27FC236}">
                <a16:creationId xmlns:a16="http://schemas.microsoft.com/office/drawing/2014/main" id="{CE4F62B6-FB42-A33A-9B0E-E8D4F9FE80E9}"/>
              </a:ext>
            </a:extLst>
          </p:cNvPr>
          <p:cNvSpPr txBox="1">
            <a:spLocks noChangeArrowheads="1"/>
          </p:cNvSpPr>
          <p:nvPr/>
        </p:nvSpPr>
        <p:spPr bwMode="auto">
          <a:xfrm>
            <a:off x="7612063" y="5105400"/>
            <a:ext cx="1531937" cy="579438"/>
          </a:xfrm>
          <a:prstGeom prst="rect">
            <a:avLst/>
          </a:prstGeom>
          <a:noFill/>
          <a:ln w="9525">
            <a:noFill/>
            <a:miter lim="800000"/>
          </a:ln>
          <a:effectLst/>
        </p:spPr>
        <p:txBody>
          <a:bodyPr>
            <a:spAutoFit/>
          </a:bodyPr>
          <a:lstStyle/>
          <a:p>
            <a:pPr eaLnBrk="1" hangingPunct="1">
              <a:buFont typeface="Arial" panose="020B0604020202020204" pitchFamily="34" charset="0"/>
              <a:buNone/>
              <a:defRPr/>
            </a:pPr>
            <a:r>
              <a:rPr lang="en-US" altLang="zh-CN" sz="3200" b="0">
                <a:solidFill>
                  <a:srgbClr val="0000FF"/>
                </a:solidFill>
                <a:effectLst>
                  <a:outerShdw blurRad="38100" dist="38100" dir="2700000" algn="tl">
                    <a:srgbClr val="000000"/>
                  </a:outerShdw>
                </a:effectLst>
                <a:ea typeface="宋体" panose="02010600030101010101" pitchFamily="2" charset="-122"/>
                <a:cs typeface="+mn-cs"/>
              </a:rPr>
              <a:t>(5020)</a:t>
            </a:r>
          </a:p>
        </p:txBody>
      </p:sp>
      <p:sp>
        <p:nvSpPr>
          <p:cNvPr id="290832" name="Text Box 16">
            <a:extLst>
              <a:ext uri="{FF2B5EF4-FFF2-40B4-BE49-F238E27FC236}">
                <a16:creationId xmlns:a16="http://schemas.microsoft.com/office/drawing/2014/main" id="{694F9A4C-238C-646D-FE83-B778696B2329}"/>
              </a:ext>
            </a:extLst>
          </p:cNvPr>
          <p:cNvSpPr txBox="1">
            <a:spLocks noChangeArrowheads="1"/>
          </p:cNvSpPr>
          <p:nvPr/>
        </p:nvSpPr>
        <p:spPr bwMode="auto">
          <a:xfrm>
            <a:off x="1676400" y="4953000"/>
            <a:ext cx="3887788"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4800" b="0">
                <a:solidFill>
                  <a:schemeClr val="accent2"/>
                </a:solidFill>
                <a:latin typeface="Times New Roman" panose="02020603050405020304" pitchFamily="18" charset="0"/>
                <a:ea typeface="宋体" panose="02010600030101010101" pitchFamily="2" charset="-122"/>
              </a:rPr>
              <a:t>20.08÷0.004=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90818"/>
                                        </p:tgtEl>
                                        <p:attrNameLst>
                                          <p:attrName>style.visibility</p:attrName>
                                        </p:attrNameLst>
                                      </p:cBhvr>
                                      <p:to>
                                        <p:strVal val="visible"/>
                                      </p:to>
                                    </p:set>
                                    <p:anim calcmode="lin" valueType="num">
                                      <p:cBhvr additive="base">
                                        <p:cTn id="7" dur="500" fill="hold"/>
                                        <p:tgtEl>
                                          <p:spTgt spid="290818"/>
                                        </p:tgtEl>
                                        <p:attrNameLst>
                                          <p:attrName>ppt_x</p:attrName>
                                        </p:attrNameLst>
                                      </p:cBhvr>
                                      <p:tavLst>
                                        <p:tav tm="0">
                                          <p:val>
                                            <p:strVal val="1+#ppt_w/2"/>
                                          </p:val>
                                        </p:tav>
                                        <p:tav tm="100000">
                                          <p:val>
                                            <p:strVal val="#ppt_x"/>
                                          </p:val>
                                        </p:tav>
                                      </p:tavLst>
                                    </p:anim>
                                    <p:anim calcmode="lin" valueType="num">
                                      <p:cBhvr additive="base">
                                        <p:cTn id="8" dur="500" fill="hold"/>
                                        <p:tgtEl>
                                          <p:spTgt spid="2908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290821">
                                            <p:txEl>
                                              <p:pRg st="0" end="0"/>
                                            </p:txEl>
                                          </p:spTgt>
                                        </p:tgtEl>
                                        <p:attrNameLst>
                                          <p:attrName>style.visibility</p:attrName>
                                        </p:attrNameLst>
                                      </p:cBhvr>
                                      <p:to>
                                        <p:strVal val="visible"/>
                                      </p:to>
                                    </p:set>
                                    <p:animEffect transition="in" filter="slide(fromBottom)">
                                      <p:cBhvr>
                                        <p:cTn id="13" dur="500"/>
                                        <p:tgtEl>
                                          <p:spTgt spid="29082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nodeType="clickEffect">
                                  <p:stCondLst>
                                    <p:cond delay="0"/>
                                  </p:stCondLst>
                                  <p:childTnLst>
                                    <p:set>
                                      <p:cBhvr>
                                        <p:cTn id="17" dur="1" fill="hold">
                                          <p:stCondLst>
                                            <p:cond delay="0"/>
                                          </p:stCondLst>
                                        </p:cTn>
                                        <p:tgtEl>
                                          <p:spTgt spid="290821">
                                            <p:txEl>
                                              <p:pRg st="1" end="1"/>
                                            </p:txEl>
                                          </p:spTgt>
                                        </p:tgtEl>
                                        <p:attrNameLst>
                                          <p:attrName>style.visibility</p:attrName>
                                        </p:attrNameLst>
                                      </p:cBhvr>
                                      <p:to>
                                        <p:strVal val="visible"/>
                                      </p:to>
                                    </p:set>
                                    <p:animEffect transition="in" filter="slide(fromBottom)">
                                      <p:cBhvr>
                                        <p:cTn id="18" dur="500"/>
                                        <p:tgtEl>
                                          <p:spTgt spid="290821">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nodeType="clickEffect">
                                  <p:stCondLst>
                                    <p:cond delay="0"/>
                                  </p:stCondLst>
                                  <p:childTnLst>
                                    <p:set>
                                      <p:cBhvr>
                                        <p:cTn id="22" dur="1" fill="hold">
                                          <p:stCondLst>
                                            <p:cond delay="0"/>
                                          </p:stCondLst>
                                        </p:cTn>
                                        <p:tgtEl>
                                          <p:spTgt spid="290821">
                                            <p:txEl>
                                              <p:pRg st="2" end="2"/>
                                            </p:txEl>
                                          </p:spTgt>
                                        </p:tgtEl>
                                        <p:attrNameLst>
                                          <p:attrName>style.visibility</p:attrName>
                                        </p:attrNameLst>
                                      </p:cBhvr>
                                      <p:to>
                                        <p:strVal val="visible"/>
                                      </p:to>
                                    </p:set>
                                    <p:animEffect transition="in" filter="slide(fromBottom)">
                                      <p:cBhvr>
                                        <p:cTn id="23" dur="500"/>
                                        <p:tgtEl>
                                          <p:spTgt spid="290821">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nodeType="clickEffect">
                                  <p:stCondLst>
                                    <p:cond delay="0"/>
                                  </p:stCondLst>
                                  <p:childTnLst>
                                    <p:set>
                                      <p:cBhvr>
                                        <p:cTn id="27" dur="1" fill="hold">
                                          <p:stCondLst>
                                            <p:cond delay="0"/>
                                          </p:stCondLst>
                                        </p:cTn>
                                        <p:tgtEl>
                                          <p:spTgt spid="290824"/>
                                        </p:tgtEl>
                                        <p:attrNameLst>
                                          <p:attrName>style.visibility</p:attrName>
                                        </p:attrNameLst>
                                      </p:cBhvr>
                                      <p:to>
                                        <p:strVal val="visible"/>
                                      </p:to>
                                    </p:set>
                                    <p:anim calcmode="lin" valueType="num">
                                      <p:cBhvr additive="base">
                                        <p:cTn id="28" dur="500" fill="hold"/>
                                        <p:tgtEl>
                                          <p:spTgt spid="290824"/>
                                        </p:tgtEl>
                                        <p:attrNameLst>
                                          <p:attrName>ppt_x</p:attrName>
                                        </p:attrNameLst>
                                      </p:cBhvr>
                                      <p:tavLst>
                                        <p:tav tm="0">
                                          <p:val>
                                            <p:strVal val="1+#ppt_w/2"/>
                                          </p:val>
                                        </p:tav>
                                        <p:tav tm="100000">
                                          <p:val>
                                            <p:strVal val="#ppt_x"/>
                                          </p:val>
                                        </p:tav>
                                      </p:tavLst>
                                    </p:anim>
                                    <p:anim calcmode="lin" valueType="num">
                                      <p:cBhvr additive="base">
                                        <p:cTn id="29" dur="500" fill="hold"/>
                                        <p:tgtEl>
                                          <p:spTgt spid="290824"/>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290826"/>
                                        </p:tgtEl>
                                        <p:attrNameLst>
                                          <p:attrName>style.visibility</p:attrName>
                                        </p:attrNameLst>
                                      </p:cBhvr>
                                      <p:to>
                                        <p:strVal val="visible"/>
                                      </p:to>
                                    </p:set>
                                    <p:anim calcmode="lin" valueType="num">
                                      <p:cBhvr additive="base">
                                        <p:cTn id="34" dur="500" fill="hold"/>
                                        <p:tgtEl>
                                          <p:spTgt spid="290826"/>
                                        </p:tgtEl>
                                        <p:attrNameLst>
                                          <p:attrName>ppt_x</p:attrName>
                                        </p:attrNameLst>
                                      </p:cBhvr>
                                      <p:tavLst>
                                        <p:tav tm="0">
                                          <p:val>
                                            <p:strVal val="0-#ppt_w/2"/>
                                          </p:val>
                                        </p:tav>
                                        <p:tav tm="100000">
                                          <p:val>
                                            <p:strVal val="#ppt_x"/>
                                          </p:val>
                                        </p:tav>
                                      </p:tavLst>
                                    </p:anim>
                                    <p:anim calcmode="lin" valueType="num">
                                      <p:cBhvr additive="base">
                                        <p:cTn id="35" dur="500" fill="hold"/>
                                        <p:tgtEl>
                                          <p:spTgt spid="290826"/>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290832"/>
                                        </p:tgtEl>
                                        <p:attrNameLst>
                                          <p:attrName>style.visibility</p:attrName>
                                        </p:attrNameLst>
                                      </p:cBhvr>
                                      <p:to>
                                        <p:strVal val="visible"/>
                                      </p:to>
                                    </p:set>
                                    <p:anim calcmode="lin" valueType="num">
                                      <p:cBhvr additive="base">
                                        <p:cTn id="40" dur="500" fill="hold"/>
                                        <p:tgtEl>
                                          <p:spTgt spid="290832"/>
                                        </p:tgtEl>
                                        <p:attrNameLst>
                                          <p:attrName>ppt_x</p:attrName>
                                        </p:attrNameLst>
                                      </p:cBhvr>
                                      <p:tavLst>
                                        <p:tav tm="0">
                                          <p:val>
                                            <p:strVal val="0-#ppt_w/2"/>
                                          </p:val>
                                        </p:tav>
                                        <p:tav tm="100000">
                                          <p:val>
                                            <p:strVal val="#ppt_x"/>
                                          </p:val>
                                        </p:tav>
                                      </p:tavLst>
                                    </p:anim>
                                    <p:anim calcmode="lin" valueType="num">
                                      <p:cBhvr additive="base">
                                        <p:cTn id="41" dur="500" fill="hold"/>
                                        <p:tgtEl>
                                          <p:spTgt spid="290832"/>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290828"/>
                                        </p:tgtEl>
                                        <p:attrNameLst>
                                          <p:attrName>style.visibility</p:attrName>
                                        </p:attrNameLst>
                                      </p:cBhvr>
                                      <p:to>
                                        <p:strVal val="visible"/>
                                      </p:to>
                                    </p:set>
                                    <p:anim calcmode="lin" valueType="num">
                                      <p:cBhvr additive="base">
                                        <p:cTn id="46" dur="500" fill="hold"/>
                                        <p:tgtEl>
                                          <p:spTgt spid="290828"/>
                                        </p:tgtEl>
                                        <p:attrNameLst>
                                          <p:attrName>ppt_x</p:attrName>
                                        </p:attrNameLst>
                                      </p:cBhvr>
                                      <p:tavLst>
                                        <p:tav tm="0">
                                          <p:val>
                                            <p:strVal val="#ppt_x"/>
                                          </p:val>
                                        </p:tav>
                                        <p:tav tm="100000">
                                          <p:val>
                                            <p:strVal val="#ppt_x"/>
                                          </p:val>
                                        </p:tav>
                                      </p:tavLst>
                                    </p:anim>
                                    <p:anim calcmode="lin" valueType="num">
                                      <p:cBhvr additive="base">
                                        <p:cTn id="47" dur="500" fill="hold"/>
                                        <p:tgtEl>
                                          <p:spTgt spid="290828"/>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8" fill="hold" nodeType="clickEffect">
                                  <p:stCondLst>
                                    <p:cond delay="0"/>
                                  </p:stCondLst>
                                  <p:childTnLst>
                                    <p:set>
                                      <p:cBhvr>
                                        <p:cTn id="51" dur="1" fill="hold">
                                          <p:stCondLst>
                                            <p:cond delay="0"/>
                                          </p:stCondLst>
                                        </p:cTn>
                                        <p:tgtEl>
                                          <p:spTgt spid="290827"/>
                                        </p:tgtEl>
                                        <p:attrNameLst>
                                          <p:attrName>style.visibility</p:attrName>
                                        </p:attrNameLst>
                                      </p:cBhvr>
                                      <p:to>
                                        <p:strVal val="visible"/>
                                      </p:to>
                                    </p:set>
                                    <p:anim calcmode="lin" valueType="num">
                                      <p:cBhvr additive="base">
                                        <p:cTn id="52" dur="500" fill="hold"/>
                                        <p:tgtEl>
                                          <p:spTgt spid="290827"/>
                                        </p:tgtEl>
                                        <p:attrNameLst>
                                          <p:attrName>ppt_x</p:attrName>
                                        </p:attrNameLst>
                                      </p:cBhvr>
                                      <p:tavLst>
                                        <p:tav tm="0">
                                          <p:val>
                                            <p:strVal val="0-#ppt_w/2"/>
                                          </p:val>
                                        </p:tav>
                                        <p:tav tm="100000">
                                          <p:val>
                                            <p:strVal val="#ppt_x"/>
                                          </p:val>
                                        </p:tav>
                                      </p:tavLst>
                                    </p:anim>
                                    <p:anim calcmode="lin" valueType="num">
                                      <p:cBhvr additive="base">
                                        <p:cTn id="53" dur="500" fill="hold"/>
                                        <p:tgtEl>
                                          <p:spTgt spid="290827"/>
                                        </p:tgtEl>
                                        <p:attrNameLst>
                                          <p:attrName>ppt_y</p:attrName>
                                        </p:attrNameLst>
                                      </p:cBhvr>
                                      <p:tavLst>
                                        <p:tav tm="0">
                                          <p:val>
                                            <p:strVal val="#ppt_y"/>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4" fill="hold" nodeType="clickEffect">
                                  <p:stCondLst>
                                    <p:cond delay="0"/>
                                  </p:stCondLst>
                                  <p:childTnLst>
                                    <p:set>
                                      <p:cBhvr>
                                        <p:cTn id="57" dur="1" fill="hold">
                                          <p:stCondLst>
                                            <p:cond delay="0"/>
                                          </p:stCondLst>
                                        </p:cTn>
                                        <p:tgtEl>
                                          <p:spTgt spid="290821">
                                            <p:txEl>
                                              <p:pRg st="4" end="4"/>
                                            </p:txEl>
                                          </p:spTgt>
                                        </p:tgtEl>
                                        <p:attrNameLst>
                                          <p:attrName>style.visibility</p:attrName>
                                        </p:attrNameLst>
                                      </p:cBhvr>
                                      <p:to>
                                        <p:strVal val="visible"/>
                                      </p:to>
                                    </p:set>
                                    <p:animEffect transition="in" filter="slide(fromBottom)">
                                      <p:cBhvr>
                                        <p:cTn id="58" dur="500"/>
                                        <p:tgtEl>
                                          <p:spTgt spid="2908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1" grpId="0" build="p"/>
      <p:bldP spid="290824" grpId="0"/>
      <p:bldP spid="290826" grpId="0"/>
      <p:bldP spid="290827" grpId="0"/>
      <p:bldP spid="290828" grpId="0"/>
      <p:bldP spid="29083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A29E072-481A-74C1-AA45-333D694B88F8}"/>
              </a:ext>
            </a:extLst>
          </p:cNvPr>
          <p:cNvSpPr>
            <a:spLocks noGrp="1" noChangeArrowheads="1"/>
          </p:cNvSpPr>
          <p:nvPr>
            <p:ph type="title"/>
          </p:nvPr>
        </p:nvSpPr>
        <p:spPr/>
        <p:txBody>
          <a:bodyPr/>
          <a:lstStyle/>
          <a:p>
            <a:pPr eaLnBrk="1" hangingPunct="1"/>
            <a:r>
              <a:rPr lang="zh-CN" altLang="en-US">
                <a:solidFill>
                  <a:srgbClr val="FF0000"/>
                </a:solidFill>
              </a:rPr>
              <a:t>例</a:t>
            </a:r>
            <a:r>
              <a:rPr lang="en-US" altLang="zh-CN">
                <a:solidFill>
                  <a:srgbClr val="FF0000"/>
                </a:solidFill>
              </a:rPr>
              <a:t>1</a:t>
            </a:r>
            <a:r>
              <a:rPr lang="zh-CN" altLang="en-US">
                <a:solidFill>
                  <a:srgbClr val="FF0000"/>
                </a:solidFill>
              </a:rPr>
              <a:t>：</a:t>
            </a:r>
            <a:r>
              <a:rPr lang="zh-CN" altLang="en-US" sz="3600">
                <a:solidFill>
                  <a:schemeClr val="tx1"/>
                </a:solidFill>
              </a:rPr>
              <a:t>判断下列运算有几位有效数字</a:t>
            </a:r>
            <a:endParaRPr lang="zh-CN" altLang="en-US">
              <a:solidFill>
                <a:schemeClr val="tx1"/>
              </a:solidFill>
            </a:endParaRPr>
          </a:p>
        </p:txBody>
      </p:sp>
      <p:sp>
        <p:nvSpPr>
          <p:cNvPr id="77827" name="Rectangle 3">
            <a:extLst>
              <a:ext uri="{FF2B5EF4-FFF2-40B4-BE49-F238E27FC236}">
                <a16:creationId xmlns:a16="http://schemas.microsoft.com/office/drawing/2014/main" id="{C07DA276-BD0B-F6BB-21B1-311A046B05D1}"/>
              </a:ext>
            </a:extLst>
          </p:cNvPr>
          <p:cNvSpPr>
            <a:spLocks noGrp="1" noChangeArrowheads="1"/>
          </p:cNvSpPr>
          <p:nvPr>
            <p:ph idx="1"/>
          </p:nvPr>
        </p:nvSpPr>
        <p:spPr>
          <a:xfrm>
            <a:off x="609600" y="1484313"/>
            <a:ext cx="8229600" cy="2819400"/>
          </a:xfrm>
        </p:spPr>
        <p:txBody>
          <a:bodyPr/>
          <a:lstStyle/>
          <a:p>
            <a:pPr eaLnBrk="1" hangingPunct="1"/>
            <a:r>
              <a:rPr lang="en-US" altLang="zh-CN" sz="3600" b="1">
                <a:solidFill>
                  <a:schemeClr val="tx2"/>
                </a:solidFill>
              </a:rPr>
              <a:t>N = D + A / ( B – C ) , </a:t>
            </a:r>
            <a:r>
              <a:rPr lang="zh-CN" altLang="en-US" sz="3600" b="1">
                <a:solidFill>
                  <a:schemeClr val="tx2"/>
                </a:solidFill>
              </a:rPr>
              <a:t>已知 </a:t>
            </a:r>
            <a:r>
              <a:rPr lang="en-US" altLang="zh-CN" sz="3600" b="1">
                <a:solidFill>
                  <a:schemeClr val="tx2"/>
                </a:solidFill>
              </a:rPr>
              <a:t>A = 20.026 , B = 5.418 ,  C = 5.414 ,  D = 20.63 </a:t>
            </a:r>
          </a:p>
          <a:p>
            <a:pPr eaLnBrk="1" hangingPunct="1">
              <a:buFontTx/>
              <a:buNone/>
            </a:pPr>
            <a:r>
              <a:rPr lang="zh-CN" altLang="en-US" sz="3600" b="1">
                <a:solidFill>
                  <a:srgbClr val="FF0000"/>
                </a:solidFill>
              </a:rPr>
              <a:t>解：</a:t>
            </a:r>
            <a:endParaRPr lang="zh-CN" altLang="en-US" sz="3600" b="1"/>
          </a:p>
        </p:txBody>
      </p:sp>
      <p:sp>
        <p:nvSpPr>
          <p:cNvPr id="77828" name="Text Box 4">
            <a:extLst>
              <a:ext uri="{FF2B5EF4-FFF2-40B4-BE49-F238E27FC236}">
                <a16:creationId xmlns:a16="http://schemas.microsoft.com/office/drawing/2014/main" id="{8B73515B-485E-79AB-31E0-01AEBEECC97B}"/>
              </a:ext>
            </a:extLst>
          </p:cNvPr>
          <p:cNvSpPr txBox="1">
            <a:spLocks noChangeArrowheads="1"/>
          </p:cNvSpPr>
          <p:nvPr/>
        </p:nvSpPr>
        <p:spPr bwMode="auto">
          <a:xfrm>
            <a:off x="1905000" y="5638800"/>
            <a:ext cx="1981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3600" b="0">
                <a:solidFill>
                  <a:srgbClr val="FF0000"/>
                </a:solidFill>
                <a:latin typeface="Times New Roman" panose="02020603050405020304" pitchFamily="18" charset="0"/>
                <a:ea typeface="宋体" panose="02010600030101010101" pitchFamily="2" charset="-122"/>
              </a:rPr>
              <a:t>=5×10</a:t>
            </a:r>
            <a:r>
              <a:rPr lang="en-US" altLang="zh-CN" sz="3600" b="0" baseline="30000">
                <a:solidFill>
                  <a:srgbClr val="FF0000"/>
                </a:solidFill>
                <a:latin typeface="Times New Roman" panose="02020603050405020304" pitchFamily="18" charset="0"/>
                <a:ea typeface="宋体" panose="02010600030101010101" pitchFamily="2" charset="-122"/>
              </a:rPr>
              <a:t>3</a:t>
            </a:r>
          </a:p>
        </p:txBody>
      </p:sp>
      <p:sp>
        <p:nvSpPr>
          <p:cNvPr id="77830" name="Text Box 6">
            <a:extLst>
              <a:ext uri="{FF2B5EF4-FFF2-40B4-BE49-F238E27FC236}">
                <a16:creationId xmlns:a16="http://schemas.microsoft.com/office/drawing/2014/main" id="{BFFEE57A-FB5A-7A3F-1FF3-825CED2975A4}"/>
              </a:ext>
            </a:extLst>
          </p:cNvPr>
          <p:cNvSpPr txBox="1">
            <a:spLocks noChangeArrowheads="1"/>
          </p:cNvSpPr>
          <p:nvPr/>
        </p:nvSpPr>
        <p:spPr bwMode="auto">
          <a:xfrm>
            <a:off x="1905000" y="4038600"/>
            <a:ext cx="4146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3600" b="0">
                <a:latin typeface="Times New Roman" panose="02020603050405020304" pitchFamily="18" charset="0"/>
                <a:ea typeface="宋体" panose="02010600030101010101" pitchFamily="2" charset="-122"/>
              </a:rPr>
              <a:t>=20.63+20.026/0.004</a:t>
            </a:r>
          </a:p>
        </p:txBody>
      </p:sp>
      <p:sp>
        <p:nvSpPr>
          <p:cNvPr id="77831" name="Text Box 7">
            <a:extLst>
              <a:ext uri="{FF2B5EF4-FFF2-40B4-BE49-F238E27FC236}">
                <a16:creationId xmlns:a16="http://schemas.microsoft.com/office/drawing/2014/main" id="{881B8F68-0FAD-7D93-3085-E4D36DE3EAD1}"/>
              </a:ext>
            </a:extLst>
          </p:cNvPr>
          <p:cNvSpPr txBox="1">
            <a:spLocks noChangeArrowheads="1"/>
          </p:cNvSpPr>
          <p:nvPr/>
        </p:nvSpPr>
        <p:spPr bwMode="auto">
          <a:xfrm>
            <a:off x="1905000" y="4800600"/>
            <a:ext cx="31448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3600" b="0">
                <a:latin typeface="Times New Roman" panose="02020603050405020304" pitchFamily="18" charset="0"/>
                <a:ea typeface="宋体" panose="02010600030101010101" pitchFamily="2" charset="-122"/>
              </a:rPr>
              <a:t>=20.63+ </a:t>
            </a:r>
            <a:r>
              <a:rPr lang="en-US" altLang="zh-CN" sz="3600" b="0">
                <a:solidFill>
                  <a:srgbClr val="FF0000"/>
                </a:solidFill>
                <a:latin typeface="Times New Roman" panose="02020603050405020304" pitchFamily="18" charset="0"/>
                <a:ea typeface="宋体" panose="02010600030101010101" pitchFamily="2" charset="-122"/>
              </a:rPr>
              <a:t>5×10</a:t>
            </a:r>
            <a:r>
              <a:rPr lang="en-US" altLang="zh-CN" sz="3600" b="0" baseline="30000">
                <a:solidFill>
                  <a:srgbClr val="FF0000"/>
                </a:solidFill>
                <a:latin typeface="Times New Roman" panose="02020603050405020304" pitchFamily="18" charset="0"/>
                <a:ea typeface="宋体" panose="02010600030101010101" pitchFamily="2" charset="-122"/>
              </a:rPr>
              <a:t>3</a:t>
            </a:r>
          </a:p>
        </p:txBody>
      </p:sp>
      <p:sp>
        <p:nvSpPr>
          <p:cNvPr id="77832" name="Text Box 8">
            <a:extLst>
              <a:ext uri="{FF2B5EF4-FFF2-40B4-BE49-F238E27FC236}">
                <a16:creationId xmlns:a16="http://schemas.microsoft.com/office/drawing/2014/main" id="{CD77629B-0450-19B7-8435-CF164C17CBE2}"/>
              </a:ext>
            </a:extLst>
          </p:cNvPr>
          <p:cNvSpPr txBox="1">
            <a:spLocks noChangeArrowheads="1"/>
          </p:cNvSpPr>
          <p:nvPr/>
        </p:nvSpPr>
        <p:spPr bwMode="auto">
          <a:xfrm>
            <a:off x="1600200" y="3276600"/>
            <a:ext cx="5962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3600" b="0">
                <a:latin typeface="Times New Roman" panose="02020603050405020304" pitchFamily="18" charset="0"/>
                <a:ea typeface="宋体" panose="02010600030101010101" pitchFamily="2" charset="-122"/>
              </a:rPr>
              <a:t>N=20.63+20.026/(5.418-5.414)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42" fill="hold" nodeType="afterEffect">
                                  <p:stCondLst>
                                    <p:cond delay="0"/>
                                  </p:stCondLst>
                                  <p:childTnLst>
                                    <p:set>
                                      <p:cBhvr>
                                        <p:cTn id="6" dur="1" fill="hold">
                                          <p:stCondLst>
                                            <p:cond delay="0"/>
                                          </p:stCondLst>
                                        </p:cTn>
                                        <p:tgtEl>
                                          <p:spTgt spid="77826"/>
                                        </p:tgtEl>
                                        <p:attrNameLst>
                                          <p:attrName>style.visibility</p:attrName>
                                        </p:attrNameLst>
                                      </p:cBhvr>
                                      <p:to>
                                        <p:strVal val="visible"/>
                                      </p:to>
                                    </p:set>
                                    <p:animEffect transition="in" filter="barn(outHorizontal)">
                                      <p:cBhvr>
                                        <p:cTn id="7" dur="500"/>
                                        <p:tgtEl>
                                          <p:spTgt spid="77826"/>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7827">
                                            <p:txEl>
                                              <p:pRg st="0" end="0"/>
                                            </p:txEl>
                                          </p:spTgt>
                                        </p:tgtEl>
                                        <p:attrNameLst>
                                          <p:attrName>style.visibility</p:attrName>
                                        </p:attrNameLst>
                                      </p:cBhvr>
                                      <p:to>
                                        <p:strVal val="visible"/>
                                      </p:to>
                                    </p:set>
                                    <p:animEffect transition="in" filter="dissolve">
                                      <p:cBhvr>
                                        <p:cTn id="11" dur="500"/>
                                        <p:tgtEl>
                                          <p:spTgt spid="77827">
                                            <p:txEl>
                                              <p:pRg st="0" end="0"/>
                                            </p:txEl>
                                          </p:spTgt>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77827">
                                            <p:txEl>
                                              <p:pRg st="1" end="1"/>
                                            </p:txEl>
                                          </p:spTgt>
                                        </p:tgtEl>
                                        <p:attrNameLst>
                                          <p:attrName>style.visibility</p:attrName>
                                        </p:attrNameLst>
                                      </p:cBhvr>
                                      <p:to>
                                        <p:strVal val="visible"/>
                                      </p:to>
                                    </p:set>
                                    <p:animEffect transition="in" filter="dissolve">
                                      <p:cBhvr>
                                        <p:cTn id="15" dur="500"/>
                                        <p:tgtEl>
                                          <p:spTgt spid="77827">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nodeType="clickEffect">
                                  <p:stCondLst>
                                    <p:cond delay="0"/>
                                  </p:stCondLst>
                                  <p:childTnLst>
                                    <p:set>
                                      <p:cBhvr>
                                        <p:cTn id="19" dur="1" fill="hold">
                                          <p:stCondLst>
                                            <p:cond delay="0"/>
                                          </p:stCondLst>
                                        </p:cTn>
                                        <p:tgtEl>
                                          <p:spTgt spid="77832"/>
                                        </p:tgtEl>
                                        <p:attrNameLst>
                                          <p:attrName>style.visibility</p:attrName>
                                        </p:attrNameLst>
                                      </p:cBhvr>
                                      <p:to>
                                        <p:strVal val="visible"/>
                                      </p:to>
                                    </p:set>
                                    <p:anim calcmode="lin" valueType="num">
                                      <p:cBhvr additive="base">
                                        <p:cTn id="20" dur="500" fill="hold"/>
                                        <p:tgtEl>
                                          <p:spTgt spid="77832"/>
                                        </p:tgtEl>
                                        <p:attrNameLst>
                                          <p:attrName>ppt_x</p:attrName>
                                        </p:attrNameLst>
                                      </p:cBhvr>
                                      <p:tavLst>
                                        <p:tav tm="0">
                                          <p:val>
                                            <p:strVal val="0-#ppt_w/2"/>
                                          </p:val>
                                        </p:tav>
                                        <p:tav tm="100000">
                                          <p:val>
                                            <p:strVal val="#ppt_x"/>
                                          </p:val>
                                        </p:tav>
                                      </p:tavLst>
                                    </p:anim>
                                    <p:anim calcmode="lin" valueType="num">
                                      <p:cBhvr additive="base">
                                        <p:cTn id="21" dur="500" fill="hold"/>
                                        <p:tgtEl>
                                          <p:spTgt spid="77832"/>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nodeType="clickEffect">
                                  <p:stCondLst>
                                    <p:cond delay="0"/>
                                  </p:stCondLst>
                                  <p:childTnLst>
                                    <p:set>
                                      <p:cBhvr>
                                        <p:cTn id="25" dur="1" fill="hold">
                                          <p:stCondLst>
                                            <p:cond delay="0"/>
                                          </p:stCondLst>
                                        </p:cTn>
                                        <p:tgtEl>
                                          <p:spTgt spid="77830"/>
                                        </p:tgtEl>
                                        <p:attrNameLst>
                                          <p:attrName>style.visibility</p:attrName>
                                        </p:attrNameLst>
                                      </p:cBhvr>
                                      <p:to>
                                        <p:strVal val="visible"/>
                                      </p:to>
                                    </p:set>
                                    <p:anim calcmode="lin" valueType="num">
                                      <p:cBhvr additive="base">
                                        <p:cTn id="26" dur="500" fill="hold"/>
                                        <p:tgtEl>
                                          <p:spTgt spid="77830"/>
                                        </p:tgtEl>
                                        <p:attrNameLst>
                                          <p:attrName>ppt_x</p:attrName>
                                        </p:attrNameLst>
                                      </p:cBhvr>
                                      <p:tavLst>
                                        <p:tav tm="0">
                                          <p:val>
                                            <p:strVal val="0-#ppt_w/2"/>
                                          </p:val>
                                        </p:tav>
                                        <p:tav tm="100000">
                                          <p:val>
                                            <p:strVal val="#ppt_x"/>
                                          </p:val>
                                        </p:tav>
                                      </p:tavLst>
                                    </p:anim>
                                    <p:anim calcmode="lin" valueType="num">
                                      <p:cBhvr additive="base">
                                        <p:cTn id="27" dur="500" fill="hold"/>
                                        <p:tgtEl>
                                          <p:spTgt spid="77830"/>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nodeType="clickEffect">
                                  <p:stCondLst>
                                    <p:cond delay="0"/>
                                  </p:stCondLst>
                                  <p:childTnLst>
                                    <p:set>
                                      <p:cBhvr>
                                        <p:cTn id="31" dur="1" fill="hold">
                                          <p:stCondLst>
                                            <p:cond delay="0"/>
                                          </p:stCondLst>
                                        </p:cTn>
                                        <p:tgtEl>
                                          <p:spTgt spid="77831"/>
                                        </p:tgtEl>
                                        <p:attrNameLst>
                                          <p:attrName>style.visibility</p:attrName>
                                        </p:attrNameLst>
                                      </p:cBhvr>
                                      <p:to>
                                        <p:strVal val="visible"/>
                                      </p:to>
                                    </p:set>
                                    <p:anim calcmode="lin" valueType="num">
                                      <p:cBhvr additive="base">
                                        <p:cTn id="32" dur="500" fill="hold"/>
                                        <p:tgtEl>
                                          <p:spTgt spid="77831"/>
                                        </p:tgtEl>
                                        <p:attrNameLst>
                                          <p:attrName>ppt_x</p:attrName>
                                        </p:attrNameLst>
                                      </p:cBhvr>
                                      <p:tavLst>
                                        <p:tav tm="0">
                                          <p:val>
                                            <p:strVal val="0-#ppt_w/2"/>
                                          </p:val>
                                        </p:tav>
                                        <p:tav tm="100000">
                                          <p:val>
                                            <p:strVal val="#ppt_x"/>
                                          </p:val>
                                        </p:tav>
                                      </p:tavLst>
                                    </p:anim>
                                    <p:anim calcmode="lin" valueType="num">
                                      <p:cBhvr additive="base">
                                        <p:cTn id="33" dur="500" fill="hold"/>
                                        <p:tgtEl>
                                          <p:spTgt spid="77831"/>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nodeType="clickEffect">
                                  <p:stCondLst>
                                    <p:cond delay="0"/>
                                  </p:stCondLst>
                                  <p:iterate type="wd">
                                    <p:tmPct val="100000"/>
                                  </p:iterate>
                                  <p:childTnLst>
                                    <p:set>
                                      <p:cBhvr>
                                        <p:cTn id="37" dur="1" fill="hold">
                                          <p:stCondLst>
                                            <p:cond delay="0"/>
                                          </p:stCondLst>
                                        </p:cTn>
                                        <p:tgtEl>
                                          <p:spTgt spid="77828"/>
                                        </p:tgtEl>
                                        <p:attrNameLst>
                                          <p:attrName>style.visibility</p:attrName>
                                        </p:attrNameLst>
                                      </p:cBhvr>
                                      <p:to>
                                        <p:strVal val="visible"/>
                                      </p:to>
                                    </p:set>
                                    <p:anim calcmode="lin" valueType="num">
                                      <p:cBhvr additive="base">
                                        <p:cTn id="38" dur="300" fill="hold"/>
                                        <p:tgtEl>
                                          <p:spTgt spid="77828"/>
                                        </p:tgtEl>
                                        <p:attrNameLst>
                                          <p:attrName>ppt_x</p:attrName>
                                        </p:attrNameLst>
                                      </p:cBhvr>
                                      <p:tavLst>
                                        <p:tav tm="0">
                                          <p:val>
                                            <p:strVal val="0-#ppt_w/2"/>
                                          </p:val>
                                        </p:tav>
                                        <p:tav tm="100000">
                                          <p:val>
                                            <p:strVal val="#ppt_x"/>
                                          </p:val>
                                        </p:tav>
                                      </p:tavLst>
                                    </p:anim>
                                    <p:anim calcmode="lin" valueType="num">
                                      <p:cBhvr additive="base">
                                        <p:cTn id="39" dur="300" fill="hold"/>
                                        <p:tgtEl>
                                          <p:spTgt spid="778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advAuto="1000"/>
      <p:bldP spid="77828" grpId="0"/>
      <p:bldP spid="77830" grpId="0"/>
      <p:bldP spid="77831" grpId="0"/>
      <p:bldP spid="7783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a:extLst>
              <a:ext uri="{FF2B5EF4-FFF2-40B4-BE49-F238E27FC236}">
                <a16:creationId xmlns:a16="http://schemas.microsoft.com/office/drawing/2014/main" id="{331A979B-F11B-D6B7-9227-75065308B0F4}"/>
              </a:ext>
            </a:extLst>
          </p:cNvPr>
          <p:cNvSpPr>
            <a:spLocks noGrp="1" noChangeArrowheads="1"/>
          </p:cNvSpPr>
          <p:nvPr>
            <p:ph type="title"/>
          </p:nvPr>
        </p:nvSpPr>
        <p:spPr>
          <a:xfrm>
            <a:off x="250825" y="357188"/>
            <a:ext cx="8713788" cy="1703387"/>
          </a:xfrm>
        </p:spPr>
        <p:txBody>
          <a:bodyPr rtlCol="0">
            <a:normAutofit fontScale="90000"/>
          </a:bodyPr>
          <a:lstStyle/>
          <a:p>
            <a:pPr algn="l" eaLnBrk="1" fontAlgn="auto" hangingPunct="1">
              <a:lnSpc>
                <a:spcPts val="5000"/>
              </a:lnSpc>
              <a:spcAft>
                <a:spcPts val="0"/>
              </a:spcAft>
              <a:defRPr/>
            </a:pPr>
            <a:br>
              <a:rPr lang="en-US" altLang="zh-CN">
                <a:solidFill>
                  <a:schemeClr val="tx1"/>
                </a:solidFill>
              </a:rPr>
            </a:br>
            <a:r>
              <a:rPr lang="zh-CN" altLang="en-US">
                <a:solidFill>
                  <a:srgbClr val="FF0000"/>
                </a:solidFill>
              </a:rPr>
              <a:t>例</a:t>
            </a:r>
            <a:r>
              <a:rPr lang="en-US" altLang="zh-CN">
                <a:solidFill>
                  <a:srgbClr val="FF0000"/>
                </a:solidFill>
              </a:rPr>
              <a:t>2</a:t>
            </a:r>
            <a:r>
              <a:rPr lang="zh-CN" altLang="en-US">
                <a:solidFill>
                  <a:schemeClr val="tx1"/>
                </a:solidFill>
              </a:rPr>
              <a:t>：求</a:t>
            </a:r>
            <a:r>
              <a:rPr lang="en-US" altLang="zh-CN">
                <a:solidFill>
                  <a:srgbClr val="FF0000"/>
                </a:solidFill>
              </a:rPr>
              <a:t> </a:t>
            </a:r>
            <a:r>
              <a:rPr lang="en-US" altLang="zh-CN" sz="4000" dirty="0"/>
              <a:t>d= c ( a + b </a:t>
            </a:r>
            <a:r>
              <a:rPr lang="en-US" altLang="zh-CN" sz="4000"/>
              <a:t>) ,</a:t>
            </a:r>
            <a:r>
              <a:rPr lang="zh-CN" altLang="en-US" sz="4000"/>
              <a:t>已知</a:t>
            </a:r>
            <a:r>
              <a:rPr lang="en-US" altLang="zh-CN" sz="4000"/>
              <a:t>a</a:t>
            </a:r>
            <a:r>
              <a:rPr lang="zh-CN" altLang="en-US" sz="4000"/>
              <a:t>为常数</a:t>
            </a:r>
            <a:r>
              <a:rPr lang="en-US" altLang="zh-CN" sz="4000"/>
              <a:t>1</a:t>
            </a:r>
            <a:r>
              <a:rPr lang="en-US" altLang="zh-CN" sz="3600"/>
              <a:t> , </a:t>
            </a:r>
            <a:br>
              <a:rPr lang="en-US" altLang="zh-CN" sz="3600"/>
            </a:br>
            <a:r>
              <a:rPr lang="en-US" altLang="zh-CN" sz="3600"/>
              <a:t> b </a:t>
            </a:r>
            <a:r>
              <a:rPr lang="en-US" altLang="zh-CN" sz="3600" dirty="0"/>
              <a:t>= 0.0020 , c = 2.312594</a:t>
            </a:r>
            <a:br>
              <a:rPr lang="en-US" altLang="zh-CN" sz="3600" dirty="0"/>
            </a:br>
            <a:endParaRPr lang="en-US" altLang="zh-CN" sz="3600" dirty="0"/>
          </a:p>
        </p:txBody>
      </p:sp>
      <p:sp>
        <p:nvSpPr>
          <p:cNvPr id="305156" name="Text Box 4">
            <a:extLst>
              <a:ext uri="{FF2B5EF4-FFF2-40B4-BE49-F238E27FC236}">
                <a16:creationId xmlns:a16="http://schemas.microsoft.com/office/drawing/2014/main" id="{7BB74B57-44AC-4F80-C8CA-7661E99D5CDA}"/>
              </a:ext>
            </a:extLst>
          </p:cNvPr>
          <p:cNvSpPr>
            <a:spLocks noGrp="1" noChangeArrowheads="1"/>
          </p:cNvSpPr>
          <p:nvPr>
            <p:ph idx="1"/>
          </p:nvPr>
        </p:nvSpPr>
        <p:spPr>
          <a:xfrm>
            <a:off x="250825" y="2492375"/>
            <a:ext cx="8497888" cy="3603625"/>
          </a:xfrm>
        </p:spPr>
        <p:txBody>
          <a:bodyPr/>
          <a:lstStyle/>
          <a:p>
            <a:pPr eaLnBrk="1" hangingPunct="1">
              <a:spcBef>
                <a:spcPct val="0"/>
              </a:spcBef>
              <a:buFontTx/>
              <a:buNone/>
            </a:pPr>
            <a:r>
              <a:rPr lang="zh-CN" altLang="en-US" b="1">
                <a:solidFill>
                  <a:srgbClr val="FF0000"/>
                </a:solidFill>
              </a:rPr>
              <a:t>解：</a:t>
            </a:r>
            <a:r>
              <a:rPr lang="en-US" altLang="zh-CN" sz="3600" b="1"/>
              <a:t>d=2.312594×</a:t>
            </a:r>
            <a:r>
              <a:rPr lang="en-US" altLang="zh-CN" sz="3600"/>
              <a:t> </a:t>
            </a:r>
            <a:r>
              <a:rPr lang="en-US" altLang="zh-CN" sz="3600" b="1"/>
              <a:t>(1+0.0020)=</a:t>
            </a:r>
            <a:endParaRPr lang="en-US" altLang="zh-CN" sz="3600" b="1">
              <a:solidFill>
                <a:schemeClr val="bg1"/>
              </a:solidFill>
            </a:endParaRPr>
          </a:p>
          <a:p>
            <a:pPr eaLnBrk="1" hangingPunct="1">
              <a:spcBef>
                <a:spcPct val="0"/>
              </a:spcBef>
              <a:buFontTx/>
              <a:buNone/>
            </a:pPr>
            <a:r>
              <a:rPr lang="en-US" altLang="zh-CN" b="1"/>
              <a:t>      </a:t>
            </a:r>
            <a:endParaRPr lang="en-US" altLang="zh-CN" sz="3600" b="1">
              <a:solidFill>
                <a:schemeClr val="tx2"/>
              </a:solidFill>
            </a:endParaRPr>
          </a:p>
          <a:p>
            <a:pPr eaLnBrk="1" hangingPunct="1">
              <a:spcBef>
                <a:spcPct val="0"/>
              </a:spcBef>
              <a:buFontTx/>
              <a:buNone/>
            </a:pPr>
            <a:r>
              <a:rPr lang="en-US" altLang="zh-CN" sz="2800" b="1">
                <a:solidFill>
                  <a:schemeClr val="tx2"/>
                </a:solidFill>
              </a:rPr>
              <a:t>      </a:t>
            </a:r>
          </a:p>
          <a:p>
            <a:pPr eaLnBrk="1" hangingPunct="1">
              <a:spcBef>
                <a:spcPct val="0"/>
              </a:spcBef>
              <a:buFontTx/>
              <a:buNone/>
            </a:pPr>
            <a:r>
              <a:rPr lang="en-US" altLang="zh-CN" sz="2800" b="1">
                <a:solidFill>
                  <a:schemeClr val="tx2"/>
                </a:solidFill>
              </a:rPr>
              <a:t> </a:t>
            </a:r>
            <a:endParaRPr lang="en-US" altLang="zh-CN" sz="3600" b="1"/>
          </a:p>
          <a:p>
            <a:pPr eaLnBrk="1" hangingPunct="1">
              <a:spcBef>
                <a:spcPct val="0"/>
              </a:spcBef>
              <a:buFontTx/>
              <a:buNone/>
            </a:pPr>
            <a:r>
              <a:rPr lang="en-US" altLang="zh-CN" sz="3600" b="1"/>
              <a:t>        </a:t>
            </a:r>
          </a:p>
        </p:txBody>
      </p:sp>
      <p:sp>
        <p:nvSpPr>
          <p:cNvPr id="305157" name="Text Box 5">
            <a:extLst>
              <a:ext uri="{FF2B5EF4-FFF2-40B4-BE49-F238E27FC236}">
                <a16:creationId xmlns:a16="http://schemas.microsoft.com/office/drawing/2014/main" id="{7C116566-E28D-17A7-52D5-2715CC33E97A}"/>
              </a:ext>
            </a:extLst>
          </p:cNvPr>
          <p:cNvSpPr txBox="1">
            <a:spLocks noChangeArrowheads="1"/>
          </p:cNvSpPr>
          <p:nvPr/>
        </p:nvSpPr>
        <p:spPr bwMode="auto">
          <a:xfrm>
            <a:off x="1295400" y="5029200"/>
            <a:ext cx="1981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3600" b="0">
                <a:solidFill>
                  <a:srgbClr val="A50021"/>
                </a:solidFill>
                <a:latin typeface="Times New Roman" panose="02020603050405020304" pitchFamily="18" charset="0"/>
                <a:ea typeface="宋体" panose="02010600030101010101" pitchFamily="2" charset="-122"/>
              </a:rPr>
              <a:t>=2.3172</a:t>
            </a:r>
            <a:endParaRPr lang="en-US" altLang="zh-CN" sz="3600" b="0" baseline="30000">
              <a:solidFill>
                <a:srgbClr val="A50021"/>
              </a:solidFill>
              <a:latin typeface="Times New Roman" panose="02020603050405020304" pitchFamily="18" charset="0"/>
              <a:ea typeface="宋体" panose="02010600030101010101" pitchFamily="2" charset="-122"/>
            </a:endParaRPr>
          </a:p>
        </p:txBody>
      </p:sp>
      <p:sp>
        <p:nvSpPr>
          <p:cNvPr id="305159" name="Text Box 7">
            <a:extLst>
              <a:ext uri="{FF2B5EF4-FFF2-40B4-BE49-F238E27FC236}">
                <a16:creationId xmlns:a16="http://schemas.microsoft.com/office/drawing/2014/main" id="{E40AEFE4-BAB2-ED4D-6E5D-0F29204446BD}"/>
              </a:ext>
            </a:extLst>
          </p:cNvPr>
          <p:cNvSpPr txBox="1">
            <a:spLocks noChangeArrowheads="1"/>
          </p:cNvSpPr>
          <p:nvPr/>
        </p:nvSpPr>
        <p:spPr bwMode="auto">
          <a:xfrm>
            <a:off x="990600" y="3276600"/>
            <a:ext cx="571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b="0">
                <a:solidFill>
                  <a:schemeClr val="bg1"/>
                </a:solidFill>
                <a:latin typeface="Times New Roman" panose="02020603050405020304" pitchFamily="18" charset="0"/>
                <a:ea typeface="宋体" panose="02010600030101010101" pitchFamily="2" charset="-122"/>
              </a:rPr>
              <a:t>∵</a:t>
            </a:r>
            <a:r>
              <a:rPr lang="en-US" altLang="zh-CN" b="0">
                <a:latin typeface="Times New Roman" panose="02020603050405020304" pitchFamily="18" charset="0"/>
                <a:ea typeface="宋体" panose="02010600030101010101" pitchFamily="2" charset="-122"/>
              </a:rPr>
              <a:t> </a:t>
            </a:r>
            <a:r>
              <a:rPr lang="en-US" altLang="zh-CN" sz="3600" b="0">
                <a:solidFill>
                  <a:schemeClr val="tx2"/>
                </a:solidFill>
                <a:latin typeface="Times New Roman" panose="02020603050405020304" pitchFamily="18" charset="0"/>
                <a:ea typeface="宋体" panose="02010600030101010101" pitchFamily="2" charset="-122"/>
              </a:rPr>
              <a:t>a=1</a:t>
            </a:r>
            <a:r>
              <a:rPr lang="zh-CN" altLang="en-US" sz="3600" b="0">
                <a:solidFill>
                  <a:schemeClr val="tx2"/>
                </a:solidFill>
                <a:latin typeface="Times New Roman" panose="02020603050405020304" pitchFamily="18" charset="0"/>
                <a:ea typeface="宋体" panose="02010600030101010101" pitchFamily="2" charset="-122"/>
              </a:rPr>
              <a:t>为常数</a:t>
            </a:r>
            <a:r>
              <a:rPr lang="en-US" altLang="zh-CN" sz="3600" b="0">
                <a:solidFill>
                  <a:schemeClr val="tx2"/>
                </a:solidFill>
                <a:latin typeface="Times New Roman" panose="02020603050405020304" pitchFamily="18" charset="0"/>
                <a:ea typeface="宋体" panose="02010600030101010101" pitchFamily="2" charset="-122"/>
              </a:rPr>
              <a:t>, </a:t>
            </a:r>
            <a:r>
              <a:rPr lang="en-US" altLang="zh-CN" b="0">
                <a:solidFill>
                  <a:schemeClr val="bg1"/>
                </a:solidFill>
                <a:latin typeface="Times New Roman" panose="02020603050405020304" pitchFamily="18" charset="0"/>
                <a:ea typeface="宋体" panose="02010600030101010101" pitchFamily="2" charset="-122"/>
              </a:rPr>
              <a:t>∴</a:t>
            </a:r>
            <a:r>
              <a:rPr lang="zh-CN" altLang="en-US" sz="3600" b="0">
                <a:solidFill>
                  <a:schemeClr val="tx2"/>
                </a:solidFill>
                <a:latin typeface="Times New Roman" panose="02020603050405020304" pitchFamily="18" charset="0"/>
                <a:ea typeface="宋体" panose="02010600030101010101" pitchFamily="2" charset="-122"/>
              </a:rPr>
              <a:t>上式应为：</a:t>
            </a:r>
          </a:p>
        </p:txBody>
      </p:sp>
      <p:sp>
        <p:nvSpPr>
          <p:cNvPr id="305160" name="Text Box 8">
            <a:extLst>
              <a:ext uri="{FF2B5EF4-FFF2-40B4-BE49-F238E27FC236}">
                <a16:creationId xmlns:a16="http://schemas.microsoft.com/office/drawing/2014/main" id="{28910F76-FF91-2511-DA9F-7B2D6ACF7047}"/>
              </a:ext>
            </a:extLst>
          </p:cNvPr>
          <p:cNvSpPr txBox="1">
            <a:spLocks noChangeArrowheads="1"/>
          </p:cNvSpPr>
          <p:nvPr/>
        </p:nvSpPr>
        <p:spPr bwMode="auto">
          <a:xfrm>
            <a:off x="1066800" y="4191000"/>
            <a:ext cx="6172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en-US" altLang="zh-CN" sz="3600" b="0">
                <a:latin typeface="Times New Roman" panose="02020603050405020304" pitchFamily="18" charset="0"/>
                <a:ea typeface="宋体" panose="02010600030101010101" pitchFamily="2" charset="-122"/>
              </a:rPr>
              <a:t>d=2.312594× (1.0000+0.0020)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5154"/>
                                        </p:tgtEl>
                                        <p:attrNameLst>
                                          <p:attrName>style.visibility</p:attrName>
                                        </p:attrNameLst>
                                      </p:cBhvr>
                                      <p:to>
                                        <p:strVal val="visible"/>
                                      </p:to>
                                    </p:set>
                                    <p:anim calcmode="lin" valueType="num">
                                      <p:cBhvr additive="base">
                                        <p:cTn id="7" dur="500" fill="hold"/>
                                        <p:tgtEl>
                                          <p:spTgt spid="305154"/>
                                        </p:tgtEl>
                                        <p:attrNameLst>
                                          <p:attrName>ppt_x</p:attrName>
                                        </p:attrNameLst>
                                      </p:cBhvr>
                                      <p:tavLst>
                                        <p:tav tm="0">
                                          <p:val>
                                            <p:strVal val="#ppt_x"/>
                                          </p:val>
                                        </p:tav>
                                        <p:tav tm="100000">
                                          <p:val>
                                            <p:strVal val="#ppt_x"/>
                                          </p:val>
                                        </p:tav>
                                      </p:tavLst>
                                    </p:anim>
                                    <p:anim calcmode="lin" valueType="num">
                                      <p:cBhvr additive="base">
                                        <p:cTn id="8" dur="500" fill="hold"/>
                                        <p:tgtEl>
                                          <p:spTgt spid="30515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iterate type="wd">
                                    <p:tmAbs val="300"/>
                                  </p:iterate>
                                  <p:childTnLst>
                                    <p:set>
                                      <p:cBhvr>
                                        <p:cTn id="12" dur="1" fill="hold">
                                          <p:stCondLst>
                                            <p:cond delay="299"/>
                                          </p:stCondLst>
                                        </p:cTn>
                                        <p:tgtEl>
                                          <p:spTgt spid="30515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305159"/>
                                        </p:tgtEl>
                                        <p:attrNameLst>
                                          <p:attrName>style.visibility</p:attrName>
                                        </p:attrNameLst>
                                      </p:cBhvr>
                                      <p:to>
                                        <p:strVal val="visible"/>
                                      </p:to>
                                    </p:set>
                                    <p:anim calcmode="lin" valueType="num">
                                      <p:cBhvr additive="base">
                                        <p:cTn id="17" dur="500" fill="hold"/>
                                        <p:tgtEl>
                                          <p:spTgt spid="305159"/>
                                        </p:tgtEl>
                                        <p:attrNameLst>
                                          <p:attrName>ppt_x</p:attrName>
                                        </p:attrNameLst>
                                      </p:cBhvr>
                                      <p:tavLst>
                                        <p:tav tm="0">
                                          <p:val>
                                            <p:strVal val="0-#ppt_w/2"/>
                                          </p:val>
                                        </p:tav>
                                        <p:tav tm="100000">
                                          <p:val>
                                            <p:strVal val="#ppt_x"/>
                                          </p:val>
                                        </p:tav>
                                      </p:tavLst>
                                    </p:anim>
                                    <p:anim calcmode="lin" valueType="num">
                                      <p:cBhvr additive="base">
                                        <p:cTn id="18" dur="500" fill="hold"/>
                                        <p:tgtEl>
                                          <p:spTgt spid="30515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305160"/>
                                        </p:tgtEl>
                                        <p:attrNameLst>
                                          <p:attrName>style.visibility</p:attrName>
                                        </p:attrNameLst>
                                      </p:cBhvr>
                                      <p:to>
                                        <p:strVal val="visible"/>
                                      </p:to>
                                    </p:set>
                                    <p:anim calcmode="lin" valueType="num">
                                      <p:cBhvr additive="base">
                                        <p:cTn id="23" dur="500" fill="hold"/>
                                        <p:tgtEl>
                                          <p:spTgt spid="305160"/>
                                        </p:tgtEl>
                                        <p:attrNameLst>
                                          <p:attrName>ppt_x</p:attrName>
                                        </p:attrNameLst>
                                      </p:cBhvr>
                                      <p:tavLst>
                                        <p:tav tm="0">
                                          <p:val>
                                            <p:strVal val="0-#ppt_w/2"/>
                                          </p:val>
                                        </p:tav>
                                        <p:tav tm="100000">
                                          <p:val>
                                            <p:strVal val="#ppt_x"/>
                                          </p:val>
                                        </p:tav>
                                      </p:tavLst>
                                    </p:anim>
                                    <p:anim calcmode="lin" valueType="num">
                                      <p:cBhvr additive="base">
                                        <p:cTn id="24" dur="500" fill="hold"/>
                                        <p:tgtEl>
                                          <p:spTgt spid="30516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iterate type="wd">
                                    <p:tmPct val="100000"/>
                                  </p:iterate>
                                  <p:childTnLst>
                                    <p:set>
                                      <p:cBhvr>
                                        <p:cTn id="28" dur="1" fill="hold">
                                          <p:stCondLst>
                                            <p:cond delay="0"/>
                                          </p:stCondLst>
                                        </p:cTn>
                                        <p:tgtEl>
                                          <p:spTgt spid="305157"/>
                                        </p:tgtEl>
                                        <p:attrNameLst>
                                          <p:attrName>style.visibility</p:attrName>
                                        </p:attrNameLst>
                                      </p:cBhvr>
                                      <p:to>
                                        <p:strVal val="visible"/>
                                      </p:to>
                                    </p:set>
                                    <p:anim calcmode="lin" valueType="num">
                                      <p:cBhvr additive="base">
                                        <p:cTn id="29" dur="300" fill="hold"/>
                                        <p:tgtEl>
                                          <p:spTgt spid="305157"/>
                                        </p:tgtEl>
                                        <p:attrNameLst>
                                          <p:attrName>ppt_x</p:attrName>
                                        </p:attrNameLst>
                                      </p:cBhvr>
                                      <p:tavLst>
                                        <p:tav tm="0">
                                          <p:val>
                                            <p:strVal val="0-#ppt_w/2"/>
                                          </p:val>
                                        </p:tav>
                                        <p:tav tm="100000">
                                          <p:val>
                                            <p:strVal val="#ppt_x"/>
                                          </p:val>
                                        </p:tav>
                                      </p:tavLst>
                                    </p:anim>
                                    <p:anim calcmode="lin" valueType="num">
                                      <p:cBhvr additive="base">
                                        <p:cTn id="30" dur="300" fill="hold"/>
                                        <p:tgtEl>
                                          <p:spTgt spid="3051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6" grpId="0"/>
      <p:bldP spid="305157" grpId="0"/>
      <p:bldP spid="305159" grpId="0"/>
      <p:bldP spid="30516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内容占位符 1">
            <a:extLst>
              <a:ext uri="{FF2B5EF4-FFF2-40B4-BE49-F238E27FC236}">
                <a16:creationId xmlns:a16="http://schemas.microsoft.com/office/drawing/2014/main" id="{A0FA27E2-FE88-B3BE-ED62-D9951EBA0783}"/>
              </a:ext>
            </a:extLst>
          </p:cNvPr>
          <p:cNvSpPr>
            <a:spLocks noGrp="1"/>
          </p:cNvSpPr>
          <p:nvPr>
            <p:ph idx="1"/>
          </p:nvPr>
        </p:nvSpPr>
        <p:spPr>
          <a:xfrm>
            <a:off x="428625" y="928688"/>
            <a:ext cx="8229600" cy="4738687"/>
          </a:xfrm>
        </p:spPr>
        <p:txBody>
          <a:bodyPr rtlCol="0">
            <a:normAutofit fontScale="92500" lnSpcReduction="10000"/>
          </a:bodyPr>
          <a:lstStyle/>
          <a:p>
            <a:pPr eaLnBrk="1" fontAlgn="auto" hangingPunct="1">
              <a:lnSpc>
                <a:spcPts val="4800"/>
              </a:lnSpc>
              <a:spcAft>
                <a:spcPts val="0"/>
              </a:spcAft>
              <a:buFont typeface="Wingdings 2" panose="05020102010507070707"/>
              <a:buChar char=""/>
              <a:defRPr/>
            </a:pPr>
            <a:r>
              <a:rPr lang="zh-CN" altLang="en-US" sz="3900">
                <a:solidFill>
                  <a:srgbClr val="FF0000"/>
                </a:solidFill>
              </a:rPr>
              <a:t>例</a:t>
            </a:r>
            <a:r>
              <a:rPr lang="en-US" altLang="zh-CN" sz="3900">
                <a:solidFill>
                  <a:srgbClr val="FF0000"/>
                </a:solidFill>
              </a:rPr>
              <a:t>3</a:t>
            </a:r>
            <a:r>
              <a:rPr lang="zh-CN" altLang="en-US" sz="3600">
                <a:solidFill>
                  <a:srgbClr val="FF0000"/>
                </a:solidFill>
              </a:rPr>
              <a:t>：</a:t>
            </a:r>
            <a:r>
              <a:rPr lang="zh-CN" altLang="zh-CN"/>
              <a:t>判断下列各式的正误，若有错误，请写出正确答案</a:t>
            </a:r>
          </a:p>
          <a:p>
            <a:pPr eaLnBrk="1" fontAlgn="auto" hangingPunct="1">
              <a:lnSpc>
                <a:spcPct val="200000"/>
              </a:lnSpc>
              <a:spcAft>
                <a:spcPts val="0"/>
              </a:spcAft>
              <a:buFont typeface="Wingdings 2" panose="05020102010507070707"/>
              <a:buChar char=""/>
              <a:defRPr/>
            </a:pPr>
            <a:r>
              <a:rPr lang="en-US" altLang="zh-CN"/>
              <a:t>   ① 1.732</a:t>
            </a:r>
            <a:r>
              <a:rPr lang="zh-CN" altLang="zh-CN"/>
              <a:t>×</a:t>
            </a:r>
            <a:r>
              <a:rPr lang="en-US" altLang="zh-CN"/>
              <a:t>1.74</a:t>
            </a:r>
            <a:r>
              <a:rPr lang="zh-CN" altLang="zh-CN"/>
              <a:t>＝</a:t>
            </a:r>
            <a:r>
              <a:rPr lang="en-US" altLang="zh-CN"/>
              <a:t>3.01368</a:t>
            </a:r>
            <a:r>
              <a:rPr lang="zh-CN" altLang="en-US"/>
              <a:t>；</a:t>
            </a:r>
            <a:endParaRPr lang="zh-CN" altLang="zh-CN"/>
          </a:p>
          <a:p>
            <a:pPr eaLnBrk="1" fontAlgn="auto" hangingPunct="1">
              <a:lnSpc>
                <a:spcPct val="200000"/>
              </a:lnSpc>
              <a:spcAft>
                <a:spcPts val="0"/>
              </a:spcAft>
              <a:buFont typeface="Wingdings 2" panose="05020102010507070707"/>
              <a:buChar char=""/>
              <a:defRPr/>
            </a:pPr>
            <a:r>
              <a:rPr lang="en-US" altLang="zh-CN"/>
              <a:t>   ② (38.4</a:t>
            </a:r>
            <a:r>
              <a:rPr lang="zh-CN" altLang="zh-CN"/>
              <a:t>＋</a:t>
            </a:r>
            <a:r>
              <a:rPr lang="en-US" altLang="zh-CN"/>
              <a:t>4.265)</a:t>
            </a:r>
            <a:r>
              <a:rPr lang="zh-CN" altLang="zh-CN"/>
              <a:t>÷</a:t>
            </a:r>
            <a:r>
              <a:rPr lang="en-US" altLang="zh-CN"/>
              <a:t>2.0</a:t>
            </a:r>
            <a:r>
              <a:rPr lang="zh-CN" altLang="zh-CN"/>
              <a:t>＝</a:t>
            </a:r>
            <a:r>
              <a:rPr lang="en-US" altLang="zh-CN"/>
              <a:t>21.3325</a:t>
            </a:r>
            <a:r>
              <a:rPr lang="zh-CN" altLang="en-US"/>
              <a:t>；</a:t>
            </a:r>
            <a:endParaRPr lang="zh-CN" altLang="zh-CN"/>
          </a:p>
          <a:p>
            <a:pPr eaLnBrk="1" fontAlgn="auto" hangingPunct="1">
              <a:lnSpc>
                <a:spcPct val="200000"/>
              </a:lnSpc>
              <a:spcAft>
                <a:spcPts val="0"/>
              </a:spcAft>
              <a:buFont typeface="Wingdings 2" panose="05020102010507070707"/>
              <a:buChar char=""/>
              <a:defRPr/>
            </a:pPr>
            <a:r>
              <a:rPr lang="en-US" altLang="zh-CN"/>
              <a:t>   ③ (17.34</a:t>
            </a:r>
            <a:r>
              <a:rPr lang="zh-CN" altLang="zh-CN"/>
              <a:t>－</a:t>
            </a:r>
            <a:r>
              <a:rPr lang="en-US" altLang="zh-CN"/>
              <a:t>17.13)</a:t>
            </a:r>
            <a:r>
              <a:rPr lang="zh-CN" altLang="zh-CN"/>
              <a:t>×</a:t>
            </a:r>
            <a:r>
              <a:rPr lang="en-US" altLang="zh-CN"/>
              <a:t>14.28</a:t>
            </a:r>
            <a:r>
              <a:rPr lang="zh-CN" altLang="zh-CN"/>
              <a:t>＝</a:t>
            </a:r>
            <a:r>
              <a:rPr lang="en-US" altLang="zh-CN"/>
              <a:t>2.9988</a:t>
            </a:r>
            <a:endParaRPr lang="zh-CN" altLang="zh-CN"/>
          </a:p>
          <a:p>
            <a:pPr eaLnBrk="1" fontAlgn="auto" hangingPunct="1">
              <a:spcAft>
                <a:spcPts val="0"/>
              </a:spcAft>
              <a:buFont typeface="Wingdings 2" panose="05020102010507070707"/>
              <a:buChar char=""/>
              <a:defRPr/>
            </a:pPr>
            <a:r>
              <a:rPr lang="en-US" altLang="zh-CN"/>
              <a:t>    </a:t>
            </a:r>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a:extLst>
              <a:ext uri="{FF2B5EF4-FFF2-40B4-BE49-F238E27FC236}">
                <a16:creationId xmlns:a16="http://schemas.microsoft.com/office/drawing/2014/main" id="{1AA01BF5-4ABA-64A7-8C0B-270D1656D4D2}"/>
              </a:ext>
            </a:extLst>
          </p:cNvPr>
          <p:cNvSpPr>
            <a:spLocks noGrp="1" noChangeArrowheads="1"/>
          </p:cNvSpPr>
          <p:nvPr>
            <p:ph idx="1"/>
          </p:nvPr>
        </p:nvSpPr>
        <p:spPr>
          <a:xfrm>
            <a:off x="0" y="285750"/>
            <a:ext cx="9144000" cy="5562600"/>
          </a:xfrm>
        </p:spPr>
        <p:txBody>
          <a:bodyPr/>
          <a:lstStyle/>
          <a:p>
            <a:pPr eaLnBrk="1" hangingPunct="1"/>
            <a:r>
              <a:rPr lang="zh-CN" altLang="en-US" sz="3600" b="1" dirty="0"/>
              <a:t>2，函数运算的有效数字取位</a:t>
            </a:r>
            <a:endParaRPr lang="zh-CN" altLang="en-US" dirty="0"/>
          </a:p>
          <a:p>
            <a:pPr eaLnBrk="1" hangingPunct="1">
              <a:lnSpc>
                <a:spcPts val="4500"/>
              </a:lnSpc>
            </a:pPr>
            <a:r>
              <a:rPr lang="zh-CN" altLang="en-US" dirty="0">
                <a:solidFill>
                  <a:srgbClr val="FF0000"/>
                </a:solidFill>
              </a:rPr>
              <a:t>已知</a:t>
            </a:r>
            <a:r>
              <a:rPr lang="zh-CN" altLang="en-US" i="1" dirty="0">
                <a:solidFill>
                  <a:srgbClr val="FF0000"/>
                </a:solidFill>
              </a:rPr>
              <a:t>x</a:t>
            </a:r>
            <a:r>
              <a:rPr lang="zh-CN" altLang="en-US" dirty="0">
                <a:solidFill>
                  <a:srgbClr val="FF0000"/>
                </a:solidFill>
              </a:rPr>
              <a:t>，计算</a:t>
            </a:r>
            <a:r>
              <a:rPr lang="zh-CN" altLang="en-US" i="1" dirty="0">
                <a:solidFill>
                  <a:srgbClr val="FF0000"/>
                </a:solidFill>
              </a:rPr>
              <a:t>y=f(x)</a:t>
            </a:r>
            <a:r>
              <a:rPr lang="zh-CN" altLang="en-US" dirty="0">
                <a:solidFill>
                  <a:srgbClr val="FF0000"/>
                </a:solidFill>
              </a:rPr>
              <a:t>时，取    为</a:t>
            </a:r>
            <a:r>
              <a:rPr lang="zh-CN" altLang="en-US" i="1" dirty="0">
                <a:solidFill>
                  <a:srgbClr val="FF0000"/>
                </a:solidFill>
              </a:rPr>
              <a:t>x</a:t>
            </a:r>
            <a:r>
              <a:rPr lang="zh-CN" altLang="en-US" dirty="0">
                <a:solidFill>
                  <a:srgbClr val="FF0000"/>
                </a:solidFill>
              </a:rPr>
              <a:t>的最后一位的数量级，利用不确定度传递公式</a:t>
            </a:r>
            <a:r>
              <a:rPr lang="zh-CN" altLang="en-US" i="1" dirty="0">
                <a:solidFill>
                  <a:srgbClr val="FF0000"/>
                </a:solidFill>
                <a:latin typeface="RomanC"/>
                <a:ea typeface="黑体" panose="02010609060101010101" pitchFamily="49" charset="-122"/>
                <a:sym typeface="Symbol" panose="05050102010706020507" pitchFamily="18" charset="2"/>
              </a:rPr>
              <a:t>                    </a:t>
            </a:r>
            <a:r>
              <a:rPr lang="zh-CN" altLang="en-US" dirty="0">
                <a:solidFill>
                  <a:srgbClr val="FF0000"/>
                </a:solidFill>
              </a:rPr>
              <a:t>估计</a:t>
            </a:r>
            <a:r>
              <a:rPr lang="zh-CN" altLang="en-US" i="1" dirty="0">
                <a:solidFill>
                  <a:srgbClr val="FF0000"/>
                </a:solidFill>
              </a:rPr>
              <a:t>y</a:t>
            </a:r>
            <a:r>
              <a:rPr lang="zh-CN" altLang="en-US" dirty="0">
                <a:solidFill>
                  <a:srgbClr val="FF0000"/>
                </a:solidFill>
              </a:rPr>
              <a:t>的可疑数码位置，</a:t>
            </a:r>
            <a:r>
              <a:rPr lang="zh-CN" altLang="en-US" i="1" dirty="0">
                <a:solidFill>
                  <a:srgbClr val="FF0000"/>
                </a:solidFill>
              </a:rPr>
              <a:t>y</a:t>
            </a:r>
            <a:r>
              <a:rPr lang="zh-CN" altLang="en-US" dirty="0">
                <a:solidFill>
                  <a:srgbClr val="FF0000"/>
                </a:solidFill>
              </a:rPr>
              <a:t>的计算结果最后一位就取</a:t>
            </a:r>
            <a:r>
              <a:rPr lang="zh-CN" altLang="en-US" i="1" dirty="0">
                <a:solidFill>
                  <a:srgbClr val="FF0000"/>
                </a:solidFill>
                <a:latin typeface="RomanC"/>
                <a:ea typeface="黑体" panose="02010609060101010101" pitchFamily="49" charset="-122"/>
                <a:sym typeface="Symbol" panose="05050102010706020507" pitchFamily="18" charset="2"/>
              </a:rPr>
              <a:t>   </a:t>
            </a:r>
            <a:r>
              <a:rPr lang="zh-CN" altLang="en-US" dirty="0">
                <a:solidFill>
                  <a:srgbClr val="FF0000"/>
                </a:solidFill>
              </a:rPr>
              <a:t>的那个位置。</a:t>
            </a:r>
          </a:p>
          <a:p>
            <a:pPr eaLnBrk="1" hangingPunct="1"/>
            <a:endParaRPr lang="zh-CN" altLang="en-US" dirty="0">
              <a:solidFill>
                <a:srgbClr val="FF0000"/>
              </a:solidFill>
            </a:endParaRPr>
          </a:p>
          <a:p>
            <a:pPr eaLnBrk="1" hangingPunct="1"/>
            <a:r>
              <a:rPr lang="zh-CN" altLang="en-US" b="1" dirty="0">
                <a:solidFill>
                  <a:srgbClr val="CC3300"/>
                </a:solidFill>
              </a:rPr>
              <a:t>例题</a:t>
            </a:r>
            <a:r>
              <a:rPr lang="en-US" altLang="zh-CN" b="1" dirty="0">
                <a:solidFill>
                  <a:srgbClr val="CC3300"/>
                </a:solidFill>
              </a:rPr>
              <a:t>4</a:t>
            </a:r>
            <a:r>
              <a:rPr lang="zh-CN" altLang="en-US" b="1" dirty="0">
                <a:solidFill>
                  <a:srgbClr val="CC3300"/>
                </a:solidFill>
              </a:rPr>
              <a:t>：</a:t>
            </a:r>
            <a:r>
              <a:rPr lang="zh-CN" altLang="en-US" dirty="0"/>
              <a:t>已知</a:t>
            </a:r>
            <a:r>
              <a:rPr lang="zh-CN" altLang="en-US" i="1" dirty="0"/>
              <a:t>x=</a:t>
            </a:r>
            <a:r>
              <a:rPr lang="zh-CN" altLang="en-US" dirty="0"/>
              <a:t>56.7，</a:t>
            </a:r>
            <a:r>
              <a:rPr lang="zh-CN" altLang="en-US" i="1" dirty="0"/>
              <a:t>y</a:t>
            </a:r>
            <a:r>
              <a:rPr lang="zh-CN" altLang="en-US" dirty="0"/>
              <a:t>=ln</a:t>
            </a:r>
            <a:r>
              <a:rPr lang="zh-CN" altLang="en-US" i="1" dirty="0"/>
              <a:t>x,</a:t>
            </a:r>
            <a:r>
              <a:rPr lang="zh-CN" altLang="en-US" dirty="0"/>
              <a:t>计算</a:t>
            </a:r>
            <a:r>
              <a:rPr lang="zh-CN" altLang="en-US" i="1" dirty="0"/>
              <a:t>y</a:t>
            </a:r>
          </a:p>
          <a:p>
            <a:pPr eaLnBrk="1" hangingPunct="1"/>
            <a:r>
              <a:rPr lang="zh-CN" altLang="en-US" dirty="0"/>
              <a:t>取</a:t>
            </a:r>
            <a:r>
              <a:rPr lang="ru-RU" altLang="en-US" i="1" dirty="0">
                <a:latin typeface="RomanC"/>
                <a:ea typeface="黑体" panose="02010609060101010101" pitchFamily="49" charset="-122"/>
                <a:sym typeface="Symbol" panose="05050102010706020507" pitchFamily="18" charset="2"/>
              </a:rPr>
              <a:t>б</a:t>
            </a:r>
            <a:r>
              <a:rPr lang="zh-CN" altLang="en-US" sz="1600" i="1" dirty="0">
                <a:sym typeface="Symbol" panose="05050102010706020507" pitchFamily="18" charset="2"/>
              </a:rPr>
              <a:t>x</a:t>
            </a:r>
            <a:r>
              <a:rPr lang="zh-CN" altLang="en-US" i="1" dirty="0">
                <a:sym typeface="Symbol" panose="05050102010706020507" pitchFamily="18" charset="2"/>
              </a:rPr>
              <a:t>=</a:t>
            </a:r>
            <a:r>
              <a:rPr lang="zh-CN" altLang="en-US" dirty="0">
                <a:sym typeface="Symbol" panose="05050102010706020507" pitchFamily="18" charset="2"/>
              </a:rPr>
              <a:t>0.1, </a:t>
            </a:r>
            <a:r>
              <a:rPr lang="ru-RU" altLang="en-US" i="1" dirty="0">
                <a:latin typeface="RomanC"/>
                <a:ea typeface="黑体" panose="02010609060101010101" pitchFamily="49" charset="-122"/>
                <a:sym typeface="Symbol" panose="05050102010706020507" pitchFamily="18" charset="2"/>
              </a:rPr>
              <a:t>б</a:t>
            </a:r>
            <a:r>
              <a:rPr lang="zh-CN" altLang="en-US" sz="1600" i="1" baseline="-25000" dirty="0">
                <a:sym typeface="Symbol" panose="05050102010706020507" pitchFamily="18" charset="2"/>
              </a:rPr>
              <a:t> y</a:t>
            </a:r>
            <a:r>
              <a:rPr lang="zh-CN" altLang="en-US" i="1" dirty="0">
                <a:sym typeface="Symbol" panose="05050102010706020507" pitchFamily="18" charset="2"/>
              </a:rPr>
              <a:t>=</a:t>
            </a:r>
            <a:r>
              <a:rPr lang="zh-CN" altLang="en-US" b="1" dirty="0">
                <a:solidFill>
                  <a:schemeClr val="accent2"/>
                </a:solidFill>
                <a:latin typeface="宋体" panose="02010600030101010101" pitchFamily="2" charset="-122"/>
                <a:sym typeface="Symbol" panose="05050102010706020507" pitchFamily="18" charset="2"/>
              </a:rPr>
              <a:t>|</a:t>
            </a:r>
            <a:r>
              <a:rPr lang="zh-CN" altLang="en-US" i="1" dirty="0">
                <a:sym typeface="Symbol" panose="05050102010706020507" pitchFamily="18" charset="2"/>
              </a:rPr>
              <a:t>f’(x) </a:t>
            </a:r>
            <a:r>
              <a:rPr lang="zh-CN" altLang="en-US" b="1" dirty="0">
                <a:solidFill>
                  <a:schemeClr val="accent2"/>
                </a:solidFill>
                <a:latin typeface="宋体" panose="02010600030101010101" pitchFamily="2" charset="-122"/>
                <a:sym typeface="Symbol" panose="05050102010706020507" pitchFamily="18" charset="2"/>
              </a:rPr>
              <a:t>|</a:t>
            </a:r>
            <a:r>
              <a:rPr lang="ru-RU" altLang="en-US" i="1" dirty="0">
                <a:latin typeface="RomanC"/>
                <a:ea typeface="黑体" panose="02010609060101010101" pitchFamily="49" charset="-122"/>
                <a:sym typeface="Symbol" panose="05050102010706020507" pitchFamily="18" charset="2"/>
              </a:rPr>
              <a:t>б</a:t>
            </a:r>
            <a:r>
              <a:rPr lang="zh-CN" altLang="en-US" sz="1600" i="1" baseline="-25000" dirty="0">
                <a:sym typeface="Symbol" panose="05050102010706020507" pitchFamily="18" charset="2"/>
              </a:rPr>
              <a:t> x</a:t>
            </a:r>
            <a:r>
              <a:rPr lang="zh-CN" altLang="en-US" i="1" dirty="0">
                <a:sym typeface="Symbol" panose="05050102010706020507" pitchFamily="18" charset="2"/>
              </a:rPr>
              <a:t> =</a:t>
            </a:r>
            <a:r>
              <a:rPr lang="ru-RU" altLang="en-US" i="1" dirty="0">
                <a:latin typeface="RomanC"/>
                <a:ea typeface="黑体" panose="02010609060101010101" pitchFamily="49" charset="-122"/>
                <a:sym typeface="Symbol" panose="05050102010706020507" pitchFamily="18" charset="2"/>
              </a:rPr>
              <a:t>б</a:t>
            </a:r>
            <a:r>
              <a:rPr lang="zh-CN" altLang="en-US" i="1" dirty="0">
                <a:sym typeface="Symbol" panose="05050102010706020507" pitchFamily="18" charset="2"/>
              </a:rPr>
              <a:t> </a:t>
            </a:r>
            <a:r>
              <a:rPr lang="zh-CN" altLang="en-US" sz="1600" i="1" dirty="0">
                <a:sym typeface="Symbol" panose="05050102010706020507" pitchFamily="18" charset="2"/>
              </a:rPr>
              <a:t>x</a:t>
            </a:r>
            <a:r>
              <a:rPr lang="zh-CN" altLang="en-US" i="1" dirty="0">
                <a:sym typeface="Symbol" panose="05050102010706020507" pitchFamily="18" charset="2"/>
              </a:rPr>
              <a:t> /x=</a:t>
            </a:r>
            <a:r>
              <a:rPr lang="zh-CN" altLang="en-US" dirty="0">
                <a:sym typeface="Symbol" panose="05050102010706020507" pitchFamily="18" charset="2"/>
              </a:rPr>
              <a:t>0.1/56.7=0.002</a:t>
            </a:r>
          </a:p>
          <a:p>
            <a:pPr eaLnBrk="1" hangingPunct="1"/>
            <a:r>
              <a:rPr lang="zh-CN" altLang="en-US" dirty="0">
                <a:sym typeface="Symbol" panose="05050102010706020507" pitchFamily="18" charset="2"/>
              </a:rPr>
              <a:t>所以</a:t>
            </a:r>
            <a:r>
              <a:rPr lang="zh-CN" altLang="en-US" i="1" dirty="0">
                <a:sym typeface="Symbol" panose="05050102010706020507" pitchFamily="18" charset="2"/>
              </a:rPr>
              <a:t>y</a:t>
            </a:r>
            <a:r>
              <a:rPr lang="zh-CN" altLang="en-US" dirty="0">
                <a:sym typeface="Symbol" panose="05050102010706020507" pitchFamily="18" charset="2"/>
              </a:rPr>
              <a:t>=ln56.7=4.038</a:t>
            </a:r>
            <a:endParaRPr lang="zh-CN" altLang="en-US" sz="1600" i="1" dirty="0">
              <a:sym typeface="Symbol" panose="05050102010706020507" pitchFamily="18" charset="2"/>
            </a:endParaRPr>
          </a:p>
          <a:p>
            <a:pPr eaLnBrk="1" hangingPunct="1"/>
            <a:endParaRPr lang="zh-CN" altLang="en-US" dirty="0"/>
          </a:p>
        </p:txBody>
      </p:sp>
      <p:graphicFrame>
        <p:nvGraphicFramePr>
          <p:cNvPr id="89091" name="Object 4">
            <a:extLst>
              <a:ext uri="{FF2B5EF4-FFF2-40B4-BE49-F238E27FC236}">
                <a16:creationId xmlns:a16="http://schemas.microsoft.com/office/drawing/2014/main" id="{4CD883B0-E98C-5B46-9660-C64A4D7903D3}"/>
              </a:ext>
            </a:extLst>
          </p:cNvPr>
          <p:cNvGraphicFramePr>
            <a:graphicFrameLocks noChangeAspect="1"/>
          </p:cNvGraphicFramePr>
          <p:nvPr/>
        </p:nvGraphicFramePr>
        <p:xfrm>
          <a:off x="8286750" y="3071813"/>
          <a:ext cx="685800" cy="644525"/>
        </p:xfrm>
        <a:graphic>
          <a:graphicData uri="http://schemas.openxmlformats.org/presentationml/2006/ole">
            <mc:AlternateContent xmlns:mc="http://schemas.openxmlformats.org/markup-compatibility/2006">
              <mc:Choice xmlns:v="urn:schemas-microsoft-com:vml" Requires="v">
                <p:oleObj r:id="rId2" imgW="3695700" imgH="3467100" progId="">
                  <p:embed/>
                </p:oleObj>
              </mc:Choice>
              <mc:Fallback>
                <p:oleObj r:id="rId2" imgW="3695700" imgH="346710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0" y="3071813"/>
                        <a:ext cx="6858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2" name="Object 5">
            <a:extLst>
              <a:ext uri="{FF2B5EF4-FFF2-40B4-BE49-F238E27FC236}">
                <a16:creationId xmlns:a16="http://schemas.microsoft.com/office/drawing/2014/main" id="{F5BFD12C-F5BE-6540-4373-1FE7317D6B25}"/>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4" imgW="114151" imgH="215619" progId="">
                  <p:embed/>
                </p:oleObj>
              </mc:Choice>
              <mc:Fallback>
                <p:oleObj r:id="rId4" imgW="114151" imgH="215619"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3" name="Object 6">
            <a:extLst>
              <a:ext uri="{FF2B5EF4-FFF2-40B4-BE49-F238E27FC236}">
                <a16:creationId xmlns:a16="http://schemas.microsoft.com/office/drawing/2014/main" id="{F79D1355-A95C-2BE0-F567-D205339DB1B6}"/>
              </a:ext>
            </a:extLst>
          </p:cNvPr>
          <p:cNvGraphicFramePr>
            <a:graphicFrameLocks noChangeAspect="1"/>
          </p:cNvGraphicFramePr>
          <p:nvPr/>
        </p:nvGraphicFramePr>
        <p:xfrm>
          <a:off x="4787900" y="908050"/>
          <a:ext cx="635000" cy="762000"/>
        </p:xfrm>
        <a:graphic>
          <a:graphicData uri="http://schemas.openxmlformats.org/presentationml/2006/ole">
            <mc:AlternateContent xmlns:mc="http://schemas.openxmlformats.org/markup-compatibility/2006">
              <mc:Choice xmlns:v="urn:schemas-microsoft-com:vml" Requires="v">
                <p:oleObj r:id="rId6" imgW="190500" imgH="228600" progId="">
                  <p:embed/>
                </p:oleObj>
              </mc:Choice>
              <mc:Fallback>
                <p:oleObj r:id="rId6" imgW="190500" imgH="228600" progId="">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7900" y="908050"/>
                        <a:ext cx="635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4" name="Object 7">
            <a:extLst>
              <a:ext uri="{FF2B5EF4-FFF2-40B4-BE49-F238E27FC236}">
                <a16:creationId xmlns:a16="http://schemas.microsoft.com/office/drawing/2014/main" id="{4BADEEB9-8718-FFEB-718D-5A65CD6E6E2E}"/>
              </a:ext>
            </a:extLst>
          </p:cNvPr>
          <p:cNvGraphicFramePr>
            <a:graphicFrameLocks noChangeAspect="1"/>
          </p:cNvGraphicFramePr>
          <p:nvPr>
            <p:extLst>
              <p:ext uri="{D42A27DB-BD31-4B8C-83A1-F6EECF244321}">
                <p14:modId xmlns:p14="http://schemas.microsoft.com/office/powerpoint/2010/main" val="2795259827"/>
              </p:ext>
            </p:extLst>
          </p:nvPr>
        </p:nvGraphicFramePr>
        <p:xfrm>
          <a:off x="5867401" y="1557339"/>
          <a:ext cx="1599840" cy="503236"/>
        </p:xfrm>
        <a:graphic>
          <a:graphicData uri="http://schemas.openxmlformats.org/presentationml/2006/ole">
            <mc:AlternateContent xmlns:mc="http://schemas.openxmlformats.org/markup-compatibility/2006">
              <mc:Choice xmlns:v="urn:schemas-microsoft-com:vml" Requires="v">
                <p:oleObj r:id="rId8" imgW="889000" imgH="279400" progId="">
                  <p:embed/>
                </p:oleObj>
              </mc:Choice>
              <mc:Fallback>
                <p:oleObj r:id="rId8" imgW="889000" imgH="279400" progId="">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67401" y="1557339"/>
                        <a:ext cx="1599840" cy="503236"/>
                      </a:xfrm>
                      <a:prstGeom prst="rect">
                        <a:avLst/>
                      </a:prstGeom>
                      <a:noFill/>
                      <a:ln>
                        <a:noFill/>
                      </a:ln>
                    </p:spPr>
                  </p:pic>
                </p:oleObj>
              </mc:Fallback>
            </mc:AlternateContent>
          </a:graphicData>
        </a:graphic>
      </p:graphicFrame>
      <p:graphicFrame>
        <p:nvGraphicFramePr>
          <p:cNvPr id="89095" name="Object 8">
            <a:extLst>
              <a:ext uri="{FF2B5EF4-FFF2-40B4-BE49-F238E27FC236}">
                <a16:creationId xmlns:a16="http://schemas.microsoft.com/office/drawing/2014/main" id="{AAF72A5B-218D-CF79-7991-E4C0F346B8DD}"/>
              </a:ext>
            </a:extLst>
          </p:cNvPr>
          <p:cNvGraphicFramePr>
            <a:graphicFrameLocks noChangeAspect="1"/>
          </p:cNvGraphicFramePr>
          <p:nvPr>
            <p:extLst>
              <p:ext uri="{D42A27DB-BD31-4B8C-83A1-F6EECF244321}">
                <p14:modId xmlns:p14="http://schemas.microsoft.com/office/powerpoint/2010/main" val="999231706"/>
              </p:ext>
            </p:extLst>
          </p:nvPr>
        </p:nvGraphicFramePr>
        <p:xfrm>
          <a:off x="7870031" y="2060576"/>
          <a:ext cx="542395" cy="644526"/>
        </p:xfrm>
        <a:graphic>
          <a:graphicData uri="http://schemas.openxmlformats.org/presentationml/2006/ole">
            <mc:AlternateContent xmlns:mc="http://schemas.openxmlformats.org/markup-compatibility/2006">
              <mc:Choice xmlns:v="urn:schemas-microsoft-com:vml" Requires="v">
                <p:oleObj r:id="rId10" imgW="203112" imgH="241195" progId="">
                  <p:embed/>
                </p:oleObj>
              </mc:Choice>
              <mc:Fallback>
                <p:oleObj r:id="rId10" imgW="203112" imgH="241195" progId="">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70031" y="2060576"/>
                        <a:ext cx="542395" cy="644526"/>
                      </a:xfrm>
                      <a:prstGeom prst="rect">
                        <a:avLst/>
                      </a:prstGeom>
                      <a:noFill/>
                      <a:ln>
                        <a:noFill/>
                      </a:ln>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a:extLst>
              <a:ext uri="{FF2B5EF4-FFF2-40B4-BE49-F238E27FC236}">
                <a16:creationId xmlns:a16="http://schemas.microsoft.com/office/drawing/2014/main" id="{FCC7BFBF-D721-1E16-5D21-85BEDDE29671}"/>
              </a:ext>
            </a:extLst>
          </p:cNvPr>
          <p:cNvSpPr>
            <a:spLocks noGrp="1" noChangeArrowheads="1"/>
          </p:cNvSpPr>
          <p:nvPr>
            <p:ph idx="1"/>
          </p:nvPr>
        </p:nvSpPr>
        <p:spPr>
          <a:xfrm>
            <a:off x="0" y="1989138"/>
            <a:ext cx="8964613" cy="4114800"/>
          </a:xfrm>
        </p:spPr>
        <p:txBody>
          <a:bodyPr/>
          <a:lstStyle/>
          <a:p>
            <a:pPr eaLnBrk="1" hangingPunct="1"/>
            <a:r>
              <a:rPr lang="zh-CN" altLang="en-US" sz="4000" b="1" dirty="0"/>
              <a:t>一、列表法</a:t>
            </a:r>
          </a:p>
          <a:p>
            <a:pPr eaLnBrk="1" hangingPunct="1"/>
            <a:r>
              <a:rPr lang="zh-CN" altLang="en-US" b="1" dirty="0"/>
              <a:t>原则：</a:t>
            </a:r>
          </a:p>
          <a:p>
            <a:pPr eaLnBrk="1" hangingPunct="1"/>
            <a:r>
              <a:rPr lang="zh-CN" altLang="en-US" sz="2800" dirty="0"/>
              <a:t>（</a:t>
            </a:r>
            <a:r>
              <a:rPr lang="zh-CN" altLang="zh-CN" sz="2800" dirty="0">
                <a:latin typeface="楷体_GB2312"/>
                <a:ea typeface="楷体_GB2312"/>
                <a:cs typeface="楷体_GB2312"/>
              </a:rPr>
              <a:t>1</a:t>
            </a:r>
            <a:r>
              <a:rPr lang="zh-CN" altLang="en-US" sz="2800" dirty="0">
                <a:latin typeface="楷体_GB2312"/>
                <a:ea typeface="楷体_GB2312"/>
                <a:cs typeface="楷体_GB2312"/>
              </a:rPr>
              <a:t>）简单明了，便于看出有关物理量之间的关系，便于处理数据。</a:t>
            </a:r>
          </a:p>
          <a:p>
            <a:pPr eaLnBrk="1" hangingPunct="1"/>
            <a:r>
              <a:rPr lang="zh-CN" altLang="en-US" sz="2800" dirty="0">
                <a:latin typeface="楷体_GB2312"/>
                <a:ea typeface="楷体_GB2312"/>
                <a:cs typeface="楷体_GB2312"/>
              </a:rPr>
              <a:t>（</a:t>
            </a:r>
            <a:r>
              <a:rPr lang="zh-CN" altLang="zh-CN" sz="2800" dirty="0">
                <a:latin typeface="楷体_GB2312"/>
                <a:ea typeface="楷体_GB2312"/>
                <a:cs typeface="楷体_GB2312"/>
              </a:rPr>
              <a:t>2</a:t>
            </a:r>
            <a:r>
              <a:rPr lang="zh-CN" altLang="en-US" sz="2800" dirty="0">
                <a:latin typeface="楷体_GB2312"/>
                <a:ea typeface="楷体_GB2312"/>
                <a:cs typeface="楷体_GB2312"/>
              </a:rPr>
              <a:t>）在表格中均应标明物理量的名称和单位。</a:t>
            </a:r>
          </a:p>
          <a:p>
            <a:pPr eaLnBrk="1" hangingPunct="1"/>
            <a:r>
              <a:rPr lang="zh-CN" altLang="en-US" sz="2800" dirty="0">
                <a:latin typeface="楷体_GB2312"/>
                <a:ea typeface="楷体_GB2312"/>
                <a:cs typeface="楷体_GB2312"/>
              </a:rPr>
              <a:t>（</a:t>
            </a:r>
            <a:r>
              <a:rPr lang="zh-CN" altLang="zh-CN" sz="2800" dirty="0">
                <a:latin typeface="楷体_GB2312"/>
                <a:ea typeface="楷体_GB2312"/>
                <a:cs typeface="楷体_GB2312"/>
              </a:rPr>
              <a:t>3</a:t>
            </a:r>
            <a:r>
              <a:rPr lang="zh-CN" altLang="en-US" sz="2800" dirty="0">
                <a:latin typeface="楷体_GB2312"/>
                <a:ea typeface="楷体_GB2312"/>
                <a:cs typeface="楷体_GB2312"/>
              </a:rPr>
              <a:t>）表格中数据要正确反映有效数字。</a:t>
            </a:r>
          </a:p>
          <a:p>
            <a:pPr eaLnBrk="1" hangingPunct="1"/>
            <a:r>
              <a:rPr lang="zh-CN" altLang="en-US" sz="2800" dirty="0">
                <a:latin typeface="楷体_GB2312"/>
                <a:ea typeface="楷体_GB2312"/>
                <a:cs typeface="楷体_GB2312"/>
              </a:rPr>
              <a:t>（</a:t>
            </a:r>
            <a:r>
              <a:rPr lang="zh-CN" altLang="zh-CN" sz="2800" dirty="0">
                <a:latin typeface="楷体_GB2312"/>
                <a:ea typeface="楷体_GB2312"/>
                <a:cs typeface="楷体_GB2312"/>
              </a:rPr>
              <a:t>4</a:t>
            </a:r>
            <a:r>
              <a:rPr lang="zh-CN" altLang="en-US" sz="2800" dirty="0">
                <a:latin typeface="楷体_GB2312"/>
                <a:ea typeface="楷体_GB2312"/>
                <a:cs typeface="楷体_GB2312"/>
              </a:rPr>
              <a:t>）必要时应对某些项目加以说明。</a:t>
            </a:r>
            <a:endParaRPr lang="zh-CN" altLang="en-US" sz="2800" dirty="0"/>
          </a:p>
        </p:txBody>
      </p:sp>
      <p:sp>
        <p:nvSpPr>
          <p:cNvPr id="90115" name="WordArt 4" descr="白色大理石">
            <a:extLst>
              <a:ext uri="{FF2B5EF4-FFF2-40B4-BE49-F238E27FC236}">
                <a16:creationId xmlns:a16="http://schemas.microsoft.com/office/drawing/2014/main" id="{E39BF6EC-72BA-C9F5-5DA5-B586D260F011}"/>
              </a:ext>
            </a:extLst>
          </p:cNvPr>
          <p:cNvSpPr>
            <a:spLocks noChangeArrowheads="1" noChangeShapeType="1" noTextEdit="1"/>
          </p:cNvSpPr>
          <p:nvPr/>
        </p:nvSpPr>
        <p:spPr bwMode="auto">
          <a:xfrm>
            <a:off x="1066800" y="457200"/>
            <a:ext cx="6457528" cy="811560"/>
          </a:xfrm>
          <a:prstGeom prst="rect">
            <a:avLst/>
          </a:prstGeom>
        </p:spPr>
        <p:txBody>
          <a:bodyPr wrap="none" fromWordArt="1">
            <a:prstTxWarp prst="textPlain">
              <a:avLst>
                <a:gd name="adj" fmla="val 50000"/>
              </a:avLst>
            </a:prstTxWarp>
            <a:scene3d>
              <a:camera prst="legacyObliqueRight"/>
              <a:lightRig rig="legacyFlat3" dir="r"/>
            </a:scene3d>
            <a:sp3d extrusionH="100000" prstMaterial="legacyMatte">
              <a:extrusionClr>
                <a:srgbClr val="663300"/>
              </a:extrusionClr>
              <a:contourClr>
                <a:srgbClr val="FF0000"/>
              </a:contourClr>
            </a:sp3d>
          </a:bodyPr>
          <a:lstStyle/>
          <a:p>
            <a:pPr algn="ctr"/>
            <a:r>
              <a:rPr lang="zh-CN" altLang="en-US" sz="3600" kern="10" dirty="0">
                <a:ln w="9525">
                  <a:round/>
                  <a:headEnd/>
                  <a:tailEnd/>
                </a:ln>
                <a:solidFill>
                  <a:srgbClr val="FF0000"/>
                </a:solidFill>
                <a:latin typeface="幼圆" panose="02010509060101010101" pitchFamily="49" charset="-122"/>
                <a:ea typeface="幼圆" panose="02010509060101010101" pitchFamily="49" charset="-122"/>
              </a:rPr>
              <a:t>第三节  实验数据的处理方法</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a:extLst>
              <a:ext uri="{FF2B5EF4-FFF2-40B4-BE49-F238E27FC236}">
                <a16:creationId xmlns:a16="http://schemas.microsoft.com/office/drawing/2014/main" id="{A9E8BFD2-D887-D655-A622-A036D76A6005}"/>
              </a:ext>
            </a:extLst>
          </p:cNvPr>
          <p:cNvSpPr>
            <a:spLocks noGrp="1" noChangeArrowheads="1"/>
          </p:cNvSpPr>
          <p:nvPr>
            <p:ph idx="1"/>
          </p:nvPr>
        </p:nvSpPr>
        <p:spPr>
          <a:xfrm>
            <a:off x="468313" y="549275"/>
            <a:ext cx="8229600" cy="4525963"/>
          </a:xfrm>
        </p:spPr>
        <p:txBody>
          <a:bodyPr/>
          <a:lstStyle/>
          <a:p>
            <a:r>
              <a:rPr lang="zh-CN" altLang="en-US" sz="4000" b="1"/>
              <a:t>二、作图法</a:t>
            </a:r>
          </a:p>
          <a:p>
            <a:r>
              <a:rPr lang="en-US" altLang="zh-CN" b="1">
                <a:solidFill>
                  <a:srgbClr val="FF0000"/>
                </a:solidFill>
              </a:rPr>
              <a:t>1</a:t>
            </a:r>
            <a:r>
              <a:rPr lang="zh-CN" altLang="en-US" b="1">
                <a:solidFill>
                  <a:srgbClr val="FF0000"/>
                </a:solidFill>
              </a:rPr>
              <a:t>，图示法</a:t>
            </a:r>
            <a:r>
              <a:rPr lang="zh-CN" altLang="en-US" b="1"/>
              <a:t>：物理实验所揭示的物理量之间的关系可以用坐标纸在某一坐标平面内由一条曲线表示。</a:t>
            </a:r>
          </a:p>
          <a:p>
            <a:endParaRPr lang="zh-CN" altLang="en-US" b="1"/>
          </a:p>
        </p:txBody>
      </p:sp>
      <p:sp>
        <p:nvSpPr>
          <p:cNvPr id="91139" name="Text Box 5">
            <a:extLst>
              <a:ext uri="{FF2B5EF4-FFF2-40B4-BE49-F238E27FC236}">
                <a16:creationId xmlns:a16="http://schemas.microsoft.com/office/drawing/2014/main" id="{27E05758-D583-B455-0086-EECEEA5ACF59}"/>
              </a:ext>
            </a:extLst>
          </p:cNvPr>
          <p:cNvSpPr txBox="1">
            <a:spLocks noChangeArrowheads="1"/>
          </p:cNvSpPr>
          <p:nvPr/>
        </p:nvSpPr>
        <p:spPr bwMode="auto">
          <a:xfrm>
            <a:off x="395288" y="2708275"/>
            <a:ext cx="7272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Tx/>
              <a:buSzTx/>
              <a:buFont typeface="Arial" panose="020B0604020202020204" pitchFamily="34" charset="0"/>
              <a:buNone/>
            </a:pPr>
            <a:r>
              <a:rPr lang="zh-CN" altLang="en-US" sz="2800">
                <a:solidFill>
                  <a:srgbClr val="FF0000"/>
                </a:solidFill>
                <a:latin typeface="Maiandra GD" panose="020E0502030308020204" pitchFamily="34" charset="0"/>
                <a:ea typeface="楷体_GB2312"/>
              </a:rPr>
              <a:t>图示法的作图规则</a:t>
            </a:r>
          </a:p>
        </p:txBody>
      </p:sp>
      <p:sp>
        <p:nvSpPr>
          <p:cNvPr id="91140" name="Text Box 3">
            <a:extLst>
              <a:ext uri="{FF2B5EF4-FFF2-40B4-BE49-F238E27FC236}">
                <a16:creationId xmlns:a16="http://schemas.microsoft.com/office/drawing/2014/main" id="{93FFC4E5-33BC-A794-9C8E-4DD88EEE0A50}"/>
              </a:ext>
            </a:extLst>
          </p:cNvPr>
          <p:cNvSpPr txBox="1">
            <a:spLocks noChangeArrowheads="1"/>
          </p:cNvSpPr>
          <p:nvPr/>
        </p:nvSpPr>
        <p:spPr bwMode="auto">
          <a:xfrm>
            <a:off x="179388" y="3213100"/>
            <a:ext cx="871378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a:latin typeface="Times New Roman" panose="02020603050405020304" pitchFamily="18" charset="0"/>
                <a:ea typeface="楷体_GB2312"/>
              </a:rPr>
              <a:t>（1）.</a:t>
            </a:r>
            <a:r>
              <a:rPr lang="zh-CN" altLang="en-US" sz="2800">
                <a:latin typeface="Times New Roman" panose="02020603050405020304" pitchFamily="18" charset="0"/>
                <a:ea typeface="楷体_GB2312"/>
              </a:rPr>
              <a:t>选择合适的坐标分度值，确定坐标纸的大小。</a:t>
            </a:r>
          </a:p>
          <a:p>
            <a:pPr eaLnBrk="1" hangingPunct="1">
              <a:lnSpc>
                <a:spcPct val="120000"/>
              </a:lnSpc>
              <a:spcBef>
                <a:spcPct val="0"/>
              </a:spcBef>
              <a:buClrTx/>
              <a:buSzTx/>
              <a:buFont typeface="Arial" panose="020B0604020202020204" pitchFamily="34" charset="0"/>
              <a:buNone/>
            </a:pPr>
            <a:r>
              <a:rPr lang="zh-CN" altLang="en-US" sz="2800" b="0">
                <a:latin typeface="Times New Roman" panose="02020603050405020304" pitchFamily="18" charset="0"/>
                <a:ea typeface="楷体_GB2312"/>
              </a:rPr>
              <a:t>        </a:t>
            </a:r>
            <a:r>
              <a:rPr lang="zh-CN" altLang="en-US" sz="2400" b="0">
                <a:latin typeface="Times New Roman" panose="02020603050405020304" pitchFamily="18" charset="0"/>
                <a:ea typeface="楷体_GB2312"/>
              </a:rPr>
              <a:t>坐标分度值的选取应能基本反映测量值的准确度或精密度。原则上是以不损失实验数据的有效数字和能包括所有实验点作为选择依据，一般图上的最小分格至少应是有效数字的最后一位可靠数字。</a:t>
            </a:r>
          </a:p>
          <a:p>
            <a:pPr eaLnBrk="1" hangingPunct="1">
              <a:lnSpc>
                <a:spcPct val="120000"/>
              </a:lnSpc>
              <a:spcBef>
                <a:spcPct val="0"/>
              </a:spcBef>
              <a:buClrTx/>
              <a:buSzTx/>
              <a:buFont typeface="Arial" panose="020B0604020202020204" pitchFamily="34" charset="0"/>
              <a:buNone/>
            </a:pPr>
            <a:r>
              <a:rPr lang="zh-CN" altLang="en-US" sz="2800" b="0">
                <a:latin typeface="Times New Roman" panose="02020603050405020304" pitchFamily="18" charset="0"/>
                <a:ea typeface="楷体_GB2312"/>
              </a:rPr>
              <a:t>　　</a:t>
            </a:r>
            <a:endParaRPr lang="zh-CN" altLang="en-US" sz="2800" b="0">
              <a:solidFill>
                <a:srgbClr val="FF0000"/>
              </a:solidFill>
              <a:latin typeface="Times New Roman" panose="02020603050405020304" pitchFamily="18" charset="0"/>
              <a:ea typeface="楷体_GB231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Text Box 3">
            <a:extLst>
              <a:ext uri="{FF2B5EF4-FFF2-40B4-BE49-F238E27FC236}">
                <a16:creationId xmlns:a16="http://schemas.microsoft.com/office/drawing/2014/main" id="{DC350339-BAEE-06BF-D296-1FDD3E6EFDCF}"/>
              </a:ext>
            </a:extLst>
          </p:cNvPr>
          <p:cNvSpPr txBox="1">
            <a:spLocks noChangeArrowheads="1"/>
          </p:cNvSpPr>
          <p:nvPr/>
        </p:nvSpPr>
        <p:spPr bwMode="auto">
          <a:xfrm>
            <a:off x="0" y="0"/>
            <a:ext cx="8351838" cy="174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r>
              <a:rPr lang="zh-CN" altLang="en-US" sz="2800">
                <a:latin typeface="黑体" panose="02010609060101010101" pitchFamily="49" charset="-122"/>
                <a:ea typeface="黑体" panose="02010609060101010101" pitchFamily="49" charset="-122"/>
              </a:rPr>
              <a:t>（</a:t>
            </a:r>
            <a:r>
              <a:rPr lang="en-US" altLang="zh-CN" sz="2800">
                <a:latin typeface="黑体" panose="02010609060101010101" pitchFamily="49" charset="-122"/>
                <a:ea typeface="黑体" panose="02010609060101010101" pitchFamily="49" charset="-122"/>
              </a:rPr>
              <a:t>2</a:t>
            </a:r>
            <a:r>
              <a:rPr lang="zh-CN" altLang="en-US" sz="2800">
                <a:latin typeface="黑体" panose="02010609060101010101" pitchFamily="49" charset="-122"/>
                <a:ea typeface="黑体" panose="02010609060101010101" pitchFamily="49" charset="-122"/>
              </a:rPr>
              <a:t>）</a:t>
            </a: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标明坐标轴：</a:t>
            </a:r>
          </a:p>
          <a:p>
            <a:pPr>
              <a:lnSpc>
                <a:spcPct val="120000"/>
              </a:lnSpc>
              <a:spcBef>
                <a:spcPct val="0"/>
              </a:spcBef>
              <a:buClrTx/>
              <a:buSzTx/>
              <a:buFont typeface="Arial" panose="020B0604020202020204" pitchFamily="34" charset="0"/>
              <a:buNone/>
            </a:pPr>
            <a:r>
              <a:rPr lang="zh-CN" altLang="en-US" sz="2000">
                <a:latin typeface="Times New Roman" panose="02020603050405020304" pitchFamily="18" charset="0"/>
                <a:ea typeface="宋体" panose="02010600030101010101" pitchFamily="2" charset="-122"/>
              </a:rPr>
              <a:t>       </a:t>
            </a:r>
            <a:r>
              <a:rPr lang="zh-CN" altLang="en-US" sz="2400" b="0">
                <a:latin typeface="楷体_GB2312"/>
                <a:ea typeface="楷体_GB2312"/>
              </a:rPr>
              <a:t>用粗实线画坐标轴，用箭头标轴方向，标坐标轴的名称或符号、单位</a:t>
            </a:r>
            <a:r>
              <a:rPr lang="en-US" altLang="zh-CN" sz="2400" b="0">
                <a:latin typeface="楷体_GB2312"/>
                <a:ea typeface="楷体_GB2312"/>
              </a:rPr>
              <a:t>,</a:t>
            </a:r>
            <a:r>
              <a:rPr lang="zh-CN" altLang="en-US" sz="2400" b="0">
                <a:latin typeface="楷体_GB2312"/>
                <a:ea typeface="楷体_GB2312"/>
              </a:rPr>
              <a:t>再按顺序标出坐标轴整分格上的量值。</a:t>
            </a:r>
            <a:r>
              <a:rPr lang="zh-CN" altLang="en-US" sz="2400" b="0">
                <a:latin typeface="Times New Roman" panose="02020603050405020304" pitchFamily="18" charset="0"/>
                <a:ea typeface="楷体_GB2312"/>
              </a:rPr>
              <a:t>纵横轴坐标都可以</a:t>
            </a:r>
            <a:r>
              <a:rPr lang="zh-CN" altLang="en-US" sz="2400" b="0">
                <a:solidFill>
                  <a:srgbClr val="FF0000"/>
                </a:solidFill>
                <a:latin typeface="Times New Roman" panose="02020603050405020304" pitchFamily="18" charset="0"/>
                <a:ea typeface="楷体_GB2312"/>
              </a:rPr>
              <a:t>不从原点起</a:t>
            </a:r>
            <a:r>
              <a:rPr lang="zh-CN" altLang="en-US" sz="2400" b="0">
                <a:latin typeface="Times New Roman" panose="02020603050405020304" pitchFamily="18" charset="0"/>
                <a:ea typeface="楷体_GB2312"/>
              </a:rPr>
              <a:t>。</a:t>
            </a:r>
          </a:p>
        </p:txBody>
      </p:sp>
      <p:sp>
        <p:nvSpPr>
          <p:cNvPr id="92163" name="Text Box 225">
            <a:extLst>
              <a:ext uri="{FF2B5EF4-FFF2-40B4-BE49-F238E27FC236}">
                <a16:creationId xmlns:a16="http://schemas.microsoft.com/office/drawing/2014/main" id="{8DF7E0A7-2EB2-14D7-A1DC-67D024D2B874}"/>
              </a:ext>
            </a:extLst>
          </p:cNvPr>
          <p:cNvSpPr txBox="1">
            <a:spLocks noChangeArrowheads="1"/>
          </p:cNvSpPr>
          <p:nvPr/>
        </p:nvSpPr>
        <p:spPr bwMode="auto">
          <a:xfrm>
            <a:off x="0" y="1844675"/>
            <a:ext cx="86407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r>
              <a:rPr lang="zh-CN" altLang="en-US" sz="2800">
                <a:latin typeface="黑体" panose="02010609060101010101" pitchFamily="49" charset="-122"/>
                <a:ea typeface="黑体" panose="02010609060101010101" pitchFamily="49" charset="-122"/>
              </a:rPr>
              <a:t>（</a:t>
            </a:r>
            <a:r>
              <a:rPr lang="en-US" altLang="zh-CN" sz="2800">
                <a:latin typeface="黑体" panose="02010609060101010101" pitchFamily="49" charset="-122"/>
                <a:ea typeface="黑体" panose="02010609060101010101" pitchFamily="49" charset="-122"/>
              </a:rPr>
              <a:t>3</a:t>
            </a:r>
            <a:r>
              <a:rPr lang="zh-CN" altLang="en-US" sz="2800">
                <a:latin typeface="黑体" panose="02010609060101010101" pitchFamily="49" charset="-122"/>
                <a:ea typeface="黑体" panose="02010609060101010101" pitchFamily="49" charset="-122"/>
              </a:rPr>
              <a:t>）</a:t>
            </a: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标实验点：</a:t>
            </a:r>
          </a:p>
          <a:p>
            <a:pPr>
              <a:spcBef>
                <a:spcPct val="0"/>
              </a:spcBef>
              <a:buClrTx/>
              <a:buSzTx/>
              <a:buFont typeface="Arial" panose="020B0604020202020204" pitchFamily="34" charset="0"/>
              <a:buNone/>
            </a:pPr>
            <a:r>
              <a:rPr lang="zh-CN" altLang="en-US" sz="1800">
                <a:latin typeface="Times New Roman" panose="02020603050405020304" pitchFamily="18" charset="0"/>
                <a:ea typeface="宋体" panose="02010600030101010101" pitchFamily="2" charset="-122"/>
              </a:rPr>
              <a:t>        </a:t>
            </a:r>
            <a:r>
              <a:rPr lang="zh-CN" altLang="en-US" sz="2400" b="0">
                <a:latin typeface="楷体_GB2312"/>
                <a:ea typeface="楷体_GB2312"/>
              </a:rPr>
              <a:t>实验点可用“     ”、 “    ”、“     ”等符号标出（同一坐标系下不同曲线用不同的符号）。</a:t>
            </a:r>
            <a:r>
              <a:rPr lang="zh-CN" altLang="en-US" sz="2800" b="0">
                <a:latin typeface="Times New Roman" panose="02020603050405020304" pitchFamily="18" charset="0"/>
                <a:ea typeface="宋体" panose="02010600030101010101" pitchFamily="2" charset="-122"/>
              </a:rPr>
              <a:t> </a:t>
            </a:r>
          </a:p>
        </p:txBody>
      </p:sp>
      <p:sp>
        <p:nvSpPr>
          <p:cNvPr id="92164" name="Oval 230">
            <a:extLst>
              <a:ext uri="{FF2B5EF4-FFF2-40B4-BE49-F238E27FC236}">
                <a16:creationId xmlns:a16="http://schemas.microsoft.com/office/drawing/2014/main" id="{BCA95529-FEC9-4982-A3D1-94A9B8B22DDF}"/>
              </a:ext>
            </a:extLst>
          </p:cNvPr>
          <p:cNvSpPr>
            <a:spLocks noChangeArrowheads="1"/>
          </p:cNvSpPr>
          <p:nvPr/>
        </p:nvSpPr>
        <p:spPr bwMode="auto">
          <a:xfrm>
            <a:off x="2700338" y="2276475"/>
            <a:ext cx="115887" cy="115888"/>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92165" name="Oval 229">
            <a:extLst>
              <a:ext uri="{FF2B5EF4-FFF2-40B4-BE49-F238E27FC236}">
                <a16:creationId xmlns:a16="http://schemas.microsoft.com/office/drawing/2014/main" id="{8139F19E-1496-7091-A53E-E74D54C520E4}"/>
              </a:ext>
            </a:extLst>
          </p:cNvPr>
          <p:cNvSpPr>
            <a:spLocks noChangeArrowheads="1"/>
          </p:cNvSpPr>
          <p:nvPr/>
        </p:nvSpPr>
        <p:spPr bwMode="auto">
          <a:xfrm>
            <a:off x="4427538" y="2276475"/>
            <a:ext cx="115887" cy="115888"/>
          </a:xfrm>
          <a:prstGeom prst="ellipse">
            <a:avLst/>
          </a:prstGeom>
          <a:solidFill>
            <a:srgbClr val="FFCCFF"/>
          </a:solidFill>
          <a:ln w="9525">
            <a:solidFill>
              <a:schemeClr val="tx1"/>
            </a:solidFill>
            <a:round/>
            <a:headEnd/>
            <a:tailEnd/>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nvGrpSpPr>
          <p:cNvPr id="92166" name="Group 226">
            <a:extLst>
              <a:ext uri="{FF2B5EF4-FFF2-40B4-BE49-F238E27FC236}">
                <a16:creationId xmlns:a16="http://schemas.microsoft.com/office/drawing/2014/main" id="{C4E61668-B233-76D0-10CD-BE77446F13BC}"/>
              </a:ext>
            </a:extLst>
          </p:cNvPr>
          <p:cNvGrpSpPr>
            <a:grpSpLocks/>
          </p:cNvGrpSpPr>
          <p:nvPr/>
        </p:nvGrpSpPr>
        <p:grpSpPr bwMode="auto">
          <a:xfrm>
            <a:off x="6084888" y="2349500"/>
            <a:ext cx="147637" cy="147638"/>
            <a:chOff x="610" y="3589"/>
            <a:chExt cx="93" cy="93"/>
          </a:xfrm>
        </p:grpSpPr>
        <p:sp>
          <p:nvSpPr>
            <p:cNvPr id="92169" name="Line 227">
              <a:extLst>
                <a:ext uri="{FF2B5EF4-FFF2-40B4-BE49-F238E27FC236}">
                  <a16:creationId xmlns:a16="http://schemas.microsoft.com/office/drawing/2014/main" id="{66DB5F4F-D478-89BB-A2F7-DFC8D9B919CD}"/>
                </a:ext>
              </a:extLst>
            </p:cNvPr>
            <p:cNvSpPr>
              <a:spLocks noChangeShapeType="1"/>
            </p:cNvSpPr>
            <p:nvPr/>
          </p:nvSpPr>
          <p:spPr bwMode="auto">
            <a:xfrm>
              <a:off x="610" y="3630"/>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0" name="Line 228">
              <a:extLst>
                <a:ext uri="{FF2B5EF4-FFF2-40B4-BE49-F238E27FC236}">
                  <a16:creationId xmlns:a16="http://schemas.microsoft.com/office/drawing/2014/main" id="{46A87759-06D5-77FD-E716-072AC061BA4F}"/>
                </a:ext>
              </a:extLst>
            </p:cNvPr>
            <p:cNvSpPr>
              <a:spLocks noChangeShapeType="1"/>
            </p:cNvSpPr>
            <p:nvPr/>
          </p:nvSpPr>
          <p:spPr bwMode="auto">
            <a:xfrm rot="5400000">
              <a:off x="605" y="3634"/>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2167" name="Text Box 222">
            <a:extLst>
              <a:ext uri="{FF2B5EF4-FFF2-40B4-BE49-F238E27FC236}">
                <a16:creationId xmlns:a16="http://schemas.microsoft.com/office/drawing/2014/main" id="{52472BFA-CE17-E50A-A630-82F7D7A7A291}"/>
              </a:ext>
            </a:extLst>
          </p:cNvPr>
          <p:cNvSpPr txBox="1">
            <a:spLocks noChangeArrowheads="1"/>
          </p:cNvSpPr>
          <p:nvPr/>
        </p:nvSpPr>
        <p:spPr bwMode="auto">
          <a:xfrm>
            <a:off x="0" y="3068638"/>
            <a:ext cx="8964613" cy="152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rIns="0" bIns="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r>
              <a:rPr lang="zh-CN" altLang="en-US" sz="2800">
                <a:latin typeface="黑体" panose="02010609060101010101" pitchFamily="49" charset="-122"/>
                <a:ea typeface="黑体" panose="02010609060101010101" pitchFamily="49" charset="-122"/>
              </a:rPr>
              <a:t>（</a:t>
            </a:r>
            <a:r>
              <a:rPr lang="en-US" altLang="zh-CN" sz="2800">
                <a:latin typeface="黑体" panose="02010609060101010101" pitchFamily="49" charset="-122"/>
                <a:ea typeface="黑体" panose="02010609060101010101" pitchFamily="49" charset="-122"/>
              </a:rPr>
              <a:t>4</a:t>
            </a:r>
            <a:r>
              <a:rPr lang="zh-CN" altLang="en-US" sz="2800">
                <a:latin typeface="黑体" panose="02010609060101010101" pitchFamily="49" charset="-122"/>
                <a:ea typeface="黑体" panose="02010609060101010101" pitchFamily="49" charset="-122"/>
              </a:rPr>
              <a:t>）</a:t>
            </a:r>
            <a:r>
              <a:rPr lang="en-US" altLang="zh-CN" sz="2800">
                <a:latin typeface="黑体" panose="02010609060101010101" pitchFamily="49" charset="-122"/>
                <a:ea typeface="黑体" panose="02010609060101010101" pitchFamily="49" charset="-122"/>
              </a:rPr>
              <a:t>. </a:t>
            </a:r>
            <a:r>
              <a:rPr lang="zh-CN" altLang="en-US" sz="2800">
                <a:latin typeface="黑体" panose="02010609060101010101" pitchFamily="49" charset="-122"/>
                <a:ea typeface="黑体" panose="02010609060101010101" pitchFamily="49" charset="-122"/>
              </a:rPr>
              <a:t>连成图线</a:t>
            </a:r>
            <a:r>
              <a:rPr lang="zh-CN" altLang="en-US" sz="2400">
                <a:latin typeface="黑体" panose="02010609060101010101" pitchFamily="49" charset="-122"/>
                <a:ea typeface="黑体" panose="02010609060101010101" pitchFamily="49" charset="-122"/>
              </a:rPr>
              <a:t>：</a:t>
            </a:r>
          </a:p>
          <a:p>
            <a:pPr>
              <a:spcBef>
                <a:spcPct val="0"/>
              </a:spcBef>
              <a:buClrTx/>
              <a:buSzTx/>
              <a:buFont typeface="Arial" panose="020B0604020202020204" pitchFamily="34" charset="0"/>
              <a:buNone/>
            </a:pPr>
            <a:r>
              <a:rPr lang="zh-CN" altLang="en-US" sz="2000">
                <a:latin typeface="Times New Roman" panose="02020603050405020304" pitchFamily="18" charset="0"/>
                <a:ea typeface="宋体" panose="02010600030101010101" pitchFamily="2" charset="-122"/>
              </a:rPr>
              <a:t>       </a:t>
            </a:r>
            <a:r>
              <a:rPr lang="zh-CN" altLang="en-US" sz="2400" b="0">
                <a:latin typeface="Times New Roman" panose="02020603050405020304" pitchFamily="18" charset="0"/>
                <a:ea typeface="楷体_GB2312"/>
              </a:rPr>
              <a:t>用直尺、曲线板等把点连成直线、光滑曲线。一般不强求直线或曲线通过每个实验点，只要求线的两旁实验点分布大体均匀且离图线较近。</a:t>
            </a:r>
            <a:r>
              <a:rPr lang="zh-CN" altLang="en-US" sz="2400" b="0">
                <a:solidFill>
                  <a:srgbClr val="FF0000"/>
                </a:solidFill>
                <a:latin typeface="Times New Roman" panose="02020603050405020304" pitchFamily="18" charset="0"/>
                <a:ea typeface="楷体_GB2312"/>
              </a:rPr>
              <a:t>用铅笔作图。</a:t>
            </a:r>
          </a:p>
        </p:txBody>
      </p:sp>
      <p:sp>
        <p:nvSpPr>
          <p:cNvPr id="103645" name="Text Box 221">
            <a:extLst>
              <a:ext uri="{FF2B5EF4-FFF2-40B4-BE49-F238E27FC236}">
                <a16:creationId xmlns:a16="http://schemas.microsoft.com/office/drawing/2014/main" id="{7E197F5B-36F0-045A-EF21-7EA32DFC2D8E}"/>
              </a:ext>
            </a:extLst>
          </p:cNvPr>
          <p:cNvSpPr txBox="1">
            <a:spLocks noChangeArrowheads="1"/>
          </p:cNvSpPr>
          <p:nvPr/>
        </p:nvSpPr>
        <p:spPr bwMode="auto">
          <a:xfrm>
            <a:off x="0" y="4797425"/>
            <a:ext cx="896461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rIns="0" bIns="4680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sz="2800">
                <a:latin typeface="黑体" panose="02010609060101010101" pitchFamily="49" charset="-122"/>
                <a:ea typeface="黑体" panose="02010609060101010101" pitchFamily="49" charset="-122"/>
              </a:rPr>
              <a:t>（</a:t>
            </a:r>
            <a:r>
              <a:rPr lang="en-US" altLang="zh-CN" sz="2800">
                <a:latin typeface="黑体" panose="02010609060101010101" pitchFamily="49" charset="-122"/>
                <a:ea typeface="黑体" panose="02010609060101010101" pitchFamily="49" charset="-122"/>
              </a:rPr>
              <a:t>5</a:t>
            </a:r>
            <a:r>
              <a:rPr lang="zh-CN" altLang="en-US" sz="2800">
                <a:latin typeface="黑体" panose="02010609060101010101" pitchFamily="49" charset="-122"/>
                <a:ea typeface="黑体" panose="02010609060101010101" pitchFamily="49" charset="-122"/>
              </a:rPr>
              <a:t>）</a:t>
            </a: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标出图名</a:t>
            </a:r>
            <a:r>
              <a:rPr lang="zh-CN" altLang="en-US" sz="2800">
                <a:latin typeface="Times New Roman" panose="02020603050405020304" pitchFamily="18" charset="0"/>
                <a:ea typeface="宋体" panose="02010600030101010101" pitchFamily="2" charset="-122"/>
              </a:rPr>
              <a:t>：</a:t>
            </a:r>
          </a:p>
          <a:p>
            <a:pPr>
              <a:lnSpc>
                <a:spcPct val="120000"/>
              </a:lnSpc>
              <a:spcBef>
                <a:spcPct val="50000"/>
              </a:spcBef>
              <a:buClrTx/>
              <a:buSzTx/>
              <a:buFont typeface="Arial" panose="020B0604020202020204" pitchFamily="34" charset="0"/>
              <a:buNone/>
            </a:pPr>
            <a:r>
              <a:rPr lang="zh-CN" altLang="en-US" sz="2000">
                <a:latin typeface="Times New Roman" panose="02020603050405020304" pitchFamily="18" charset="0"/>
                <a:ea typeface="宋体" panose="02010600030101010101" pitchFamily="2" charset="-122"/>
              </a:rPr>
              <a:t>       </a:t>
            </a:r>
            <a:r>
              <a:rPr lang="zh-CN" altLang="en-US" sz="2400" b="0">
                <a:latin typeface="Times New Roman" panose="02020603050405020304" pitchFamily="18" charset="0"/>
                <a:ea typeface="楷体_GB2312"/>
              </a:rPr>
              <a:t>在图线下方或空白位置写出图线的名称及某些必要的说明。</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nodeType="afterEffect">
                                  <p:stCondLst>
                                    <p:cond delay="0"/>
                                  </p:stCondLst>
                                  <p:childTnLst>
                                    <p:set>
                                      <p:cBhvr>
                                        <p:cTn id="6" dur="1" fill="hold">
                                          <p:stCondLst>
                                            <p:cond delay="0"/>
                                          </p:stCondLst>
                                        </p:cTn>
                                        <p:tgtEl>
                                          <p:spTgt spid="102403"/>
                                        </p:tgtEl>
                                        <p:attrNameLst>
                                          <p:attrName>style.visibility</p:attrName>
                                        </p:attrNameLst>
                                      </p:cBhvr>
                                      <p:to>
                                        <p:strVal val="visible"/>
                                      </p:to>
                                    </p:set>
                                    <p:animEffect transition="in" filter="box(out)">
                                      <p:cBhvr>
                                        <p:cTn id="7" dur="500"/>
                                        <p:tgtEl>
                                          <p:spTgt spid="1024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5" fill="hold" nodeType="clickEffect">
                                  <p:stCondLst>
                                    <p:cond delay="0"/>
                                  </p:stCondLst>
                                  <p:childTnLst>
                                    <p:set>
                                      <p:cBhvr>
                                        <p:cTn id="11" dur="1" fill="hold">
                                          <p:stCondLst>
                                            <p:cond delay="0"/>
                                          </p:stCondLst>
                                        </p:cTn>
                                        <p:tgtEl>
                                          <p:spTgt spid="103645"/>
                                        </p:tgtEl>
                                        <p:attrNameLst>
                                          <p:attrName>style.visibility</p:attrName>
                                        </p:attrNameLst>
                                      </p:cBhvr>
                                      <p:to>
                                        <p:strVal val="visible"/>
                                      </p:to>
                                    </p:set>
                                    <p:animEffect transition="in" filter="checkerboard(down)">
                                      <p:cBhvr>
                                        <p:cTn id="12" dur="500"/>
                                        <p:tgtEl>
                                          <p:spTgt spid="103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p:bldP spid="10364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39">
            <a:extLst>
              <a:ext uri="{FF2B5EF4-FFF2-40B4-BE49-F238E27FC236}">
                <a16:creationId xmlns:a16="http://schemas.microsoft.com/office/drawing/2014/main" id="{A8842F70-2EEF-0D28-2955-D2D02B3910F2}"/>
              </a:ext>
            </a:extLst>
          </p:cNvPr>
          <p:cNvSpPr>
            <a:spLocks noChangeArrowheads="1"/>
          </p:cNvSpPr>
          <p:nvPr/>
        </p:nvSpPr>
        <p:spPr bwMode="auto">
          <a:xfrm>
            <a:off x="250825" y="376238"/>
            <a:ext cx="8659813"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rIns="0" bIns="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r>
              <a:rPr lang="en-US" altLang="zh-CN" sz="2800">
                <a:solidFill>
                  <a:srgbClr val="FF0000"/>
                </a:solidFill>
                <a:latin typeface="Times New Roman" panose="02020603050405020304" pitchFamily="18" charset="0"/>
                <a:ea typeface="楷体_GB2312"/>
              </a:rPr>
              <a:t>2</a:t>
            </a:r>
            <a:r>
              <a:rPr lang="zh-CN" altLang="en-US" sz="2800">
                <a:solidFill>
                  <a:srgbClr val="FF0000"/>
                </a:solidFill>
                <a:latin typeface="Times New Roman" panose="02020603050405020304" pitchFamily="18" charset="0"/>
                <a:ea typeface="楷体_GB2312"/>
              </a:rPr>
              <a:t>，图解法：</a:t>
            </a:r>
            <a:r>
              <a:rPr lang="zh-CN" altLang="en-US" sz="2800">
                <a:latin typeface="Times New Roman" panose="02020603050405020304" pitchFamily="18" charset="0"/>
                <a:ea typeface="楷体_GB2312"/>
              </a:rPr>
              <a:t>是根据实验数据所做的曲线，用解析法找</a:t>
            </a:r>
          </a:p>
          <a:p>
            <a:r>
              <a:rPr lang="zh-CN" altLang="en-US" sz="2800">
                <a:latin typeface="Times New Roman" panose="02020603050405020304" pitchFamily="18" charset="0"/>
                <a:ea typeface="楷体_GB2312"/>
              </a:rPr>
              <a:t>出相应的函数形式，并求出其函数的参数，得出具体</a:t>
            </a:r>
          </a:p>
          <a:p>
            <a:r>
              <a:rPr lang="zh-CN" altLang="en-US" sz="2800">
                <a:latin typeface="Times New Roman" panose="02020603050405020304" pitchFamily="18" charset="0"/>
                <a:ea typeface="楷体_GB2312"/>
              </a:rPr>
              <a:t>的解析式。</a:t>
            </a:r>
            <a:r>
              <a:rPr lang="zh-CN" altLang="en-US" sz="2800" b="0">
                <a:latin typeface="Times New Roman" panose="02020603050405020304" pitchFamily="18" charset="0"/>
                <a:ea typeface="楷体_GB2312"/>
              </a:rPr>
              <a:t>若</a:t>
            </a:r>
            <a:r>
              <a:rPr lang="zh-CN" altLang="zh-CN" sz="2800" b="0">
                <a:latin typeface="Times New Roman" panose="02020603050405020304" pitchFamily="18" charset="0"/>
                <a:ea typeface="楷体_GB2312"/>
              </a:rPr>
              <a:t>x </a:t>
            </a:r>
            <a:r>
              <a:rPr lang="zh-CN" altLang="en-US" sz="2800" b="0">
                <a:latin typeface="Times New Roman" panose="02020603050405020304" pitchFamily="18" charset="0"/>
                <a:ea typeface="楷体_GB2312"/>
              </a:rPr>
              <a:t>、</a:t>
            </a:r>
            <a:r>
              <a:rPr lang="zh-CN" altLang="zh-CN" sz="2800" b="0">
                <a:latin typeface="Times New Roman" panose="02020603050405020304" pitchFamily="18" charset="0"/>
                <a:ea typeface="楷体_GB2312"/>
              </a:rPr>
              <a:t>y</a:t>
            </a:r>
            <a:r>
              <a:rPr lang="zh-CN" altLang="en-US" sz="2800" b="0">
                <a:latin typeface="Times New Roman" panose="02020603050405020304" pitchFamily="18" charset="0"/>
                <a:ea typeface="楷体_GB2312"/>
              </a:rPr>
              <a:t>之间为线性关系，可从图中得到截</a:t>
            </a:r>
          </a:p>
          <a:p>
            <a:r>
              <a:rPr lang="zh-CN" altLang="en-US" sz="2800" b="0">
                <a:latin typeface="Times New Roman" panose="02020603050405020304" pitchFamily="18" charset="0"/>
                <a:ea typeface="楷体_GB2312"/>
              </a:rPr>
              <a:t>距b和斜率   ，从而可求得函数：                      。</a:t>
            </a:r>
          </a:p>
        </p:txBody>
      </p:sp>
      <p:sp>
        <p:nvSpPr>
          <p:cNvPr id="93187" name="Text Box 241">
            <a:extLst>
              <a:ext uri="{FF2B5EF4-FFF2-40B4-BE49-F238E27FC236}">
                <a16:creationId xmlns:a16="http://schemas.microsoft.com/office/drawing/2014/main" id="{4616CD1F-EDC0-5256-92C8-AD9961A26616}"/>
              </a:ext>
            </a:extLst>
          </p:cNvPr>
          <p:cNvSpPr txBox="1">
            <a:spLocks noChangeArrowheads="1"/>
          </p:cNvSpPr>
          <p:nvPr/>
        </p:nvSpPr>
        <p:spPr bwMode="auto">
          <a:xfrm>
            <a:off x="179388" y="2420938"/>
            <a:ext cx="8964612" cy="641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rIns="0" bIns="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sz="2800">
                <a:latin typeface="Times New Roman" panose="02020603050405020304" pitchFamily="18" charset="0"/>
                <a:ea typeface="楷体_GB2312"/>
              </a:rPr>
              <a:t>（</a:t>
            </a:r>
            <a:r>
              <a:rPr lang="en-US" altLang="zh-CN" sz="2800">
                <a:latin typeface="Times New Roman" panose="02020603050405020304" pitchFamily="18" charset="0"/>
                <a:ea typeface="楷体_GB2312"/>
              </a:rPr>
              <a:t>1</a:t>
            </a:r>
            <a:r>
              <a:rPr lang="zh-CN" altLang="en-US" sz="2800">
                <a:latin typeface="Times New Roman" panose="02020603050405020304" pitchFamily="18" charset="0"/>
                <a:ea typeface="楷体_GB2312"/>
              </a:rPr>
              <a:t>）取点</a:t>
            </a:r>
          </a:p>
          <a:p>
            <a:pPr>
              <a:spcBef>
                <a:spcPct val="50000"/>
              </a:spcBef>
              <a:buClrTx/>
              <a:buSzTx/>
              <a:buFont typeface="Arial" panose="020B0604020202020204" pitchFamily="34" charset="0"/>
              <a:buNone/>
            </a:pPr>
            <a:r>
              <a:rPr lang="zh-CN" altLang="en-US" sz="2800" b="0">
                <a:latin typeface="Times New Roman" panose="02020603050405020304" pitchFamily="18" charset="0"/>
                <a:ea typeface="楷体_GB2312"/>
              </a:rPr>
              <a:t>在直线上任意两点（</a:t>
            </a:r>
            <a:r>
              <a:rPr lang="en-US" altLang="zh-CN" sz="2800" b="0">
                <a:latin typeface="Times New Roman" panose="02020603050405020304" pitchFamily="18" charset="0"/>
                <a:ea typeface="楷体_GB2312"/>
              </a:rPr>
              <a:t>x</a:t>
            </a:r>
            <a:r>
              <a:rPr lang="en-US" altLang="zh-CN" sz="2800" b="0" baseline="-25000">
                <a:latin typeface="Times New Roman" panose="02020603050405020304" pitchFamily="18" charset="0"/>
                <a:ea typeface="楷体_GB2312"/>
              </a:rPr>
              <a:t>1</a:t>
            </a:r>
            <a:r>
              <a:rPr lang="en-US" altLang="zh-CN" sz="2800" b="0">
                <a:latin typeface="Times New Roman" panose="02020603050405020304" pitchFamily="18" charset="0"/>
                <a:ea typeface="楷体_GB2312"/>
              </a:rPr>
              <a:t>,y</a:t>
            </a:r>
            <a:r>
              <a:rPr lang="en-US" altLang="zh-CN" sz="2800" b="0" baseline="-25000">
                <a:latin typeface="Times New Roman" panose="02020603050405020304" pitchFamily="18" charset="0"/>
                <a:ea typeface="楷体_GB2312"/>
              </a:rPr>
              <a:t>1</a:t>
            </a:r>
            <a:r>
              <a:rPr lang="en-US" altLang="zh-CN" sz="2800" b="0">
                <a:latin typeface="Times New Roman" panose="02020603050405020304" pitchFamily="18" charset="0"/>
                <a:ea typeface="楷体_GB2312"/>
              </a:rPr>
              <a:t>), (x</a:t>
            </a:r>
            <a:r>
              <a:rPr lang="en-US" altLang="zh-CN" sz="2800" b="0" baseline="-25000">
                <a:latin typeface="Times New Roman" panose="02020603050405020304" pitchFamily="18" charset="0"/>
                <a:ea typeface="楷体_GB2312"/>
              </a:rPr>
              <a:t>2</a:t>
            </a:r>
            <a:r>
              <a:rPr lang="en-US" altLang="zh-CN" sz="2800" b="0">
                <a:latin typeface="Times New Roman" panose="02020603050405020304" pitchFamily="18" charset="0"/>
                <a:ea typeface="楷体_GB2312"/>
              </a:rPr>
              <a:t>,y</a:t>
            </a:r>
            <a:r>
              <a:rPr lang="en-US" altLang="zh-CN" sz="2800" b="0" baseline="-25000">
                <a:latin typeface="Times New Roman" panose="02020603050405020304" pitchFamily="18" charset="0"/>
                <a:ea typeface="楷体_GB2312"/>
              </a:rPr>
              <a:t>2</a:t>
            </a:r>
            <a:r>
              <a:rPr lang="en-US" altLang="zh-CN" sz="2800" b="0">
                <a:latin typeface="Times New Roman" panose="02020603050405020304" pitchFamily="18" charset="0"/>
                <a:ea typeface="楷体_GB2312"/>
              </a:rPr>
              <a:t>),</a:t>
            </a:r>
            <a:r>
              <a:rPr lang="zh-CN" altLang="en-US" sz="2800" b="0">
                <a:latin typeface="Times New Roman" panose="02020603050405020304" pitchFamily="18" charset="0"/>
                <a:ea typeface="楷体_GB2312"/>
              </a:rPr>
              <a:t>其坐标准值最好是整数值，一般不取原实验点，所取两点尽量分开些，以减小误差。</a:t>
            </a:r>
          </a:p>
          <a:p>
            <a:pPr>
              <a:spcBef>
                <a:spcPct val="50000"/>
              </a:spcBef>
              <a:buClrTx/>
              <a:buSzTx/>
              <a:buFont typeface="Arial" panose="020B0604020202020204" pitchFamily="34" charset="0"/>
              <a:buNone/>
            </a:pPr>
            <a:r>
              <a:rPr lang="zh-CN" altLang="en-US" sz="2800">
                <a:latin typeface="Times New Roman" panose="02020603050405020304" pitchFamily="18" charset="0"/>
                <a:ea typeface="楷体_GB2312"/>
              </a:rPr>
              <a:t>（</a:t>
            </a:r>
            <a:r>
              <a:rPr lang="en-US" altLang="zh-CN" sz="2800">
                <a:latin typeface="Times New Roman" panose="02020603050405020304" pitchFamily="18" charset="0"/>
                <a:ea typeface="楷体_GB2312"/>
              </a:rPr>
              <a:t>2</a:t>
            </a:r>
            <a:r>
              <a:rPr lang="zh-CN" altLang="en-US" sz="2800">
                <a:latin typeface="Times New Roman" panose="02020603050405020304" pitchFamily="18" charset="0"/>
                <a:ea typeface="楷体_GB2312"/>
              </a:rPr>
              <a:t>）求斜率</a:t>
            </a:r>
          </a:p>
          <a:p>
            <a:pPr>
              <a:spcBef>
                <a:spcPct val="50000"/>
              </a:spcBef>
              <a:buClrTx/>
              <a:buSzTx/>
              <a:buFont typeface="Arial" panose="020B0604020202020204" pitchFamily="34" charset="0"/>
              <a:buNone/>
            </a:pPr>
            <a:endParaRPr lang="zh-CN" altLang="en-US" sz="2800" b="0">
              <a:latin typeface="Times New Roman" panose="02020603050405020304" pitchFamily="18" charset="0"/>
              <a:ea typeface="楷体_GB2312"/>
            </a:endParaRPr>
          </a:p>
          <a:p>
            <a:pPr>
              <a:spcBef>
                <a:spcPct val="50000"/>
              </a:spcBef>
              <a:buClrTx/>
              <a:buSzTx/>
              <a:buFont typeface="Arial" panose="020B0604020202020204" pitchFamily="34" charset="0"/>
              <a:buNone/>
            </a:pPr>
            <a:r>
              <a:rPr lang="zh-CN" altLang="en-US" sz="2800">
                <a:latin typeface="Times New Roman" panose="02020603050405020304" pitchFamily="18" charset="0"/>
                <a:ea typeface="楷体_GB2312"/>
              </a:rPr>
              <a:t>（</a:t>
            </a:r>
            <a:r>
              <a:rPr lang="en-US" altLang="zh-CN" sz="2800">
                <a:latin typeface="Times New Roman" panose="02020603050405020304" pitchFamily="18" charset="0"/>
                <a:ea typeface="楷体_GB2312"/>
              </a:rPr>
              <a:t>3</a:t>
            </a:r>
            <a:r>
              <a:rPr lang="zh-CN" altLang="en-US" sz="2800">
                <a:latin typeface="Times New Roman" panose="02020603050405020304" pitchFamily="18" charset="0"/>
                <a:ea typeface="楷体_GB2312"/>
              </a:rPr>
              <a:t>）求截距                                         </a:t>
            </a:r>
            <a:r>
              <a:rPr lang="zh-CN" altLang="en-US" sz="2800" b="0">
                <a:latin typeface="Times New Roman" panose="02020603050405020304" pitchFamily="18" charset="0"/>
                <a:ea typeface="楷体_GB2312"/>
              </a:rPr>
              <a:t>具体例子看书上</a:t>
            </a:r>
            <a:r>
              <a:rPr lang="en-US" altLang="zh-CN" sz="2800" b="0">
                <a:latin typeface="Times New Roman" panose="02020603050405020304" pitchFamily="18" charset="0"/>
                <a:ea typeface="楷体_GB2312"/>
              </a:rPr>
              <a:t>P72</a:t>
            </a:r>
          </a:p>
          <a:p>
            <a:pPr>
              <a:spcBef>
                <a:spcPct val="50000"/>
              </a:spcBef>
              <a:buClrTx/>
              <a:buSzTx/>
              <a:buFont typeface="Arial" panose="020B0604020202020204" pitchFamily="34" charset="0"/>
              <a:buNone/>
            </a:pPr>
            <a:endParaRPr lang="zh-CN" altLang="en-US" sz="2800" b="0">
              <a:latin typeface="Times New Roman" panose="02020603050405020304" pitchFamily="18" charset="0"/>
              <a:ea typeface="楷体_GB2312"/>
            </a:endParaRPr>
          </a:p>
          <a:p>
            <a:pPr>
              <a:spcBef>
                <a:spcPct val="50000"/>
              </a:spcBef>
              <a:buClrTx/>
              <a:buSzTx/>
              <a:buFont typeface="Arial" panose="020B0604020202020204" pitchFamily="34" charset="0"/>
              <a:buNone/>
            </a:pPr>
            <a:endParaRPr lang="en-US" altLang="zh-CN" sz="2800" b="0">
              <a:latin typeface="Times New Roman" panose="02020603050405020304" pitchFamily="18" charset="0"/>
              <a:ea typeface="楷体_GB2312"/>
            </a:endParaRPr>
          </a:p>
          <a:p>
            <a:pPr>
              <a:spcBef>
                <a:spcPct val="50000"/>
              </a:spcBef>
              <a:buClrTx/>
              <a:buSzTx/>
              <a:buFont typeface="Arial" panose="020B0604020202020204" pitchFamily="34" charset="0"/>
              <a:buNone/>
            </a:pPr>
            <a:endParaRPr lang="en-US" altLang="zh-CN" sz="2800" b="0">
              <a:latin typeface="Times New Roman" panose="02020603050405020304" pitchFamily="18" charset="0"/>
              <a:ea typeface="楷体_GB2312"/>
            </a:endParaRPr>
          </a:p>
          <a:p>
            <a:pPr>
              <a:spcBef>
                <a:spcPct val="50000"/>
              </a:spcBef>
              <a:buClrTx/>
              <a:buSzTx/>
              <a:buFont typeface="Arial" panose="020B0604020202020204" pitchFamily="34" charset="0"/>
              <a:buNone/>
            </a:pPr>
            <a:endParaRPr lang="en-US" altLang="zh-CN" sz="2800" b="0">
              <a:latin typeface="Times New Roman" panose="02020603050405020304" pitchFamily="18" charset="0"/>
              <a:ea typeface="楷体_GB2312"/>
            </a:endParaRPr>
          </a:p>
        </p:txBody>
      </p:sp>
      <p:graphicFrame>
        <p:nvGraphicFramePr>
          <p:cNvPr id="93188" name="Object 242">
            <a:extLst>
              <a:ext uri="{FF2B5EF4-FFF2-40B4-BE49-F238E27FC236}">
                <a16:creationId xmlns:a16="http://schemas.microsoft.com/office/drawing/2014/main" id="{F8012678-F6A9-0461-2590-B520CCDCBD02}"/>
              </a:ext>
            </a:extLst>
          </p:cNvPr>
          <p:cNvGraphicFramePr>
            <a:graphicFrameLocks noChangeAspect="1"/>
          </p:cNvGraphicFramePr>
          <p:nvPr/>
        </p:nvGraphicFramePr>
        <p:xfrm>
          <a:off x="4508500" y="3340100"/>
          <a:ext cx="127000" cy="177800"/>
        </p:xfrm>
        <a:graphic>
          <a:graphicData uri="http://schemas.openxmlformats.org/presentationml/2006/ole">
            <mc:AlternateContent xmlns:mc="http://schemas.openxmlformats.org/markup-compatibility/2006">
              <mc:Choice xmlns:v="urn:schemas-microsoft-com:vml" Requires="v">
                <p:oleObj r:id="rId2" imgW="126725" imgH="177415" progId="">
                  <p:embed/>
                </p:oleObj>
              </mc:Choice>
              <mc:Fallback>
                <p:oleObj r:id="rId2" imgW="126725" imgH="177415" progId="">
                  <p:embed/>
                  <p:pic>
                    <p:nvPicPr>
                      <p:cNvPr id="0" name="Object 2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8500" y="3340100"/>
                        <a:ext cx="127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89" name="Object 243">
            <a:extLst>
              <a:ext uri="{FF2B5EF4-FFF2-40B4-BE49-F238E27FC236}">
                <a16:creationId xmlns:a16="http://schemas.microsoft.com/office/drawing/2014/main" id="{13E4589E-AFE6-3F9D-4DBF-FED48064462E}"/>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4" imgW="114151" imgH="215619" progId="">
                  <p:embed/>
                </p:oleObj>
              </mc:Choice>
              <mc:Fallback>
                <p:oleObj r:id="rId4" imgW="114151" imgH="215619" progId="">
                  <p:embed/>
                  <p:pic>
                    <p:nvPicPr>
                      <p:cNvPr id="0" name="Object 2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0" name="Object 244">
            <a:extLst>
              <a:ext uri="{FF2B5EF4-FFF2-40B4-BE49-F238E27FC236}">
                <a16:creationId xmlns:a16="http://schemas.microsoft.com/office/drawing/2014/main" id="{F176AA84-1CF9-C975-4332-FD33E76E908C}"/>
              </a:ext>
            </a:extLst>
          </p:cNvPr>
          <p:cNvGraphicFramePr>
            <a:graphicFrameLocks noChangeAspect="1"/>
          </p:cNvGraphicFramePr>
          <p:nvPr/>
        </p:nvGraphicFramePr>
        <p:xfrm>
          <a:off x="2268538" y="4221163"/>
          <a:ext cx="2019300" cy="1225550"/>
        </p:xfrm>
        <a:graphic>
          <a:graphicData uri="http://schemas.openxmlformats.org/presentationml/2006/ole">
            <mc:AlternateContent xmlns:mc="http://schemas.openxmlformats.org/markup-compatibility/2006">
              <mc:Choice xmlns:v="urn:schemas-microsoft-com:vml" Requires="v">
                <p:oleObj r:id="rId6" imgW="710891" imgH="431613" progId="">
                  <p:embed/>
                </p:oleObj>
              </mc:Choice>
              <mc:Fallback>
                <p:oleObj r:id="rId6" imgW="710891" imgH="431613" progId="">
                  <p:embed/>
                  <p:pic>
                    <p:nvPicPr>
                      <p:cNvPr id="0" name="Object 2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4221163"/>
                        <a:ext cx="201930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1" name="Object 246">
            <a:extLst>
              <a:ext uri="{FF2B5EF4-FFF2-40B4-BE49-F238E27FC236}">
                <a16:creationId xmlns:a16="http://schemas.microsoft.com/office/drawing/2014/main" id="{4C15812D-2105-16C8-828F-3A9722138755}"/>
              </a:ext>
            </a:extLst>
          </p:cNvPr>
          <p:cNvGraphicFramePr>
            <a:graphicFrameLocks noChangeAspect="1"/>
          </p:cNvGraphicFramePr>
          <p:nvPr/>
        </p:nvGraphicFramePr>
        <p:xfrm>
          <a:off x="2268538" y="5589588"/>
          <a:ext cx="2663825" cy="1057275"/>
        </p:xfrm>
        <a:graphic>
          <a:graphicData uri="http://schemas.openxmlformats.org/presentationml/2006/ole">
            <mc:AlternateContent xmlns:mc="http://schemas.openxmlformats.org/markup-compatibility/2006">
              <mc:Choice xmlns:v="urn:schemas-microsoft-com:vml" Requires="v">
                <p:oleObj r:id="rId8" imgW="952087" imgH="431613" progId="">
                  <p:embed/>
                </p:oleObj>
              </mc:Choice>
              <mc:Fallback>
                <p:oleObj r:id="rId8" imgW="952087" imgH="431613" progId="">
                  <p:embed/>
                  <p:pic>
                    <p:nvPicPr>
                      <p:cNvPr id="0" name="Object 2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5589588"/>
                        <a:ext cx="266382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2" name="Object 248">
            <a:extLst>
              <a:ext uri="{FF2B5EF4-FFF2-40B4-BE49-F238E27FC236}">
                <a16:creationId xmlns:a16="http://schemas.microsoft.com/office/drawing/2014/main" id="{1D72F255-3632-AE41-3A73-FAEF9CC7BFB0}"/>
              </a:ext>
            </a:extLst>
          </p:cNvPr>
          <p:cNvGraphicFramePr>
            <a:graphicFrameLocks noChangeAspect="1"/>
          </p:cNvGraphicFramePr>
          <p:nvPr/>
        </p:nvGraphicFramePr>
        <p:xfrm>
          <a:off x="4508500" y="3340100"/>
          <a:ext cx="127000" cy="177800"/>
        </p:xfrm>
        <a:graphic>
          <a:graphicData uri="http://schemas.openxmlformats.org/presentationml/2006/ole">
            <mc:AlternateContent xmlns:mc="http://schemas.openxmlformats.org/markup-compatibility/2006">
              <mc:Choice xmlns:v="urn:schemas-microsoft-com:vml" Requires="v">
                <p:oleObj r:id="rId10" imgW="126725" imgH="177415" progId="">
                  <p:embed/>
                </p:oleObj>
              </mc:Choice>
              <mc:Fallback>
                <p:oleObj r:id="rId10" imgW="126725" imgH="177415" progId="">
                  <p:embed/>
                  <p:pic>
                    <p:nvPicPr>
                      <p:cNvPr id="0" name="Object 24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08500" y="3340100"/>
                        <a:ext cx="127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3" name="Object 249">
            <a:extLst>
              <a:ext uri="{FF2B5EF4-FFF2-40B4-BE49-F238E27FC236}">
                <a16:creationId xmlns:a16="http://schemas.microsoft.com/office/drawing/2014/main" id="{95608582-7E45-A1AE-9F44-F5900F2B36A4}"/>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12" imgW="114151" imgH="215619" progId="">
                  <p:embed/>
                </p:oleObj>
              </mc:Choice>
              <mc:Fallback>
                <p:oleObj r:id="rId12" imgW="114151" imgH="215619" progId="">
                  <p:embed/>
                  <p:pic>
                    <p:nvPicPr>
                      <p:cNvPr id="0" name="Object 2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4" name="Object 250">
            <a:extLst>
              <a:ext uri="{FF2B5EF4-FFF2-40B4-BE49-F238E27FC236}">
                <a16:creationId xmlns:a16="http://schemas.microsoft.com/office/drawing/2014/main" id="{B30F02E8-0EC4-D346-6087-5F8344AEC245}"/>
              </a:ext>
            </a:extLst>
          </p:cNvPr>
          <p:cNvGraphicFramePr>
            <a:graphicFrameLocks noChangeAspect="1"/>
          </p:cNvGraphicFramePr>
          <p:nvPr/>
        </p:nvGraphicFramePr>
        <p:xfrm>
          <a:off x="2051050" y="1844675"/>
          <a:ext cx="411163" cy="576263"/>
        </p:xfrm>
        <a:graphic>
          <a:graphicData uri="http://schemas.openxmlformats.org/presentationml/2006/ole">
            <mc:AlternateContent xmlns:mc="http://schemas.openxmlformats.org/markup-compatibility/2006">
              <mc:Choice xmlns:v="urn:schemas-microsoft-com:vml" Requires="v">
                <p:oleObj r:id="rId13" imgW="126725" imgH="177415" progId="">
                  <p:embed/>
                </p:oleObj>
              </mc:Choice>
              <mc:Fallback>
                <p:oleObj r:id="rId13" imgW="126725" imgH="177415" progId="">
                  <p:embed/>
                  <p:pic>
                    <p:nvPicPr>
                      <p:cNvPr id="0" name="Object 25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51050" y="1844675"/>
                        <a:ext cx="4111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5" name="Object 251">
            <a:extLst>
              <a:ext uri="{FF2B5EF4-FFF2-40B4-BE49-F238E27FC236}">
                <a16:creationId xmlns:a16="http://schemas.microsoft.com/office/drawing/2014/main" id="{BFE5E4DF-C3DF-71E0-0AF2-6F82871A58B1}"/>
              </a:ext>
            </a:extLst>
          </p:cNvPr>
          <p:cNvGraphicFramePr>
            <a:graphicFrameLocks noChangeAspect="1"/>
          </p:cNvGraphicFramePr>
          <p:nvPr/>
        </p:nvGraphicFramePr>
        <p:xfrm>
          <a:off x="5219700" y="1773238"/>
          <a:ext cx="2016125" cy="646112"/>
        </p:xfrm>
        <a:graphic>
          <a:graphicData uri="http://schemas.openxmlformats.org/presentationml/2006/ole">
            <mc:AlternateContent xmlns:mc="http://schemas.openxmlformats.org/markup-compatibility/2006">
              <mc:Choice xmlns:v="urn:schemas-microsoft-com:vml" Requires="v">
                <p:oleObj r:id="rId15" imgW="634725" imgH="203112" progId="">
                  <p:embed/>
                </p:oleObj>
              </mc:Choice>
              <mc:Fallback>
                <p:oleObj r:id="rId15" imgW="634725" imgH="203112" progId="">
                  <p:embed/>
                  <p:pic>
                    <p:nvPicPr>
                      <p:cNvPr id="0" name="Object 2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19700" y="1773238"/>
                        <a:ext cx="2016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a:extLst>
              <a:ext uri="{FF2B5EF4-FFF2-40B4-BE49-F238E27FC236}">
                <a16:creationId xmlns:a16="http://schemas.microsoft.com/office/drawing/2014/main" id="{C3603CF2-4877-0051-1A9C-F70A6CB08474}"/>
              </a:ext>
            </a:extLst>
          </p:cNvPr>
          <p:cNvSpPr txBox="1">
            <a:spLocks noChangeArrowheads="1"/>
          </p:cNvSpPr>
          <p:nvPr/>
        </p:nvSpPr>
        <p:spPr bwMode="auto">
          <a:xfrm>
            <a:off x="203200" y="447675"/>
            <a:ext cx="8736013"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r>
              <a:rPr lang="zh-CN" altLang="en-US" sz="4000">
                <a:solidFill>
                  <a:srgbClr val="0000FF"/>
                </a:solidFill>
                <a:latin typeface="Times New Roman" panose="02020603050405020304" pitchFamily="18" charset="0"/>
                <a:ea typeface="楷体_GB2312"/>
              </a:rPr>
              <a:t>图解法</a:t>
            </a:r>
            <a:r>
              <a:rPr lang="zh-CN" altLang="en-US" sz="4000">
                <a:solidFill>
                  <a:srgbClr val="0000FF"/>
                </a:solidFill>
                <a:latin typeface="Times New Roman" panose="02020603050405020304" pitchFamily="18" charset="0"/>
                <a:ea typeface="楷体_GB2312"/>
                <a:sym typeface="+mn-ea"/>
              </a:rPr>
              <a:t>要求</a:t>
            </a:r>
            <a:r>
              <a:rPr lang="zh-CN" altLang="en-US" sz="2800">
                <a:solidFill>
                  <a:srgbClr val="0000FF"/>
                </a:solidFill>
                <a:latin typeface="Times New Roman" panose="02020603050405020304" pitchFamily="18" charset="0"/>
                <a:ea typeface="楷体_GB2312"/>
              </a:rPr>
              <a:t>：</a:t>
            </a:r>
          </a:p>
          <a:p>
            <a:pPr eaLnBrk="1" hangingPunct="1">
              <a:spcBef>
                <a:spcPct val="0"/>
              </a:spcBef>
              <a:buClrTx/>
              <a:buSzTx/>
              <a:buFont typeface="Arial" panose="020B0604020202020204" pitchFamily="34" charset="0"/>
              <a:buNone/>
            </a:pPr>
            <a:r>
              <a:rPr lang="zh-CN" altLang="zh-CN" sz="2800">
                <a:latin typeface="Times New Roman" panose="02020603050405020304" pitchFamily="18" charset="0"/>
                <a:ea typeface="楷体_GB2312"/>
              </a:rPr>
              <a:t>     </a:t>
            </a:r>
            <a:endParaRPr lang="zh-CN" altLang="en-US" sz="2800">
              <a:latin typeface="Times New Roman" panose="02020603050405020304" pitchFamily="18" charset="0"/>
              <a:ea typeface="楷体_GB2312"/>
            </a:endParaRPr>
          </a:p>
          <a:p>
            <a:pPr eaLnBrk="1" hangingPunct="1">
              <a:spcBef>
                <a:spcPct val="0"/>
              </a:spcBef>
              <a:buClrTx/>
              <a:buSzTx/>
              <a:buFont typeface="Arial" panose="020B0604020202020204" pitchFamily="34" charset="0"/>
              <a:buNone/>
            </a:pPr>
            <a:r>
              <a:rPr lang="zh-CN" altLang="zh-CN" sz="2800">
                <a:latin typeface="Times New Roman" panose="02020603050405020304" pitchFamily="18" charset="0"/>
                <a:ea typeface="楷体_GB2312"/>
              </a:rPr>
              <a:t>A</a:t>
            </a:r>
            <a:r>
              <a:rPr lang="zh-CN" altLang="en-US" sz="2800">
                <a:latin typeface="Times New Roman" panose="02020603050405020304" pitchFamily="18" charset="0"/>
                <a:ea typeface="楷体_GB2312"/>
              </a:rPr>
              <a:t>、用坐标纸作图，坐标纸至少为</a:t>
            </a:r>
            <a:r>
              <a:rPr lang="zh-CN" altLang="zh-CN" sz="2800">
                <a:latin typeface="Times New Roman" panose="02020603050405020304" pitchFamily="18" charset="0"/>
                <a:ea typeface="楷体_GB2312"/>
              </a:rPr>
              <a:t>10cm×10cm</a:t>
            </a:r>
            <a:r>
              <a:rPr lang="zh-CN" altLang="zh-CN" sz="2800">
                <a:solidFill>
                  <a:srgbClr val="FF0000"/>
                </a:solidFill>
                <a:latin typeface="Times New Roman" panose="02020603050405020304" pitchFamily="18" charset="0"/>
                <a:ea typeface="楷体_GB2312"/>
              </a:rPr>
              <a:t> </a:t>
            </a:r>
            <a:r>
              <a:rPr lang="zh-CN" altLang="zh-CN" sz="2800">
                <a:latin typeface="Times New Roman" panose="02020603050405020304" pitchFamily="18" charset="0"/>
                <a:ea typeface="楷体_GB2312"/>
              </a:rPr>
              <a:t> </a:t>
            </a:r>
            <a:r>
              <a:rPr lang="zh-CN" altLang="en-US" sz="2800">
                <a:latin typeface="Times New Roman" panose="02020603050405020304" pitchFamily="18" charset="0"/>
                <a:ea typeface="楷体_GB2312"/>
              </a:rPr>
              <a:t>。</a:t>
            </a:r>
          </a:p>
          <a:p>
            <a:pPr eaLnBrk="1" hangingPunct="1">
              <a:spcBef>
                <a:spcPct val="0"/>
              </a:spcBef>
              <a:buClrTx/>
              <a:buSzTx/>
              <a:buFont typeface="Arial" panose="020B0604020202020204" pitchFamily="34" charset="0"/>
              <a:buNone/>
            </a:pPr>
            <a:r>
              <a:rPr lang="zh-CN" altLang="zh-CN" sz="2800">
                <a:latin typeface="Times New Roman" panose="02020603050405020304" pitchFamily="18" charset="0"/>
                <a:ea typeface="楷体_GB2312"/>
              </a:rPr>
              <a:t>B</a:t>
            </a:r>
            <a:r>
              <a:rPr lang="zh-CN" altLang="en-US" sz="2800">
                <a:latin typeface="Times New Roman" panose="02020603050405020304" pitchFamily="18" charset="0"/>
                <a:ea typeface="楷体_GB2312"/>
              </a:rPr>
              <a:t>、建立坐标系，纵横轴坐标都可以</a:t>
            </a:r>
            <a:r>
              <a:rPr lang="zh-CN" altLang="en-US" sz="2800">
                <a:solidFill>
                  <a:srgbClr val="FF0000"/>
                </a:solidFill>
                <a:latin typeface="Times New Roman" panose="02020603050405020304" pitchFamily="18" charset="0"/>
                <a:ea typeface="楷体_GB2312"/>
              </a:rPr>
              <a:t>不从原点起</a:t>
            </a:r>
            <a:r>
              <a:rPr lang="zh-CN" altLang="en-US" sz="2800">
                <a:latin typeface="Times New Roman" panose="02020603050405020304" pitchFamily="18" charset="0"/>
                <a:ea typeface="楷体_GB2312"/>
              </a:rPr>
              <a:t>。</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　   用</a:t>
            </a:r>
            <a:r>
              <a:rPr lang="zh-CN" altLang="en-US" sz="2800">
                <a:solidFill>
                  <a:srgbClr val="FF0000"/>
                </a:solidFill>
                <a:latin typeface="Times New Roman" panose="02020603050405020304" pitchFamily="18" charset="0"/>
                <a:ea typeface="楷体_GB2312"/>
              </a:rPr>
              <a:t>有效数字</a:t>
            </a:r>
            <a:r>
              <a:rPr lang="zh-CN" altLang="en-US" sz="2800">
                <a:latin typeface="Times New Roman" panose="02020603050405020304" pitchFamily="18" charset="0"/>
                <a:ea typeface="楷体_GB2312"/>
              </a:rPr>
              <a:t>标出单位长度，</a:t>
            </a:r>
            <a:r>
              <a:rPr lang="zh-CN" altLang="en-US" sz="2800">
                <a:latin typeface="楷体_GB2312"/>
                <a:ea typeface="楷体_GB2312"/>
              </a:rPr>
              <a:t>并标出图名。</a:t>
            </a:r>
            <a:r>
              <a:rPr lang="zh-CN" altLang="en-US" sz="2800">
                <a:solidFill>
                  <a:schemeClr val="accent2"/>
                </a:solidFill>
                <a:latin typeface="楷体_GB2312"/>
                <a:ea typeface="楷体_GB2312"/>
              </a:rPr>
              <a:t> </a:t>
            </a:r>
            <a:r>
              <a:rPr lang="zh-CN" altLang="en-US" sz="2800">
                <a:latin typeface="楷体_GB2312"/>
                <a:ea typeface="楷体_GB2312"/>
              </a:rPr>
              <a:t>　　　 </a:t>
            </a:r>
            <a:r>
              <a:rPr lang="zh-CN" altLang="zh-CN" sz="2800">
                <a:latin typeface="Times New Roman" panose="02020603050405020304" pitchFamily="18" charset="0"/>
                <a:ea typeface="楷体_GB2312"/>
              </a:rPr>
              <a:t>C</a:t>
            </a:r>
            <a:r>
              <a:rPr lang="zh-CN" altLang="en-US" sz="2800">
                <a:latin typeface="Times New Roman" panose="02020603050405020304" pitchFamily="18" charset="0"/>
                <a:ea typeface="楷体_GB2312"/>
              </a:rPr>
              <a:t>、将实验数据点标在坐标纸上，并连成一光滑曲</a:t>
            </a:r>
          </a:p>
          <a:p>
            <a:pPr eaLnBrk="1" hangingPunct="1">
              <a:spcBef>
                <a:spcPct val="0"/>
              </a:spcBef>
              <a:buClrTx/>
              <a:buSzTx/>
              <a:buFont typeface="Arial" panose="020B0604020202020204" pitchFamily="34" charset="0"/>
              <a:buNone/>
            </a:pPr>
            <a:r>
              <a:rPr lang="zh-CN" altLang="zh-CN" sz="2800">
                <a:latin typeface="Times New Roman" panose="02020603050405020304" pitchFamily="18" charset="0"/>
                <a:ea typeface="楷体_GB2312"/>
              </a:rPr>
              <a:t>       </a:t>
            </a:r>
            <a:r>
              <a:rPr lang="zh-CN" altLang="en-US" sz="2800">
                <a:latin typeface="Times New Roman" panose="02020603050405020304" pitchFamily="18" charset="0"/>
                <a:ea typeface="楷体_GB2312"/>
              </a:rPr>
              <a:t>线。用铅笔作图。</a:t>
            </a:r>
          </a:p>
          <a:p>
            <a:pPr eaLnBrk="1" hangingPunct="1">
              <a:spcBef>
                <a:spcPct val="0"/>
              </a:spcBef>
              <a:buClrTx/>
              <a:buSzTx/>
              <a:buFont typeface="Arial" panose="020B0604020202020204" pitchFamily="34" charset="0"/>
              <a:buNone/>
            </a:pPr>
            <a:r>
              <a:rPr lang="zh-CN" altLang="zh-CN" sz="2800">
                <a:latin typeface="Times New Roman" panose="02020603050405020304" pitchFamily="18" charset="0"/>
                <a:ea typeface="楷体_GB2312"/>
              </a:rPr>
              <a:t>D</a:t>
            </a:r>
            <a:r>
              <a:rPr lang="zh-CN" altLang="en-US" sz="2800">
                <a:latin typeface="Times New Roman" panose="02020603050405020304" pitchFamily="18" charset="0"/>
                <a:ea typeface="楷体_GB2312"/>
              </a:rPr>
              <a:t>、若得到的为一直线，一定要从直线上选相距较远</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　　的</a:t>
            </a:r>
            <a:r>
              <a:rPr lang="zh-CN" altLang="en-US" sz="2800">
                <a:solidFill>
                  <a:srgbClr val="FF0000"/>
                </a:solidFill>
                <a:latin typeface="Times New Roman" panose="02020603050405020304" pitchFamily="18" charset="0"/>
                <a:ea typeface="楷体_GB2312"/>
              </a:rPr>
              <a:t>两新点</a:t>
            </a:r>
            <a:r>
              <a:rPr lang="zh-CN" altLang="zh-CN" sz="2800">
                <a:latin typeface="Times New Roman" panose="02020603050405020304" pitchFamily="18" charset="0"/>
                <a:ea typeface="楷体_GB2312"/>
              </a:rPr>
              <a:t>A</a:t>
            </a:r>
            <a:r>
              <a:rPr lang="zh-CN" altLang="en-US" sz="2800">
                <a:latin typeface="Times New Roman" panose="02020603050405020304" pitchFamily="18" charset="0"/>
                <a:ea typeface="楷体_GB2312"/>
              </a:rPr>
              <a:t>、</a:t>
            </a:r>
            <a:r>
              <a:rPr lang="zh-CN" altLang="zh-CN" sz="2800">
                <a:latin typeface="Times New Roman" panose="02020603050405020304" pitchFamily="18" charset="0"/>
                <a:ea typeface="楷体_GB2312"/>
              </a:rPr>
              <a:t>B</a:t>
            </a:r>
            <a:r>
              <a:rPr lang="zh-CN" altLang="en-US" sz="2800">
                <a:latin typeface="Times New Roman" panose="02020603050405020304" pitchFamily="18" charset="0"/>
                <a:ea typeface="楷体_GB2312"/>
              </a:rPr>
              <a:t>，标出其位置坐标，并由坐标值</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　　求得 </a:t>
            </a:r>
            <a:r>
              <a:rPr lang="zh-CN" altLang="zh-CN" sz="2800">
                <a:latin typeface="Times New Roman" panose="02020603050405020304" pitchFamily="18" charset="0"/>
                <a:ea typeface="楷体_GB2312"/>
              </a:rPr>
              <a:t>a</a:t>
            </a:r>
            <a:r>
              <a:rPr lang="zh-CN" altLang="en-US" sz="2800">
                <a:latin typeface="Times New Roman" panose="02020603050405020304" pitchFamily="18" charset="0"/>
                <a:ea typeface="楷体_GB2312"/>
              </a:rPr>
              <a:t>、</a:t>
            </a:r>
            <a:r>
              <a:rPr lang="zh-CN" altLang="zh-CN" sz="2800">
                <a:latin typeface="Times New Roman" panose="02020603050405020304" pitchFamily="18" charset="0"/>
                <a:ea typeface="楷体_GB2312"/>
              </a:rPr>
              <a:t>b</a:t>
            </a:r>
            <a:r>
              <a:rPr lang="zh-CN" altLang="en-US" sz="2800">
                <a:latin typeface="Times New Roman" panose="02020603050405020304" pitchFamily="18" charset="0"/>
                <a:ea typeface="楷体_GB2312"/>
              </a:rPr>
              <a:t>。用</a:t>
            </a:r>
            <a:r>
              <a:rPr lang="zh-CN" altLang="en-US" sz="2800">
                <a:solidFill>
                  <a:srgbClr val="FF0000"/>
                </a:solidFill>
                <a:latin typeface="Times New Roman" panose="02020603050405020304" pitchFamily="18" charset="0"/>
                <a:ea typeface="楷体_GB2312"/>
              </a:rPr>
              <a:t>实验数据点</a:t>
            </a:r>
            <a:r>
              <a:rPr lang="zh-CN" altLang="en-US" sz="2800">
                <a:latin typeface="Times New Roman" panose="02020603050405020304" pitchFamily="18" charset="0"/>
                <a:ea typeface="楷体_GB2312"/>
              </a:rPr>
              <a:t>求</a:t>
            </a:r>
            <a:r>
              <a:rPr lang="zh-CN" altLang="zh-CN" sz="2800">
                <a:latin typeface="Times New Roman" panose="02020603050405020304" pitchFamily="18" charset="0"/>
                <a:ea typeface="楷体_GB2312"/>
              </a:rPr>
              <a:t>a</a:t>
            </a:r>
            <a:r>
              <a:rPr lang="zh-CN" altLang="en-US" sz="2800">
                <a:latin typeface="Times New Roman" panose="02020603050405020304" pitchFamily="18" charset="0"/>
                <a:ea typeface="楷体_GB2312"/>
              </a:rPr>
              <a:t>、</a:t>
            </a:r>
            <a:r>
              <a:rPr lang="zh-CN" altLang="zh-CN" sz="2800">
                <a:latin typeface="Times New Roman" panose="02020603050405020304" pitchFamily="18" charset="0"/>
                <a:ea typeface="楷体_GB2312"/>
              </a:rPr>
              <a:t>b</a:t>
            </a:r>
            <a:r>
              <a:rPr lang="zh-CN" altLang="en-US" sz="2800">
                <a:latin typeface="Times New Roman" panose="02020603050405020304" pitchFamily="18" charset="0"/>
                <a:ea typeface="楷体_GB2312"/>
              </a:rPr>
              <a:t>是概念性错误。</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a:extLst>
              <a:ext uri="{FF2B5EF4-FFF2-40B4-BE49-F238E27FC236}">
                <a16:creationId xmlns:a16="http://schemas.microsoft.com/office/drawing/2014/main" id="{5A51FB90-217E-DBB9-E1C0-28A59E934454}"/>
              </a:ext>
            </a:extLst>
          </p:cNvPr>
          <p:cNvGraphicFramePr>
            <a:graphicFrameLocks noChangeAspect="1"/>
          </p:cNvGraphicFramePr>
          <p:nvPr/>
        </p:nvGraphicFramePr>
        <p:xfrm>
          <a:off x="0" y="1341438"/>
          <a:ext cx="8840788" cy="1301750"/>
        </p:xfrm>
        <a:graphic>
          <a:graphicData uri="http://schemas.openxmlformats.org/presentationml/2006/ole">
            <mc:AlternateContent xmlns:mc="http://schemas.openxmlformats.org/markup-compatibility/2006">
              <mc:Choice xmlns:v="urn:schemas-microsoft-com:vml" Requires="v">
                <p:oleObj r:id="rId2" imgW="7895093" imgH="795066" progId="">
                  <p:embed/>
                </p:oleObj>
              </mc:Choice>
              <mc:Fallback>
                <p:oleObj r:id="rId2" imgW="7895093" imgH="795066"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41438"/>
                        <a:ext cx="8840788"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5235" name="Text Box 3">
            <a:extLst>
              <a:ext uri="{FF2B5EF4-FFF2-40B4-BE49-F238E27FC236}">
                <a16:creationId xmlns:a16="http://schemas.microsoft.com/office/drawing/2014/main" id="{E81E9118-FD6C-900F-7E00-2914BA50F6A0}"/>
              </a:ext>
            </a:extLst>
          </p:cNvPr>
          <p:cNvSpPr txBox="1">
            <a:spLocks noChangeArrowheads="1"/>
          </p:cNvSpPr>
          <p:nvPr/>
        </p:nvSpPr>
        <p:spPr bwMode="auto">
          <a:xfrm>
            <a:off x="179388" y="2852738"/>
            <a:ext cx="8713787" cy="319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1.选择合适的坐标分度值，确定坐标纸的大小。</a:t>
            </a:r>
          </a:p>
          <a:p>
            <a:pPr eaLnBrk="1" hangingPunct="1">
              <a:lnSpc>
                <a:spcPct val="120000"/>
              </a:lnSpc>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        坐标分度值的选取应能基本反映测量值的准确度或精密度。根据表１数据</a:t>
            </a:r>
            <a:r>
              <a:rPr lang="zh-CN" altLang="en-US" sz="2800" i="1">
                <a:latin typeface="Times New Roman" panose="02020603050405020304" pitchFamily="18" charset="0"/>
                <a:ea typeface="楷体_GB2312"/>
              </a:rPr>
              <a:t>U </a:t>
            </a:r>
            <a:r>
              <a:rPr lang="zh-CN" altLang="en-US" sz="2800">
                <a:latin typeface="Times New Roman" panose="02020603050405020304" pitchFamily="18" charset="0"/>
                <a:ea typeface="楷体_GB2312"/>
              </a:rPr>
              <a:t>轴可选1mm对应于0.10 V，</a:t>
            </a:r>
            <a:r>
              <a:rPr lang="zh-CN" altLang="en-US" sz="2800" i="1">
                <a:latin typeface="Times New Roman" panose="02020603050405020304" pitchFamily="18" charset="0"/>
                <a:ea typeface="楷体_GB2312"/>
              </a:rPr>
              <a:t>I </a:t>
            </a:r>
            <a:r>
              <a:rPr lang="zh-CN" altLang="en-US" sz="2800">
                <a:latin typeface="Times New Roman" panose="02020603050405020304" pitchFamily="18" charset="0"/>
                <a:ea typeface="楷体_GB2312"/>
              </a:rPr>
              <a:t>轴可选1mm对应于0.10 mA，并确定坐标纸的大小（略大于坐标范围、数据范围）约为130 mm×130 mm。</a:t>
            </a:r>
          </a:p>
          <a:p>
            <a:pPr eaLnBrk="1" hangingPunct="1">
              <a:lnSpc>
                <a:spcPct val="120000"/>
              </a:lnSpc>
              <a:spcBef>
                <a:spcPct val="0"/>
              </a:spcBef>
              <a:buClrTx/>
              <a:buSzTx/>
              <a:buFont typeface="Arial" panose="020B0604020202020204" pitchFamily="34" charset="0"/>
              <a:buNone/>
            </a:pPr>
            <a:r>
              <a:rPr lang="zh-CN" altLang="en-US" sz="2800">
                <a:latin typeface="Times New Roman" panose="02020603050405020304" pitchFamily="18" charset="0"/>
                <a:ea typeface="楷体_GB2312"/>
              </a:rPr>
              <a:t>　　</a:t>
            </a:r>
            <a:endParaRPr lang="zh-CN" altLang="en-US" sz="2800">
              <a:solidFill>
                <a:srgbClr val="FF0000"/>
              </a:solidFill>
              <a:latin typeface="Times New Roman" panose="02020603050405020304" pitchFamily="18" charset="0"/>
              <a:ea typeface="楷体_GB2312"/>
            </a:endParaRPr>
          </a:p>
        </p:txBody>
      </p:sp>
      <p:sp>
        <p:nvSpPr>
          <p:cNvPr id="95236" name="Text Box 4">
            <a:extLst>
              <a:ext uri="{FF2B5EF4-FFF2-40B4-BE49-F238E27FC236}">
                <a16:creationId xmlns:a16="http://schemas.microsoft.com/office/drawing/2014/main" id="{0C132755-142E-024E-2E48-4CD7E71391B8}"/>
              </a:ext>
            </a:extLst>
          </p:cNvPr>
          <p:cNvSpPr txBox="1">
            <a:spLocks noChangeArrowheads="1"/>
          </p:cNvSpPr>
          <p:nvPr/>
        </p:nvSpPr>
        <p:spPr bwMode="auto">
          <a:xfrm>
            <a:off x="1763713" y="404813"/>
            <a:ext cx="4895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50000"/>
              </a:spcBef>
              <a:buClr>
                <a:srgbClr val="FF3300"/>
              </a:buClr>
              <a:buSzPct val="60000"/>
              <a:buFont typeface="Arial" panose="020B0604020202020204" pitchFamily="34" charset="0"/>
              <a:buNone/>
            </a:pPr>
            <a:r>
              <a:rPr lang="zh-CN" altLang="en-US" sz="2800">
                <a:latin typeface="楷体_GB2312"/>
                <a:ea typeface="楷体_GB2312"/>
              </a:rPr>
              <a:t>表</a:t>
            </a:r>
            <a:r>
              <a:rPr lang="zh-CN" altLang="zh-CN" sz="2800">
                <a:latin typeface="楷体_GB2312"/>
                <a:ea typeface="楷体_GB2312"/>
              </a:rPr>
              <a:t>1</a:t>
            </a:r>
            <a:r>
              <a:rPr lang="zh-CN" altLang="en-US" sz="2800">
                <a:latin typeface="楷体_GB2312"/>
                <a:ea typeface="楷体_GB2312"/>
              </a:rPr>
              <a:t>：伏安法测电阻实验数据</a:t>
            </a:r>
          </a:p>
        </p:txBody>
      </p:sp>
      <p:sp>
        <p:nvSpPr>
          <p:cNvPr id="95237" name="Rectangle 5">
            <a:extLst>
              <a:ext uri="{FF2B5EF4-FFF2-40B4-BE49-F238E27FC236}">
                <a16:creationId xmlns:a16="http://schemas.microsoft.com/office/drawing/2014/main" id="{09D61F47-D371-461B-FDF2-30EFA70575E3}"/>
              </a:ext>
            </a:extLst>
          </p:cNvPr>
          <p:cNvSpPr>
            <a:spLocks noChangeArrowheads="1"/>
          </p:cNvSpPr>
          <p:nvPr/>
        </p:nvSpPr>
        <p:spPr bwMode="auto">
          <a:xfrm>
            <a:off x="179388" y="115888"/>
            <a:ext cx="12049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buClr>
                <a:schemeClr val="accent2"/>
              </a:buClr>
              <a:buSzPct val="75000"/>
              <a:buFont typeface="Monotype Sorts"/>
              <a:buNone/>
            </a:pPr>
            <a:r>
              <a:rPr lang="zh-CN" altLang="zh-CN">
                <a:solidFill>
                  <a:schemeClr val="accent2"/>
                </a:solidFill>
                <a:latin typeface="黑体" panose="02010609060101010101" pitchFamily="49" charset="-122"/>
                <a:ea typeface="黑体" panose="02010609060101010101" pitchFamily="49" charset="-122"/>
              </a:rPr>
              <a:t> </a:t>
            </a:r>
            <a:r>
              <a:rPr lang="zh-CN" altLang="en-US">
                <a:solidFill>
                  <a:schemeClr val="accent2"/>
                </a:solidFill>
                <a:latin typeface="楷体_GB2312"/>
                <a:ea typeface="黑体" panose="02010609060101010101" pitchFamily="49" charset="-122"/>
              </a:rPr>
              <a:t>例：</a:t>
            </a:r>
            <a:r>
              <a:rPr lang="zh-CN" altLang="en-US" sz="2000">
                <a:solidFill>
                  <a:srgbClr val="FF0000"/>
                </a:solidFill>
                <a:latin typeface="Times New Roman" panose="02020603050405020304" pitchFamily="18" charset="0"/>
                <a:ea typeface="黑体" panose="02010609060101010101" pitchFamily="49" charset="-122"/>
              </a:rPr>
              <a:t> </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a:extLst>
              <a:ext uri="{FF2B5EF4-FFF2-40B4-BE49-F238E27FC236}">
                <a16:creationId xmlns:a16="http://schemas.microsoft.com/office/drawing/2014/main" id="{A597097B-75DA-1C94-C837-E972E8E65ADA}"/>
              </a:ext>
            </a:extLst>
          </p:cNvPr>
          <p:cNvSpPr txBox="1">
            <a:spLocks noChangeArrowheads="1"/>
          </p:cNvSpPr>
          <p:nvPr/>
        </p:nvSpPr>
        <p:spPr bwMode="auto">
          <a:xfrm>
            <a:off x="3406775" y="384175"/>
            <a:ext cx="5189538" cy="5273675"/>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p:txBody>
      </p:sp>
      <p:sp>
        <p:nvSpPr>
          <p:cNvPr id="96259" name="Text Box 3">
            <a:extLst>
              <a:ext uri="{FF2B5EF4-FFF2-40B4-BE49-F238E27FC236}">
                <a16:creationId xmlns:a16="http://schemas.microsoft.com/office/drawing/2014/main" id="{DE0C17CF-A699-A83E-91D1-3300C7FA193E}"/>
              </a:ext>
            </a:extLst>
          </p:cNvPr>
          <p:cNvSpPr txBox="1">
            <a:spLocks noChangeArrowheads="1"/>
          </p:cNvSpPr>
          <p:nvPr/>
        </p:nvSpPr>
        <p:spPr bwMode="auto">
          <a:xfrm>
            <a:off x="395288" y="260350"/>
            <a:ext cx="3024187"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标明坐标轴：</a:t>
            </a:r>
          </a:p>
          <a:p>
            <a:pPr>
              <a:lnSpc>
                <a:spcPct val="120000"/>
              </a:lnSpc>
              <a:spcBef>
                <a:spcPct val="0"/>
              </a:spcBef>
              <a:buClrTx/>
              <a:buSzTx/>
              <a:buFont typeface="Arial" panose="020B0604020202020204" pitchFamily="34" charset="0"/>
              <a:buNone/>
            </a:pPr>
            <a:r>
              <a:rPr lang="zh-CN" altLang="en-US" sz="2000">
                <a:latin typeface="Times New Roman" panose="02020603050405020304" pitchFamily="18" charset="0"/>
                <a:ea typeface="黑体" panose="02010609060101010101" pitchFamily="49" charset="-122"/>
              </a:rPr>
              <a:t>       </a:t>
            </a:r>
            <a:r>
              <a:rPr lang="zh-CN" altLang="en-US" sz="2000">
                <a:latin typeface="楷体_GB2312"/>
                <a:ea typeface="黑体" panose="02010609060101010101" pitchFamily="49" charset="-122"/>
              </a:rPr>
              <a:t>用粗实线画坐标轴，用箭头标轴方向，标坐标轴的名称或符号、单位</a:t>
            </a:r>
            <a:r>
              <a:rPr lang="en-US" altLang="zh-CN" sz="2000">
                <a:latin typeface="楷体_GB2312"/>
                <a:ea typeface="黑体" panose="02010609060101010101" pitchFamily="49" charset="-122"/>
              </a:rPr>
              <a:t>,</a:t>
            </a:r>
            <a:r>
              <a:rPr lang="zh-CN" altLang="en-US" sz="2000">
                <a:latin typeface="楷体_GB2312"/>
                <a:ea typeface="黑体" panose="02010609060101010101" pitchFamily="49" charset="-122"/>
              </a:rPr>
              <a:t>再按顺序标出坐标轴整分格上的量值</a:t>
            </a:r>
            <a:r>
              <a:rPr lang="zh-CN" altLang="en-US" sz="2000">
                <a:solidFill>
                  <a:schemeClr val="accent2"/>
                </a:solidFill>
                <a:latin typeface="楷体_GB2312"/>
                <a:ea typeface="黑体" panose="02010609060101010101" pitchFamily="49" charset="-122"/>
              </a:rPr>
              <a:t>。</a:t>
            </a:r>
          </a:p>
        </p:txBody>
      </p:sp>
      <p:grpSp>
        <p:nvGrpSpPr>
          <p:cNvPr id="96260" name="Group 4">
            <a:extLst>
              <a:ext uri="{FF2B5EF4-FFF2-40B4-BE49-F238E27FC236}">
                <a16:creationId xmlns:a16="http://schemas.microsoft.com/office/drawing/2014/main" id="{EDB6854D-D8C7-F986-E01F-18CAC9112EB6}"/>
              </a:ext>
            </a:extLst>
          </p:cNvPr>
          <p:cNvGrpSpPr>
            <a:grpSpLocks/>
          </p:cNvGrpSpPr>
          <p:nvPr/>
        </p:nvGrpSpPr>
        <p:grpSpPr bwMode="auto">
          <a:xfrm>
            <a:off x="3282950" y="255588"/>
            <a:ext cx="5675313" cy="6051550"/>
            <a:chOff x="1486" y="793"/>
            <a:chExt cx="3130" cy="3131"/>
          </a:xfrm>
        </p:grpSpPr>
        <p:grpSp>
          <p:nvGrpSpPr>
            <p:cNvPr id="96351" name="Group 5">
              <a:extLst>
                <a:ext uri="{FF2B5EF4-FFF2-40B4-BE49-F238E27FC236}">
                  <a16:creationId xmlns:a16="http://schemas.microsoft.com/office/drawing/2014/main" id="{E41ACB79-22CC-E101-ACE1-B461DCE04443}"/>
                </a:ext>
              </a:extLst>
            </p:cNvPr>
            <p:cNvGrpSpPr>
              <a:grpSpLocks/>
            </p:cNvGrpSpPr>
            <p:nvPr/>
          </p:nvGrpSpPr>
          <p:grpSpPr bwMode="auto">
            <a:xfrm>
              <a:off x="1492" y="793"/>
              <a:ext cx="3124" cy="3124"/>
              <a:chOff x="1708" y="514"/>
              <a:chExt cx="3124" cy="3124"/>
            </a:xfrm>
          </p:grpSpPr>
          <p:sp>
            <p:nvSpPr>
              <p:cNvPr id="96419" name="Line 6">
                <a:extLst>
                  <a:ext uri="{FF2B5EF4-FFF2-40B4-BE49-F238E27FC236}">
                    <a16:creationId xmlns:a16="http://schemas.microsoft.com/office/drawing/2014/main" id="{C9244568-C0FC-F969-3DF9-212D3C9ECF12}"/>
                  </a:ext>
                </a:extLst>
              </p:cNvPr>
              <p:cNvSpPr>
                <a:spLocks noChangeShapeType="1"/>
              </p:cNvSpPr>
              <p:nvPr/>
            </p:nvSpPr>
            <p:spPr bwMode="auto">
              <a:xfrm>
                <a:off x="1708" y="51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0" name="Line 7">
                <a:extLst>
                  <a:ext uri="{FF2B5EF4-FFF2-40B4-BE49-F238E27FC236}">
                    <a16:creationId xmlns:a16="http://schemas.microsoft.com/office/drawing/2014/main" id="{0B0F31C1-2EC4-A6B0-3B0F-49425B74F029}"/>
                  </a:ext>
                </a:extLst>
              </p:cNvPr>
              <p:cNvSpPr>
                <a:spLocks noChangeShapeType="1"/>
              </p:cNvSpPr>
              <p:nvPr/>
            </p:nvSpPr>
            <p:spPr bwMode="auto">
              <a:xfrm>
                <a:off x="1708" y="61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1" name="Line 8">
                <a:extLst>
                  <a:ext uri="{FF2B5EF4-FFF2-40B4-BE49-F238E27FC236}">
                    <a16:creationId xmlns:a16="http://schemas.microsoft.com/office/drawing/2014/main" id="{2CD05AC1-CF1A-DB8F-BF10-E2BD6DA69915}"/>
                  </a:ext>
                </a:extLst>
              </p:cNvPr>
              <p:cNvSpPr>
                <a:spLocks noChangeShapeType="1"/>
              </p:cNvSpPr>
              <p:nvPr/>
            </p:nvSpPr>
            <p:spPr bwMode="auto">
              <a:xfrm>
                <a:off x="1708" y="5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2" name="Line 9">
                <a:extLst>
                  <a:ext uri="{FF2B5EF4-FFF2-40B4-BE49-F238E27FC236}">
                    <a16:creationId xmlns:a16="http://schemas.microsoft.com/office/drawing/2014/main" id="{B012F6D3-EEF7-41A1-A127-D13A7297EA94}"/>
                  </a:ext>
                </a:extLst>
              </p:cNvPr>
              <p:cNvSpPr>
                <a:spLocks noChangeShapeType="1"/>
              </p:cNvSpPr>
              <p:nvPr/>
            </p:nvSpPr>
            <p:spPr bwMode="auto">
              <a:xfrm>
                <a:off x="1708" y="65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3" name="Line 10">
                <a:extLst>
                  <a:ext uri="{FF2B5EF4-FFF2-40B4-BE49-F238E27FC236}">
                    <a16:creationId xmlns:a16="http://schemas.microsoft.com/office/drawing/2014/main" id="{BD9ADBDD-E83C-4567-8DE5-BB4984B38168}"/>
                  </a:ext>
                </a:extLst>
              </p:cNvPr>
              <p:cNvSpPr>
                <a:spLocks noChangeShapeType="1"/>
              </p:cNvSpPr>
              <p:nvPr/>
            </p:nvSpPr>
            <p:spPr bwMode="auto">
              <a:xfrm>
                <a:off x="1708" y="69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4" name="Line 11">
                <a:extLst>
                  <a:ext uri="{FF2B5EF4-FFF2-40B4-BE49-F238E27FC236}">
                    <a16:creationId xmlns:a16="http://schemas.microsoft.com/office/drawing/2014/main" id="{533B6116-4639-8F8E-226F-D4AF8C555987}"/>
                  </a:ext>
                </a:extLst>
              </p:cNvPr>
              <p:cNvSpPr>
                <a:spLocks noChangeShapeType="1"/>
              </p:cNvSpPr>
              <p:nvPr/>
            </p:nvSpPr>
            <p:spPr bwMode="auto">
              <a:xfrm>
                <a:off x="1708" y="75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5" name="Line 12">
                <a:extLst>
                  <a:ext uri="{FF2B5EF4-FFF2-40B4-BE49-F238E27FC236}">
                    <a16:creationId xmlns:a16="http://schemas.microsoft.com/office/drawing/2014/main" id="{84231C63-7D10-5C00-3204-2AA4638C6A5A}"/>
                  </a:ext>
                </a:extLst>
              </p:cNvPr>
              <p:cNvSpPr>
                <a:spLocks noChangeShapeType="1"/>
              </p:cNvSpPr>
              <p:nvPr/>
            </p:nvSpPr>
            <p:spPr bwMode="auto">
              <a:xfrm>
                <a:off x="1708" y="85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6" name="Line 13">
                <a:extLst>
                  <a:ext uri="{FF2B5EF4-FFF2-40B4-BE49-F238E27FC236}">
                    <a16:creationId xmlns:a16="http://schemas.microsoft.com/office/drawing/2014/main" id="{A7D33F94-10B0-EBA4-C03A-00E3D25E36D2}"/>
                  </a:ext>
                </a:extLst>
              </p:cNvPr>
              <p:cNvSpPr>
                <a:spLocks noChangeShapeType="1"/>
              </p:cNvSpPr>
              <p:nvPr/>
            </p:nvSpPr>
            <p:spPr bwMode="auto">
              <a:xfrm>
                <a:off x="1708" y="79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7" name="Line 14">
                <a:extLst>
                  <a:ext uri="{FF2B5EF4-FFF2-40B4-BE49-F238E27FC236}">
                    <a16:creationId xmlns:a16="http://schemas.microsoft.com/office/drawing/2014/main" id="{7193F877-0293-575A-A63C-CF9752B9D4DE}"/>
                  </a:ext>
                </a:extLst>
              </p:cNvPr>
              <p:cNvSpPr>
                <a:spLocks noChangeShapeType="1"/>
              </p:cNvSpPr>
              <p:nvPr/>
            </p:nvSpPr>
            <p:spPr bwMode="auto">
              <a:xfrm>
                <a:off x="1708" y="90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8" name="Line 15">
                <a:extLst>
                  <a:ext uri="{FF2B5EF4-FFF2-40B4-BE49-F238E27FC236}">
                    <a16:creationId xmlns:a16="http://schemas.microsoft.com/office/drawing/2014/main" id="{1F4C59A4-CF34-00BE-26DF-8195F5012A85}"/>
                  </a:ext>
                </a:extLst>
              </p:cNvPr>
              <p:cNvSpPr>
                <a:spLocks noChangeShapeType="1"/>
              </p:cNvSpPr>
              <p:nvPr/>
            </p:nvSpPr>
            <p:spPr bwMode="auto">
              <a:xfrm>
                <a:off x="1708" y="9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9" name="Line 16">
                <a:extLst>
                  <a:ext uri="{FF2B5EF4-FFF2-40B4-BE49-F238E27FC236}">
                    <a16:creationId xmlns:a16="http://schemas.microsoft.com/office/drawing/2014/main" id="{CDB1E2AF-2D2E-178A-AD42-DED277B1A0AF}"/>
                  </a:ext>
                </a:extLst>
              </p:cNvPr>
              <p:cNvSpPr>
                <a:spLocks noChangeShapeType="1"/>
              </p:cNvSpPr>
              <p:nvPr/>
            </p:nvSpPr>
            <p:spPr bwMode="auto">
              <a:xfrm>
                <a:off x="1708" y="100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0" name="Line 17">
                <a:extLst>
                  <a:ext uri="{FF2B5EF4-FFF2-40B4-BE49-F238E27FC236}">
                    <a16:creationId xmlns:a16="http://schemas.microsoft.com/office/drawing/2014/main" id="{D96029A4-F60E-54E8-37FC-EE6C223446A9}"/>
                  </a:ext>
                </a:extLst>
              </p:cNvPr>
              <p:cNvSpPr>
                <a:spLocks noChangeShapeType="1"/>
              </p:cNvSpPr>
              <p:nvPr/>
            </p:nvSpPr>
            <p:spPr bwMode="auto">
              <a:xfrm>
                <a:off x="1708" y="10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1" name="Line 18">
                <a:extLst>
                  <a:ext uri="{FF2B5EF4-FFF2-40B4-BE49-F238E27FC236}">
                    <a16:creationId xmlns:a16="http://schemas.microsoft.com/office/drawing/2014/main" id="{BC45EDA9-7D89-3412-E3A7-959F58F5BACD}"/>
                  </a:ext>
                </a:extLst>
              </p:cNvPr>
              <p:cNvSpPr>
                <a:spLocks noChangeShapeType="1"/>
              </p:cNvSpPr>
              <p:nvPr/>
            </p:nvSpPr>
            <p:spPr bwMode="auto">
              <a:xfrm>
                <a:off x="1708" y="10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2" name="Line 19">
                <a:extLst>
                  <a:ext uri="{FF2B5EF4-FFF2-40B4-BE49-F238E27FC236}">
                    <a16:creationId xmlns:a16="http://schemas.microsoft.com/office/drawing/2014/main" id="{1DC5B8D8-D934-B26F-5B2D-C3BCA9A9DBBD}"/>
                  </a:ext>
                </a:extLst>
              </p:cNvPr>
              <p:cNvSpPr>
                <a:spLocks noChangeShapeType="1"/>
              </p:cNvSpPr>
              <p:nvPr/>
            </p:nvSpPr>
            <p:spPr bwMode="auto">
              <a:xfrm>
                <a:off x="1708" y="113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3" name="Line 20">
                <a:extLst>
                  <a:ext uri="{FF2B5EF4-FFF2-40B4-BE49-F238E27FC236}">
                    <a16:creationId xmlns:a16="http://schemas.microsoft.com/office/drawing/2014/main" id="{08B983A2-5EB3-67F8-0420-309209672F3B}"/>
                  </a:ext>
                </a:extLst>
              </p:cNvPr>
              <p:cNvSpPr>
                <a:spLocks noChangeShapeType="1"/>
              </p:cNvSpPr>
              <p:nvPr/>
            </p:nvSpPr>
            <p:spPr bwMode="auto">
              <a:xfrm>
                <a:off x="1708" y="118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4" name="Line 21">
                <a:extLst>
                  <a:ext uri="{FF2B5EF4-FFF2-40B4-BE49-F238E27FC236}">
                    <a16:creationId xmlns:a16="http://schemas.microsoft.com/office/drawing/2014/main" id="{B8FF5709-DE08-7D57-E801-8C234AC1ADFA}"/>
                  </a:ext>
                </a:extLst>
              </p:cNvPr>
              <p:cNvSpPr>
                <a:spLocks noChangeShapeType="1"/>
              </p:cNvSpPr>
              <p:nvPr/>
            </p:nvSpPr>
            <p:spPr bwMode="auto">
              <a:xfrm>
                <a:off x="1708" y="123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5" name="Line 22">
                <a:extLst>
                  <a:ext uri="{FF2B5EF4-FFF2-40B4-BE49-F238E27FC236}">
                    <a16:creationId xmlns:a16="http://schemas.microsoft.com/office/drawing/2014/main" id="{1C1737D7-A65E-8EB5-3954-E37C08C0D4C3}"/>
                  </a:ext>
                </a:extLst>
              </p:cNvPr>
              <p:cNvSpPr>
                <a:spLocks noChangeShapeType="1"/>
              </p:cNvSpPr>
              <p:nvPr/>
            </p:nvSpPr>
            <p:spPr bwMode="auto">
              <a:xfrm>
                <a:off x="1708" y="133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6" name="Line 23">
                <a:extLst>
                  <a:ext uri="{FF2B5EF4-FFF2-40B4-BE49-F238E27FC236}">
                    <a16:creationId xmlns:a16="http://schemas.microsoft.com/office/drawing/2014/main" id="{F5A2BB3E-C080-3F6A-C811-02F71F5EECC6}"/>
                  </a:ext>
                </a:extLst>
              </p:cNvPr>
              <p:cNvSpPr>
                <a:spLocks noChangeShapeType="1"/>
              </p:cNvSpPr>
              <p:nvPr/>
            </p:nvSpPr>
            <p:spPr bwMode="auto">
              <a:xfrm>
                <a:off x="1708" y="128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7" name="Line 24">
                <a:extLst>
                  <a:ext uri="{FF2B5EF4-FFF2-40B4-BE49-F238E27FC236}">
                    <a16:creationId xmlns:a16="http://schemas.microsoft.com/office/drawing/2014/main" id="{A6B355EC-7325-B6B3-086D-F8C106556D11}"/>
                  </a:ext>
                </a:extLst>
              </p:cNvPr>
              <p:cNvSpPr>
                <a:spLocks noChangeShapeType="1"/>
              </p:cNvSpPr>
              <p:nvPr/>
            </p:nvSpPr>
            <p:spPr bwMode="auto">
              <a:xfrm>
                <a:off x="1708" y="138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8" name="Line 25">
                <a:extLst>
                  <a:ext uri="{FF2B5EF4-FFF2-40B4-BE49-F238E27FC236}">
                    <a16:creationId xmlns:a16="http://schemas.microsoft.com/office/drawing/2014/main" id="{23D18F9C-3309-5732-8958-28B4DBAB154C}"/>
                  </a:ext>
                </a:extLst>
              </p:cNvPr>
              <p:cNvSpPr>
                <a:spLocks noChangeShapeType="1"/>
              </p:cNvSpPr>
              <p:nvPr/>
            </p:nvSpPr>
            <p:spPr bwMode="auto">
              <a:xfrm>
                <a:off x="1708" y="143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9" name="Line 26">
                <a:extLst>
                  <a:ext uri="{FF2B5EF4-FFF2-40B4-BE49-F238E27FC236}">
                    <a16:creationId xmlns:a16="http://schemas.microsoft.com/office/drawing/2014/main" id="{974A4649-3E91-F061-9A60-64AE241DDAB9}"/>
                  </a:ext>
                </a:extLst>
              </p:cNvPr>
              <p:cNvSpPr>
                <a:spLocks noChangeShapeType="1"/>
              </p:cNvSpPr>
              <p:nvPr/>
            </p:nvSpPr>
            <p:spPr bwMode="auto">
              <a:xfrm>
                <a:off x="1708" y="147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0" name="Line 27">
                <a:extLst>
                  <a:ext uri="{FF2B5EF4-FFF2-40B4-BE49-F238E27FC236}">
                    <a16:creationId xmlns:a16="http://schemas.microsoft.com/office/drawing/2014/main" id="{F8DD08EA-5556-7489-7250-44D3A0958965}"/>
                  </a:ext>
                </a:extLst>
              </p:cNvPr>
              <p:cNvSpPr>
                <a:spLocks noChangeShapeType="1"/>
              </p:cNvSpPr>
              <p:nvPr/>
            </p:nvSpPr>
            <p:spPr bwMode="auto">
              <a:xfrm>
                <a:off x="1708" y="157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1" name="Line 28">
                <a:extLst>
                  <a:ext uri="{FF2B5EF4-FFF2-40B4-BE49-F238E27FC236}">
                    <a16:creationId xmlns:a16="http://schemas.microsoft.com/office/drawing/2014/main" id="{0E1DC8BD-B9DB-AA31-2ED8-885D831BA3B3}"/>
                  </a:ext>
                </a:extLst>
              </p:cNvPr>
              <p:cNvSpPr>
                <a:spLocks noChangeShapeType="1"/>
              </p:cNvSpPr>
              <p:nvPr/>
            </p:nvSpPr>
            <p:spPr bwMode="auto">
              <a:xfrm>
                <a:off x="1708" y="152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2" name="Line 29">
                <a:extLst>
                  <a:ext uri="{FF2B5EF4-FFF2-40B4-BE49-F238E27FC236}">
                    <a16:creationId xmlns:a16="http://schemas.microsoft.com/office/drawing/2014/main" id="{765F78C4-8FE0-CCF0-0BC3-8551E691DE0C}"/>
                  </a:ext>
                </a:extLst>
              </p:cNvPr>
              <p:cNvSpPr>
                <a:spLocks noChangeShapeType="1"/>
              </p:cNvSpPr>
              <p:nvPr/>
            </p:nvSpPr>
            <p:spPr bwMode="auto">
              <a:xfrm>
                <a:off x="1708" y="161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3" name="Line 30">
                <a:extLst>
                  <a:ext uri="{FF2B5EF4-FFF2-40B4-BE49-F238E27FC236}">
                    <a16:creationId xmlns:a16="http://schemas.microsoft.com/office/drawing/2014/main" id="{9F25FA9B-0AFB-B538-61DF-9A07F7DFEE13}"/>
                  </a:ext>
                </a:extLst>
              </p:cNvPr>
              <p:cNvSpPr>
                <a:spLocks noChangeShapeType="1"/>
              </p:cNvSpPr>
              <p:nvPr/>
            </p:nvSpPr>
            <p:spPr bwMode="auto">
              <a:xfrm>
                <a:off x="1708" y="166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4" name="Line 31">
                <a:extLst>
                  <a:ext uri="{FF2B5EF4-FFF2-40B4-BE49-F238E27FC236}">
                    <a16:creationId xmlns:a16="http://schemas.microsoft.com/office/drawing/2014/main" id="{B7FD2187-99C1-FB58-BBD8-174E29D2A2A4}"/>
                  </a:ext>
                </a:extLst>
              </p:cNvPr>
              <p:cNvSpPr>
                <a:spLocks noChangeShapeType="1"/>
              </p:cNvSpPr>
              <p:nvPr/>
            </p:nvSpPr>
            <p:spPr bwMode="auto">
              <a:xfrm>
                <a:off x="1708" y="171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5" name="Line 32">
                <a:extLst>
                  <a:ext uri="{FF2B5EF4-FFF2-40B4-BE49-F238E27FC236}">
                    <a16:creationId xmlns:a16="http://schemas.microsoft.com/office/drawing/2014/main" id="{630F588C-A28C-DA60-0C36-866E6C3C36EA}"/>
                  </a:ext>
                </a:extLst>
              </p:cNvPr>
              <p:cNvSpPr>
                <a:spLocks noChangeShapeType="1"/>
              </p:cNvSpPr>
              <p:nvPr/>
            </p:nvSpPr>
            <p:spPr bwMode="auto">
              <a:xfrm>
                <a:off x="1708" y="180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6" name="Line 33">
                <a:extLst>
                  <a:ext uri="{FF2B5EF4-FFF2-40B4-BE49-F238E27FC236}">
                    <a16:creationId xmlns:a16="http://schemas.microsoft.com/office/drawing/2014/main" id="{0CBF6945-1D97-2965-4B48-4D43A3B1C328}"/>
                  </a:ext>
                </a:extLst>
              </p:cNvPr>
              <p:cNvSpPr>
                <a:spLocks noChangeShapeType="1"/>
              </p:cNvSpPr>
              <p:nvPr/>
            </p:nvSpPr>
            <p:spPr bwMode="auto">
              <a:xfrm>
                <a:off x="1708" y="176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7" name="Line 34">
                <a:extLst>
                  <a:ext uri="{FF2B5EF4-FFF2-40B4-BE49-F238E27FC236}">
                    <a16:creationId xmlns:a16="http://schemas.microsoft.com/office/drawing/2014/main" id="{0619D64F-8A66-359D-C87B-4C18E3F99E43}"/>
                  </a:ext>
                </a:extLst>
              </p:cNvPr>
              <p:cNvSpPr>
                <a:spLocks noChangeShapeType="1"/>
              </p:cNvSpPr>
              <p:nvPr/>
            </p:nvSpPr>
            <p:spPr bwMode="auto">
              <a:xfrm>
                <a:off x="1708" y="185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8" name="Line 35">
                <a:extLst>
                  <a:ext uri="{FF2B5EF4-FFF2-40B4-BE49-F238E27FC236}">
                    <a16:creationId xmlns:a16="http://schemas.microsoft.com/office/drawing/2014/main" id="{5509E398-C0E7-6079-B505-89B976408E1A}"/>
                  </a:ext>
                </a:extLst>
              </p:cNvPr>
              <p:cNvSpPr>
                <a:spLocks noChangeShapeType="1"/>
              </p:cNvSpPr>
              <p:nvPr/>
            </p:nvSpPr>
            <p:spPr bwMode="auto">
              <a:xfrm>
                <a:off x="1708" y="190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9" name="Line 36">
                <a:extLst>
                  <a:ext uri="{FF2B5EF4-FFF2-40B4-BE49-F238E27FC236}">
                    <a16:creationId xmlns:a16="http://schemas.microsoft.com/office/drawing/2014/main" id="{BD7DA740-EBCF-144C-FC8F-ECE805638AF5}"/>
                  </a:ext>
                </a:extLst>
              </p:cNvPr>
              <p:cNvSpPr>
                <a:spLocks noChangeShapeType="1"/>
              </p:cNvSpPr>
              <p:nvPr/>
            </p:nvSpPr>
            <p:spPr bwMode="auto">
              <a:xfrm>
                <a:off x="1708" y="195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0" name="Line 37">
                <a:extLst>
                  <a:ext uri="{FF2B5EF4-FFF2-40B4-BE49-F238E27FC236}">
                    <a16:creationId xmlns:a16="http://schemas.microsoft.com/office/drawing/2014/main" id="{7C225F90-3725-AAF6-78C6-BE5784261233}"/>
                  </a:ext>
                </a:extLst>
              </p:cNvPr>
              <p:cNvSpPr>
                <a:spLocks noChangeShapeType="1"/>
              </p:cNvSpPr>
              <p:nvPr/>
            </p:nvSpPr>
            <p:spPr bwMode="auto">
              <a:xfrm>
                <a:off x="1708" y="205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1" name="Line 38">
                <a:extLst>
                  <a:ext uri="{FF2B5EF4-FFF2-40B4-BE49-F238E27FC236}">
                    <a16:creationId xmlns:a16="http://schemas.microsoft.com/office/drawing/2014/main" id="{E862A25C-67C5-39D1-DA2D-5B167A410C52}"/>
                  </a:ext>
                </a:extLst>
              </p:cNvPr>
              <p:cNvSpPr>
                <a:spLocks noChangeShapeType="1"/>
              </p:cNvSpPr>
              <p:nvPr/>
            </p:nvSpPr>
            <p:spPr bwMode="auto">
              <a:xfrm>
                <a:off x="1708" y="200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2" name="Line 39">
                <a:extLst>
                  <a:ext uri="{FF2B5EF4-FFF2-40B4-BE49-F238E27FC236}">
                    <a16:creationId xmlns:a16="http://schemas.microsoft.com/office/drawing/2014/main" id="{E15D80A0-7B68-F702-B9B7-D8AFBE629EE8}"/>
                  </a:ext>
                </a:extLst>
              </p:cNvPr>
              <p:cNvSpPr>
                <a:spLocks noChangeShapeType="1"/>
              </p:cNvSpPr>
              <p:nvPr/>
            </p:nvSpPr>
            <p:spPr bwMode="auto">
              <a:xfrm>
                <a:off x="1708" y="209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3" name="Line 40">
                <a:extLst>
                  <a:ext uri="{FF2B5EF4-FFF2-40B4-BE49-F238E27FC236}">
                    <a16:creationId xmlns:a16="http://schemas.microsoft.com/office/drawing/2014/main" id="{F6258B11-E1A0-AB35-55B1-20CA2B858059}"/>
                  </a:ext>
                </a:extLst>
              </p:cNvPr>
              <p:cNvSpPr>
                <a:spLocks noChangeShapeType="1"/>
              </p:cNvSpPr>
              <p:nvPr/>
            </p:nvSpPr>
            <p:spPr bwMode="auto">
              <a:xfrm>
                <a:off x="1708" y="214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4" name="Line 41">
                <a:extLst>
                  <a:ext uri="{FF2B5EF4-FFF2-40B4-BE49-F238E27FC236}">
                    <a16:creationId xmlns:a16="http://schemas.microsoft.com/office/drawing/2014/main" id="{1D1143EB-6686-4683-39DF-EDC35853F0EA}"/>
                  </a:ext>
                </a:extLst>
              </p:cNvPr>
              <p:cNvSpPr>
                <a:spLocks noChangeShapeType="1"/>
              </p:cNvSpPr>
              <p:nvPr/>
            </p:nvSpPr>
            <p:spPr bwMode="auto">
              <a:xfrm>
                <a:off x="1708" y="219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5" name="Line 42">
                <a:extLst>
                  <a:ext uri="{FF2B5EF4-FFF2-40B4-BE49-F238E27FC236}">
                    <a16:creationId xmlns:a16="http://schemas.microsoft.com/office/drawing/2014/main" id="{F6A2ECEA-437B-2555-4643-71B3F4BA5A20}"/>
                  </a:ext>
                </a:extLst>
              </p:cNvPr>
              <p:cNvSpPr>
                <a:spLocks noChangeShapeType="1"/>
              </p:cNvSpPr>
              <p:nvPr/>
            </p:nvSpPr>
            <p:spPr bwMode="auto">
              <a:xfrm>
                <a:off x="1708" y="229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6" name="Line 43">
                <a:extLst>
                  <a:ext uri="{FF2B5EF4-FFF2-40B4-BE49-F238E27FC236}">
                    <a16:creationId xmlns:a16="http://schemas.microsoft.com/office/drawing/2014/main" id="{6115100F-BB68-9AE3-FCBF-FBD5D7F1CE53}"/>
                  </a:ext>
                </a:extLst>
              </p:cNvPr>
              <p:cNvSpPr>
                <a:spLocks noChangeShapeType="1"/>
              </p:cNvSpPr>
              <p:nvPr/>
            </p:nvSpPr>
            <p:spPr bwMode="auto">
              <a:xfrm>
                <a:off x="1708" y="224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7" name="Line 44">
                <a:extLst>
                  <a:ext uri="{FF2B5EF4-FFF2-40B4-BE49-F238E27FC236}">
                    <a16:creationId xmlns:a16="http://schemas.microsoft.com/office/drawing/2014/main" id="{F62F9A6C-657C-FBBB-69D5-CD612CE4E5A2}"/>
                  </a:ext>
                </a:extLst>
              </p:cNvPr>
              <p:cNvSpPr>
                <a:spLocks noChangeShapeType="1"/>
              </p:cNvSpPr>
              <p:nvPr/>
            </p:nvSpPr>
            <p:spPr bwMode="auto">
              <a:xfrm>
                <a:off x="1708" y="234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8" name="Line 45">
                <a:extLst>
                  <a:ext uri="{FF2B5EF4-FFF2-40B4-BE49-F238E27FC236}">
                    <a16:creationId xmlns:a16="http://schemas.microsoft.com/office/drawing/2014/main" id="{D3D5D35E-B19D-6B1F-5A02-4EC16D568457}"/>
                  </a:ext>
                </a:extLst>
              </p:cNvPr>
              <p:cNvSpPr>
                <a:spLocks noChangeShapeType="1"/>
              </p:cNvSpPr>
              <p:nvPr/>
            </p:nvSpPr>
            <p:spPr bwMode="auto">
              <a:xfrm>
                <a:off x="1708" y="239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9" name="Line 46">
                <a:extLst>
                  <a:ext uri="{FF2B5EF4-FFF2-40B4-BE49-F238E27FC236}">
                    <a16:creationId xmlns:a16="http://schemas.microsoft.com/office/drawing/2014/main" id="{5F0F2E14-EC95-02A3-91E7-2EACF4105826}"/>
                  </a:ext>
                </a:extLst>
              </p:cNvPr>
              <p:cNvSpPr>
                <a:spLocks noChangeShapeType="1"/>
              </p:cNvSpPr>
              <p:nvPr/>
            </p:nvSpPr>
            <p:spPr bwMode="auto">
              <a:xfrm>
                <a:off x="1708" y="244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0" name="Line 47">
                <a:extLst>
                  <a:ext uri="{FF2B5EF4-FFF2-40B4-BE49-F238E27FC236}">
                    <a16:creationId xmlns:a16="http://schemas.microsoft.com/office/drawing/2014/main" id="{D5D12E46-A85B-DA4F-B110-BBEE12B4C6C3}"/>
                  </a:ext>
                </a:extLst>
              </p:cNvPr>
              <p:cNvSpPr>
                <a:spLocks noChangeShapeType="1"/>
              </p:cNvSpPr>
              <p:nvPr/>
            </p:nvSpPr>
            <p:spPr bwMode="auto">
              <a:xfrm>
                <a:off x="1708" y="253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1" name="Line 48">
                <a:extLst>
                  <a:ext uri="{FF2B5EF4-FFF2-40B4-BE49-F238E27FC236}">
                    <a16:creationId xmlns:a16="http://schemas.microsoft.com/office/drawing/2014/main" id="{D7F607B1-AB5D-8908-DF75-F97A258ABFAD}"/>
                  </a:ext>
                </a:extLst>
              </p:cNvPr>
              <p:cNvSpPr>
                <a:spLocks noChangeShapeType="1"/>
              </p:cNvSpPr>
              <p:nvPr/>
            </p:nvSpPr>
            <p:spPr bwMode="auto">
              <a:xfrm>
                <a:off x="1708" y="24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2" name="Line 49">
                <a:extLst>
                  <a:ext uri="{FF2B5EF4-FFF2-40B4-BE49-F238E27FC236}">
                    <a16:creationId xmlns:a16="http://schemas.microsoft.com/office/drawing/2014/main" id="{956D4B1B-BC67-BFA8-A903-6DF809B545E4}"/>
                  </a:ext>
                </a:extLst>
              </p:cNvPr>
              <p:cNvSpPr>
                <a:spLocks noChangeShapeType="1"/>
              </p:cNvSpPr>
              <p:nvPr/>
            </p:nvSpPr>
            <p:spPr bwMode="auto">
              <a:xfrm>
                <a:off x="1708" y="258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3" name="Line 50">
                <a:extLst>
                  <a:ext uri="{FF2B5EF4-FFF2-40B4-BE49-F238E27FC236}">
                    <a16:creationId xmlns:a16="http://schemas.microsoft.com/office/drawing/2014/main" id="{FB50AF84-1977-9231-10D5-56043A51A280}"/>
                  </a:ext>
                </a:extLst>
              </p:cNvPr>
              <p:cNvSpPr>
                <a:spLocks noChangeShapeType="1"/>
              </p:cNvSpPr>
              <p:nvPr/>
            </p:nvSpPr>
            <p:spPr bwMode="auto">
              <a:xfrm>
                <a:off x="1708" y="263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4" name="Line 51">
                <a:extLst>
                  <a:ext uri="{FF2B5EF4-FFF2-40B4-BE49-F238E27FC236}">
                    <a16:creationId xmlns:a16="http://schemas.microsoft.com/office/drawing/2014/main" id="{17439592-4B30-B9CD-25F8-6A6C52367CDA}"/>
                  </a:ext>
                </a:extLst>
              </p:cNvPr>
              <p:cNvSpPr>
                <a:spLocks noChangeShapeType="1"/>
              </p:cNvSpPr>
              <p:nvPr/>
            </p:nvSpPr>
            <p:spPr bwMode="auto">
              <a:xfrm>
                <a:off x="1708" y="2687"/>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5" name="Line 52">
                <a:extLst>
                  <a:ext uri="{FF2B5EF4-FFF2-40B4-BE49-F238E27FC236}">
                    <a16:creationId xmlns:a16="http://schemas.microsoft.com/office/drawing/2014/main" id="{E5283222-FE12-BAB9-65D8-4DE90AB9A168}"/>
                  </a:ext>
                </a:extLst>
              </p:cNvPr>
              <p:cNvSpPr>
                <a:spLocks noChangeShapeType="1"/>
              </p:cNvSpPr>
              <p:nvPr/>
            </p:nvSpPr>
            <p:spPr bwMode="auto">
              <a:xfrm>
                <a:off x="1708" y="277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6" name="Line 53">
                <a:extLst>
                  <a:ext uri="{FF2B5EF4-FFF2-40B4-BE49-F238E27FC236}">
                    <a16:creationId xmlns:a16="http://schemas.microsoft.com/office/drawing/2014/main" id="{85ABCCB8-39F1-CA88-CEDB-7957C1EA4A38}"/>
                  </a:ext>
                </a:extLst>
              </p:cNvPr>
              <p:cNvSpPr>
                <a:spLocks noChangeShapeType="1"/>
              </p:cNvSpPr>
              <p:nvPr/>
            </p:nvSpPr>
            <p:spPr bwMode="auto">
              <a:xfrm>
                <a:off x="1708" y="272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7" name="Line 54">
                <a:extLst>
                  <a:ext uri="{FF2B5EF4-FFF2-40B4-BE49-F238E27FC236}">
                    <a16:creationId xmlns:a16="http://schemas.microsoft.com/office/drawing/2014/main" id="{CECDBEC7-F578-0D5A-F33C-F3A11FFE7B3F}"/>
                  </a:ext>
                </a:extLst>
              </p:cNvPr>
              <p:cNvSpPr>
                <a:spLocks noChangeShapeType="1"/>
              </p:cNvSpPr>
              <p:nvPr/>
            </p:nvSpPr>
            <p:spPr bwMode="auto">
              <a:xfrm>
                <a:off x="1708" y="281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8" name="Line 55">
                <a:extLst>
                  <a:ext uri="{FF2B5EF4-FFF2-40B4-BE49-F238E27FC236}">
                    <a16:creationId xmlns:a16="http://schemas.microsoft.com/office/drawing/2014/main" id="{83168AAB-74C4-BA2A-1115-9AAA478F9AF0}"/>
                  </a:ext>
                </a:extLst>
              </p:cNvPr>
              <p:cNvSpPr>
                <a:spLocks noChangeShapeType="1"/>
              </p:cNvSpPr>
              <p:nvPr/>
            </p:nvSpPr>
            <p:spPr bwMode="auto">
              <a:xfrm>
                <a:off x="1708" y="286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9" name="Line 56">
                <a:extLst>
                  <a:ext uri="{FF2B5EF4-FFF2-40B4-BE49-F238E27FC236}">
                    <a16:creationId xmlns:a16="http://schemas.microsoft.com/office/drawing/2014/main" id="{61E02D7E-6AD8-D7EB-6B14-B658750C9C42}"/>
                  </a:ext>
                </a:extLst>
              </p:cNvPr>
              <p:cNvSpPr>
                <a:spLocks noChangeShapeType="1"/>
              </p:cNvSpPr>
              <p:nvPr/>
            </p:nvSpPr>
            <p:spPr bwMode="auto">
              <a:xfrm>
                <a:off x="1708" y="291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0" name="Line 57">
                <a:extLst>
                  <a:ext uri="{FF2B5EF4-FFF2-40B4-BE49-F238E27FC236}">
                    <a16:creationId xmlns:a16="http://schemas.microsoft.com/office/drawing/2014/main" id="{A4DE4BBA-7B2E-051B-5E15-524B3060443C}"/>
                  </a:ext>
                </a:extLst>
              </p:cNvPr>
              <p:cNvSpPr>
                <a:spLocks noChangeShapeType="1"/>
              </p:cNvSpPr>
              <p:nvPr/>
            </p:nvSpPr>
            <p:spPr bwMode="auto">
              <a:xfrm>
                <a:off x="1708" y="301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1" name="Line 58">
                <a:extLst>
                  <a:ext uri="{FF2B5EF4-FFF2-40B4-BE49-F238E27FC236}">
                    <a16:creationId xmlns:a16="http://schemas.microsoft.com/office/drawing/2014/main" id="{75739C82-68CE-9D17-BCAE-2EFFBB08DFDD}"/>
                  </a:ext>
                </a:extLst>
              </p:cNvPr>
              <p:cNvSpPr>
                <a:spLocks noChangeShapeType="1"/>
              </p:cNvSpPr>
              <p:nvPr/>
            </p:nvSpPr>
            <p:spPr bwMode="auto">
              <a:xfrm>
                <a:off x="1708" y="29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2" name="Line 59">
                <a:extLst>
                  <a:ext uri="{FF2B5EF4-FFF2-40B4-BE49-F238E27FC236}">
                    <a16:creationId xmlns:a16="http://schemas.microsoft.com/office/drawing/2014/main" id="{2F4D9EA8-6A63-E50E-D554-554F2AD6A542}"/>
                  </a:ext>
                </a:extLst>
              </p:cNvPr>
              <p:cNvSpPr>
                <a:spLocks noChangeShapeType="1"/>
              </p:cNvSpPr>
              <p:nvPr/>
            </p:nvSpPr>
            <p:spPr bwMode="auto">
              <a:xfrm>
                <a:off x="1708" y="305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3" name="Line 60">
                <a:extLst>
                  <a:ext uri="{FF2B5EF4-FFF2-40B4-BE49-F238E27FC236}">
                    <a16:creationId xmlns:a16="http://schemas.microsoft.com/office/drawing/2014/main" id="{CD51E7EF-78A6-5816-A9EE-20861648BD00}"/>
                  </a:ext>
                </a:extLst>
              </p:cNvPr>
              <p:cNvSpPr>
                <a:spLocks noChangeShapeType="1"/>
              </p:cNvSpPr>
              <p:nvPr/>
            </p:nvSpPr>
            <p:spPr bwMode="auto">
              <a:xfrm>
                <a:off x="1708" y="309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4" name="Line 61">
                <a:extLst>
                  <a:ext uri="{FF2B5EF4-FFF2-40B4-BE49-F238E27FC236}">
                    <a16:creationId xmlns:a16="http://schemas.microsoft.com/office/drawing/2014/main" id="{890A6643-DA44-443E-96C2-D66D338E86A0}"/>
                  </a:ext>
                </a:extLst>
              </p:cNvPr>
              <p:cNvSpPr>
                <a:spLocks noChangeShapeType="1"/>
              </p:cNvSpPr>
              <p:nvPr/>
            </p:nvSpPr>
            <p:spPr bwMode="auto">
              <a:xfrm>
                <a:off x="1708" y="315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5" name="Line 62">
                <a:extLst>
                  <a:ext uri="{FF2B5EF4-FFF2-40B4-BE49-F238E27FC236}">
                    <a16:creationId xmlns:a16="http://schemas.microsoft.com/office/drawing/2014/main" id="{ED4DA12A-8B19-112A-2020-300DAA253237}"/>
                  </a:ext>
                </a:extLst>
              </p:cNvPr>
              <p:cNvSpPr>
                <a:spLocks noChangeShapeType="1"/>
              </p:cNvSpPr>
              <p:nvPr/>
            </p:nvSpPr>
            <p:spPr bwMode="auto">
              <a:xfrm>
                <a:off x="1708" y="325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6" name="Line 63">
                <a:extLst>
                  <a:ext uri="{FF2B5EF4-FFF2-40B4-BE49-F238E27FC236}">
                    <a16:creationId xmlns:a16="http://schemas.microsoft.com/office/drawing/2014/main" id="{E6E4F57E-F2D7-29AE-3897-766C3CC524A4}"/>
                  </a:ext>
                </a:extLst>
              </p:cNvPr>
              <p:cNvSpPr>
                <a:spLocks noChangeShapeType="1"/>
              </p:cNvSpPr>
              <p:nvPr/>
            </p:nvSpPr>
            <p:spPr bwMode="auto">
              <a:xfrm>
                <a:off x="1708" y="320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7" name="Line 64">
                <a:extLst>
                  <a:ext uri="{FF2B5EF4-FFF2-40B4-BE49-F238E27FC236}">
                    <a16:creationId xmlns:a16="http://schemas.microsoft.com/office/drawing/2014/main" id="{5A135AAE-566E-98C4-4924-E73713C1F8D7}"/>
                  </a:ext>
                </a:extLst>
              </p:cNvPr>
              <p:cNvSpPr>
                <a:spLocks noChangeShapeType="1"/>
              </p:cNvSpPr>
              <p:nvPr/>
            </p:nvSpPr>
            <p:spPr bwMode="auto">
              <a:xfrm>
                <a:off x="1708" y="3303"/>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8" name="Line 65">
                <a:extLst>
                  <a:ext uri="{FF2B5EF4-FFF2-40B4-BE49-F238E27FC236}">
                    <a16:creationId xmlns:a16="http://schemas.microsoft.com/office/drawing/2014/main" id="{81030861-1AD0-AD3F-E4EB-34E6B65D54D6}"/>
                  </a:ext>
                </a:extLst>
              </p:cNvPr>
              <p:cNvSpPr>
                <a:spLocks noChangeShapeType="1"/>
              </p:cNvSpPr>
              <p:nvPr/>
            </p:nvSpPr>
            <p:spPr bwMode="auto">
              <a:xfrm>
                <a:off x="1708" y="335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9" name="Line 66">
                <a:extLst>
                  <a:ext uri="{FF2B5EF4-FFF2-40B4-BE49-F238E27FC236}">
                    <a16:creationId xmlns:a16="http://schemas.microsoft.com/office/drawing/2014/main" id="{C69C79D0-CC2C-2EC9-C5D3-8539249C1E98}"/>
                  </a:ext>
                </a:extLst>
              </p:cNvPr>
              <p:cNvSpPr>
                <a:spLocks noChangeShapeType="1"/>
              </p:cNvSpPr>
              <p:nvPr/>
            </p:nvSpPr>
            <p:spPr bwMode="auto">
              <a:xfrm>
                <a:off x="1708" y="339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80" name="Line 67">
                <a:extLst>
                  <a:ext uri="{FF2B5EF4-FFF2-40B4-BE49-F238E27FC236}">
                    <a16:creationId xmlns:a16="http://schemas.microsoft.com/office/drawing/2014/main" id="{579168C5-D2E7-D005-F596-65E84B434D29}"/>
                  </a:ext>
                </a:extLst>
              </p:cNvPr>
              <p:cNvSpPr>
                <a:spLocks noChangeShapeType="1"/>
              </p:cNvSpPr>
              <p:nvPr/>
            </p:nvSpPr>
            <p:spPr bwMode="auto">
              <a:xfrm>
                <a:off x="1708" y="34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81" name="Line 68">
                <a:extLst>
                  <a:ext uri="{FF2B5EF4-FFF2-40B4-BE49-F238E27FC236}">
                    <a16:creationId xmlns:a16="http://schemas.microsoft.com/office/drawing/2014/main" id="{83CA4D53-CD50-9358-C89D-0F39DDEB25C2}"/>
                  </a:ext>
                </a:extLst>
              </p:cNvPr>
              <p:cNvSpPr>
                <a:spLocks noChangeShapeType="1"/>
              </p:cNvSpPr>
              <p:nvPr/>
            </p:nvSpPr>
            <p:spPr bwMode="auto">
              <a:xfrm>
                <a:off x="1708" y="34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82" name="Line 69">
                <a:extLst>
                  <a:ext uri="{FF2B5EF4-FFF2-40B4-BE49-F238E27FC236}">
                    <a16:creationId xmlns:a16="http://schemas.microsoft.com/office/drawing/2014/main" id="{5773CE41-AABD-B8BB-0C4B-D0F4877E7731}"/>
                  </a:ext>
                </a:extLst>
              </p:cNvPr>
              <p:cNvSpPr>
                <a:spLocks noChangeShapeType="1"/>
              </p:cNvSpPr>
              <p:nvPr/>
            </p:nvSpPr>
            <p:spPr bwMode="auto">
              <a:xfrm>
                <a:off x="1708" y="353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83" name="Line 70">
                <a:extLst>
                  <a:ext uri="{FF2B5EF4-FFF2-40B4-BE49-F238E27FC236}">
                    <a16:creationId xmlns:a16="http://schemas.microsoft.com/office/drawing/2014/main" id="{CB7E29F5-B2B4-638D-AC75-CAAB0F2DD812}"/>
                  </a:ext>
                </a:extLst>
              </p:cNvPr>
              <p:cNvSpPr>
                <a:spLocks noChangeShapeType="1"/>
              </p:cNvSpPr>
              <p:nvPr/>
            </p:nvSpPr>
            <p:spPr bwMode="auto">
              <a:xfrm>
                <a:off x="1708" y="358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84" name="Line 71">
                <a:extLst>
                  <a:ext uri="{FF2B5EF4-FFF2-40B4-BE49-F238E27FC236}">
                    <a16:creationId xmlns:a16="http://schemas.microsoft.com/office/drawing/2014/main" id="{3303AA41-B2C7-1ACB-994A-3CDC37407876}"/>
                  </a:ext>
                </a:extLst>
              </p:cNvPr>
              <p:cNvSpPr>
                <a:spLocks noChangeShapeType="1"/>
              </p:cNvSpPr>
              <p:nvPr/>
            </p:nvSpPr>
            <p:spPr bwMode="auto">
              <a:xfrm>
                <a:off x="1708" y="363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352" name="Group 72">
              <a:extLst>
                <a:ext uri="{FF2B5EF4-FFF2-40B4-BE49-F238E27FC236}">
                  <a16:creationId xmlns:a16="http://schemas.microsoft.com/office/drawing/2014/main" id="{46BAD166-1A66-E381-3808-AC38A40E0E7F}"/>
                </a:ext>
              </a:extLst>
            </p:cNvPr>
            <p:cNvGrpSpPr>
              <a:grpSpLocks/>
            </p:cNvGrpSpPr>
            <p:nvPr/>
          </p:nvGrpSpPr>
          <p:grpSpPr bwMode="auto">
            <a:xfrm>
              <a:off x="1486" y="800"/>
              <a:ext cx="3124" cy="3124"/>
              <a:chOff x="1731" y="700"/>
              <a:chExt cx="3124" cy="3124"/>
            </a:xfrm>
          </p:grpSpPr>
          <p:sp>
            <p:nvSpPr>
              <p:cNvPr id="96353" name="Line 73">
                <a:extLst>
                  <a:ext uri="{FF2B5EF4-FFF2-40B4-BE49-F238E27FC236}">
                    <a16:creationId xmlns:a16="http://schemas.microsoft.com/office/drawing/2014/main" id="{7747422D-380D-6006-76D8-9DC52B327C7F}"/>
                  </a:ext>
                </a:extLst>
              </p:cNvPr>
              <p:cNvSpPr>
                <a:spLocks noChangeShapeType="1"/>
              </p:cNvSpPr>
              <p:nvPr/>
            </p:nvSpPr>
            <p:spPr bwMode="auto">
              <a:xfrm rot="5400000">
                <a:off x="3293"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4" name="Line 74">
                <a:extLst>
                  <a:ext uri="{FF2B5EF4-FFF2-40B4-BE49-F238E27FC236}">
                    <a16:creationId xmlns:a16="http://schemas.microsoft.com/office/drawing/2014/main" id="{EBBFD8F3-4463-B31D-E151-CB73A0D36745}"/>
                  </a:ext>
                </a:extLst>
              </p:cNvPr>
              <p:cNvSpPr>
                <a:spLocks noChangeShapeType="1"/>
              </p:cNvSpPr>
              <p:nvPr/>
            </p:nvSpPr>
            <p:spPr bwMode="auto">
              <a:xfrm rot="5400000">
                <a:off x="3189"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5" name="Line 75">
                <a:extLst>
                  <a:ext uri="{FF2B5EF4-FFF2-40B4-BE49-F238E27FC236}">
                    <a16:creationId xmlns:a16="http://schemas.microsoft.com/office/drawing/2014/main" id="{D3497FA2-A80C-FEB5-7B90-223867DF0D70}"/>
                  </a:ext>
                </a:extLst>
              </p:cNvPr>
              <p:cNvSpPr>
                <a:spLocks noChangeShapeType="1"/>
              </p:cNvSpPr>
              <p:nvPr/>
            </p:nvSpPr>
            <p:spPr bwMode="auto">
              <a:xfrm rot="5400000">
                <a:off x="32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6" name="Line 76">
                <a:extLst>
                  <a:ext uri="{FF2B5EF4-FFF2-40B4-BE49-F238E27FC236}">
                    <a16:creationId xmlns:a16="http://schemas.microsoft.com/office/drawing/2014/main" id="{231C0DF1-7A0A-21A2-8CE5-2D31161F25A7}"/>
                  </a:ext>
                </a:extLst>
              </p:cNvPr>
              <p:cNvSpPr>
                <a:spLocks noChangeShapeType="1"/>
              </p:cNvSpPr>
              <p:nvPr/>
            </p:nvSpPr>
            <p:spPr bwMode="auto">
              <a:xfrm rot="5400000">
                <a:off x="3139"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7" name="Line 77">
                <a:extLst>
                  <a:ext uri="{FF2B5EF4-FFF2-40B4-BE49-F238E27FC236}">
                    <a16:creationId xmlns:a16="http://schemas.microsoft.com/office/drawing/2014/main" id="{DE909A1B-4EF3-50B8-DCAC-3580CE56A137}"/>
                  </a:ext>
                </a:extLst>
              </p:cNvPr>
              <p:cNvSpPr>
                <a:spLocks noChangeShapeType="1"/>
              </p:cNvSpPr>
              <p:nvPr/>
            </p:nvSpPr>
            <p:spPr bwMode="auto">
              <a:xfrm rot="5400000">
                <a:off x="309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8" name="Line 78">
                <a:extLst>
                  <a:ext uri="{FF2B5EF4-FFF2-40B4-BE49-F238E27FC236}">
                    <a16:creationId xmlns:a16="http://schemas.microsoft.com/office/drawing/2014/main" id="{EAA799A4-40B7-4267-6A50-89338D94D658}"/>
                  </a:ext>
                </a:extLst>
              </p:cNvPr>
              <p:cNvSpPr>
                <a:spLocks noChangeShapeType="1"/>
              </p:cNvSpPr>
              <p:nvPr/>
            </p:nvSpPr>
            <p:spPr bwMode="auto">
              <a:xfrm rot="5400000">
                <a:off x="3040"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9" name="Line 79">
                <a:extLst>
                  <a:ext uri="{FF2B5EF4-FFF2-40B4-BE49-F238E27FC236}">
                    <a16:creationId xmlns:a16="http://schemas.microsoft.com/office/drawing/2014/main" id="{E794F470-F6CF-8865-D856-E813B3348977}"/>
                  </a:ext>
                </a:extLst>
              </p:cNvPr>
              <p:cNvSpPr>
                <a:spLocks noChangeShapeType="1"/>
              </p:cNvSpPr>
              <p:nvPr/>
            </p:nvSpPr>
            <p:spPr bwMode="auto">
              <a:xfrm rot="5400000">
                <a:off x="29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0" name="Line 80">
                <a:extLst>
                  <a:ext uri="{FF2B5EF4-FFF2-40B4-BE49-F238E27FC236}">
                    <a16:creationId xmlns:a16="http://schemas.microsoft.com/office/drawing/2014/main" id="{EA76A093-5919-E356-3A37-57BB9E59601B}"/>
                  </a:ext>
                </a:extLst>
              </p:cNvPr>
              <p:cNvSpPr>
                <a:spLocks noChangeShapeType="1"/>
              </p:cNvSpPr>
              <p:nvPr/>
            </p:nvSpPr>
            <p:spPr bwMode="auto">
              <a:xfrm rot="5400000">
                <a:off x="298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1" name="Line 81">
                <a:extLst>
                  <a:ext uri="{FF2B5EF4-FFF2-40B4-BE49-F238E27FC236}">
                    <a16:creationId xmlns:a16="http://schemas.microsoft.com/office/drawing/2014/main" id="{369BF1DD-D23A-5F71-2E20-D0F77E27511A}"/>
                  </a:ext>
                </a:extLst>
              </p:cNvPr>
              <p:cNvSpPr>
                <a:spLocks noChangeShapeType="1"/>
              </p:cNvSpPr>
              <p:nvPr/>
            </p:nvSpPr>
            <p:spPr bwMode="auto">
              <a:xfrm rot="5400000">
                <a:off x="289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2" name="Line 82">
                <a:extLst>
                  <a:ext uri="{FF2B5EF4-FFF2-40B4-BE49-F238E27FC236}">
                    <a16:creationId xmlns:a16="http://schemas.microsoft.com/office/drawing/2014/main" id="{022C4A52-776E-56EC-B196-5890C75DBA47}"/>
                  </a:ext>
                </a:extLst>
              </p:cNvPr>
              <p:cNvSpPr>
                <a:spLocks noChangeShapeType="1"/>
              </p:cNvSpPr>
              <p:nvPr/>
            </p:nvSpPr>
            <p:spPr bwMode="auto">
              <a:xfrm rot="5400000">
                <a:off x="284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3" name="Line 83">
                <a:extLst>
                  <a:ext uri="{FF2B5EF4-FFF2-40B4-BE49-F238E27FC236}">
                    <a16:creationId xmlns:a16="http://schemas.microsoft.com/office/drawing/2014/main" id="{857AD57C-72EE-77A8-178E-DBFC8E1DD973}"/>
                  </a:ext>
                </a:extLst>
              </p:cNvPr>
              <p:cNvSpPr>
                <a:spLocks noChangeShapeType="1"/>
              </p:cNvSpPr>
              <p:nvPr/>
            </p:nvSpPr>
            <p:spPr bwMode="auto">
              <a:xfrm rot="5400000">
                <a:off x="280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4" name="Line 84">
                <a:extLst>
                  <a:ext uri="{FF2B5EF4-FFF2-40B4-BE49-F238E27FC236}">
                    <a16:creationId xmlns:a16="http://schemas.microsoft.com/office/drawing/2014/main" id="{10AD6605-23F7-1F3B-4353-6786E8C1371B}"/>
                  </a:ext>
                </a:extLst>
              </p:cNvPr>
              <p:cNvSpPr>
                <a:spLocks noChangeShapeType="1"/>
              </p:cNvSpPr>
              <p:nvPr/>
            </p:nvSpPr>
            <p:spPr bwMode="auto">
              <a:xfrm rot="5400000">
                <a:off x="270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5" name="Line 85">
                <a:extLst>
                  <a:ext uri="{FF2B5EF4-FFF2-40B4-BE49-F238E27FC236}">
                    <a16:creationId xmlns:a16="http://schemas.microsoft.com/office/drawing/2014/main" id="{0D5D03EE-7D3B-C91A-FC44-C5197458B001}"/>
                  </a:ext>
                </a:extLst>
              </p:cNvPr>
              <p:cNvSpPr>
                <a:spLocks noChangeShapeType="1"/>
              </p:cNvSpPr>
              <p:nvPr/>
            </p:nvSpPr>
            <p:spPr bwMode="auto">
              <a:xfrm rot="5400000">
                <a:off x="274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6" name="Line 86">
                <a:extLst>
                  <a:ext uri="{FF2B5EF4-FFF2-40B4-BE49-F238E27FC236}">
                    <a16:creationId xmlns:a16="http://schemas.microsoft.com/office/drawing/2014/main" id="{39613516-7D6B-31DC-AAC6-4C121B5ED7D1}"/>
                  </a:ext>
                </a:extLst>
              </p:cNvPr>
              <p:cNvSpPr>
                <a:spLocks noChangeShapeType="1"/>
              </p:cNvSpPr>
              <p:nvPr/>
            </p:nvSpPr>
            <p:spPr bwMode="auto">
              <a:xfrm rot="5400000">
                <a:off x="265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7" name="Line 87">
                <a:extLst>
                  <a:ext uri="{FF2B5EF4-FFF2-40B4-BE49-F238E27FC236}">
                    <a16:creationId xmlns:a16="http://schemas.microsoft.com/office/drawing/2014/main" id="{41244466-B03B-0AA1-7253-699C04862CA9}"/>
                  </a:ext>
                </a:extLst>
              </p:cNvPr>
              <p:cNvSpPr>
                <a:spLocks noChangeShapeType="1"/>
              </p:cNvSpPr>
              <p:nvPr/>
            </p:nvSpPr>
            <p:spPr bwMode="auto">
              <a:xfrm rot="5400000">
                <a:off x="261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8" name="Line 88">
                <a:extLst>
                  <a:ext uri="{FF2B5EF4-FFF2-40B4-BE49-F238E27FC236}">
                    <a16:creationId xmlns:a16="http://schemas.microsoft.com/office/drawing/2014/main" id="{0A313094-9ACF-D5F1-21CB-E8BC1A5B3E87}"/>
                  </a:ext>
                </a:extLst>
              </p:cNvPr>
              <p:cNvSpPr>
                <a:spLocks noChangeShapeType="1"/>
              </p:cNvSpPr>
              <p:nvPr/>
            </p:nvSpPr>
            <p:spPr bwMode="auto">
              <a:xfrm rot="5400000">
                <a:off x="256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9" name="Line 89">
                <a:extLst>
                  <a:ext uri="{FF2B5EF4-FFF2-40B4-BE49-F238E27FC236}">
                    <a16:creationId xmlns:a16="http://schemas.microsoft.com/office/drawing/2014/main" id="{64606FDC-0F82-FE1C-4518-5DD3667CB91C}"/>
                  </a:ext>
                </a:extLst>
              </p:cNvPr>
              <p:cNvSpPr>
                <a:spLocks noChangeShapeType="1"/>
              </p:cNvSpPr>
              <p:nvPr/>
            </p:nvSpPr>
            <p:spPr bwMode="auto">
              <a:xfrm rot="5400000">
                <a:off x="246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0" name="Line 90">
                <a:extLst>
                  <a:ext uri="{FF2B5EF4-FFF2-40B4-BE49-F238E27FC236}">
                    <a16:creationId xmlns:a16="http://schemas.microsoft.com/office/drawing/2014/main" id="{EF8C7BBE-0141-6E79-DAFF-05D4DCA82775}"/>
                  </a:ext>
                </a:extLst>
              </p:cNvPr>
              <p:cNvSpPr>
                <a:spLocks noChangeShapeType="1"/>
              </p:cNvSpPr>
              <p:nvPr/>
            </p:nvSpPr>
            <p:spPr bwMode="auto">
              <a:xfrm rot="5400000">
                <a:off x="251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1" name="Line 91">
                <a:extLst>
                  <a:ext uri="{FF2B5EF4-FFF2-40B4-BE49-F238E27FC236}">
                    <a16:creationId xmlns:a16="http://schemas.microsoft.com/office/drawing/2014/main" id="{E1228648-55E8-2A8A-389C-AE8C6ABB1A87}"/>
                  </a:ext>
                </a:extLst>
              </p:cNvPr>
              <p:cNvSpPr>
                <a:spLocks noChangeShapeType="1"/>
              </p:cNvSpPr>
              <p:nvPr/>
            </p:nvSpPr>
            <p:spPr bwMode="auto">
              <a:xfrm rot="5400000">
                <a:off x="241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2" name="Line 92">
                <a:extLst>
                  <a:ext uri="{FF2B5EF4-FFF2-40B4-BE49-F238E27FC236}">
                    <a16:creationId xmlns:a16="http://schemas.microsoft.com/office/drawing/2014/main" id="{6B4A83BC-72EA-A8CD-D21D-92ABC3D96FFA}"/>
                  </a:ext>
                </a:extLst>
              </p:cNvPr>
              <p:cNvSpPr>
                <a:spLocks noChangeShapeType="1"/>
              </p:cNvSpPr>
              <p:nvPr/>
            </p:nvSpPr>
            <p:spPr bwMode="auto">
              <a:xfrm rot="5400000">
                <a:off x="237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3" name="Line 93">
                <a:extLst>
                  <a:ext uri="{FF2B5EF4-FFF2-40B4-BE49-F238E27FC236}">
                    <a16:creationId xmlns:a16="http://schemas.microsoft.com/office/drawing/2014/main" id="{61D818A0-EAF9-442C-6262-620818B93C99}"/>
                  </a:ext>
                </a:extLst>
              </p:cNvPr>
              <p:cNvSpPr>
                <a:spLocks noChangeShapeType="1"/>
              </p:cNvSpPr>
              <p:nvPr/>
            </p:nvSpPr>
            <p:spPr bwMode="auto">
              <a:xfrm rot="5400000">
                <a:off x="232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4" name="Line 94">
                <a:extLst>
                  <a:ext uri="{FF2B5EF4-FFF2-40B4-BE49-F238E27FC236}">
                    <a16:creationId xmlns:a16="http://schemas.microsoft.com/office/drawing/2014/main" id="{CCE33FD4-28DB-4A45-2567-1966247E6AAA}"/>
                  </a:ext>
                </a:extLst>
              </p:cNvPr>
              <p:cNvSpPr>
                <a:spLocks noChangeShapeType="1"/>
              </p:cNvSpPr>
              <p:nvPr/>
            </p:nvSpPr>
            <p:spPr bwMode="auto">
              <a:xfrm rot="5400000">
                <a:off x="223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5" name="Line 95">
                <a:extLst>
                  <a:ext uri="{FF2B5EF4-FFF2-40B4-BE49-F238E27FC236}">
                    <a16:creationId xmlns:a16="http://schemas.microsoft.com/office/drawing/2014/main" id="{38311902-706F-7238-9625-AA57F4C92C2D}"/>
                  </a:ext>
                </a:extLst>
              </p:cNvPr>
              <p:cNvSpPr>
                <a:spLocks noChangeShapeType="1"/>
              </p:cNvSpPr>
              <p:nvPr/>
            </p:nvSpPr>
            <p:spPr bwMode="auto">
              <a:xfrm rot="5400000">
                <a:off x="227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6" name="Line 96">
                <a:extLst>
                  <a:ext uri="{FF2B5EF4-FFF2-40B4-BE49-F238E27FC236}">
                    <a16:creationId xmlns:a16="http://schemas.microsoft.com/office/drawing/2014/main" id="{87C078BD-E03F-01AA-16F6-0C964A6DE7EA}"/>
                  </a:ext>
                </a:extLst>
              </p:cNvPr>
              <p:cNvSpPr>
                <a:spLocks noChangeShapeType="1"/>
              </p:cNvSpPr>
              <p:nvPr/>
            </p:nvSpPr>
            <p:spPr bwMode="auto">
              <a:xfrm rot="5400000">
                <a:off x="218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7" name="Line 97">
                <a:extLst>
                  <a:ext uri="{FF2B5EF4-FFF2-40B4-BE49-F238E27FC236}">
                    <a16:creationId xmlns:a16="http://schemas.microsoft.com/office/drawing/2014/main" id="{0A5494BB-87AA-1057-0F1F-8B388E4080F0}"/>
                  </a:ext>
                </a:extLst>
              </p:cNvPr>
              <p:cNvSpPr>
                <a:spLocks noChangeShapeType="1"/>
              </p:cNvSpPr>
              <p:nvPr/>
            </p:nvSpPr>
            <p:spPr bwMode="auto">
              <a:xfrm rot="5400000">
                <a:off x="212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8" name="Line 98">
                <a:extLst>
                  <a:ext uri="{FF2B5EF4-FFF2-40B4-BE49-F238E27FC236}">
                    <a16:creationId xmlns:a16="http://schemas.microsoft.com/office/drawing/2014/main" id="{62837400-FCA5-06DD-6630-72629EBDC90C}"/>
                  </a:ext>
                </a:extLst>
              </p:cNvPr>
              <p:cNvSpPr>
                <a:spLocks noChangeShapeType="1"/>
              </p:cNvSpPr>
              <p:nvPr/>
            </p:nvSpPr>
            <p:spPr bwMode="auto">
              <a:xfrm rot="5400000">
                <a:off x="208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9" name="Line 99">
                <a:extLst>
                  <a:ext uri="{FF2B5EF4-FFF2-40B4-BE49-F238E27FC236}">
                    <a16:creationId xmlns:a16="http://schemas.microsoft.com/office/drawing/2014/main" id="{5F881569-FDC8-0B6C-DDAE-B1A008E7BB99}"/>
                  </a:ext>
                </a:extLst>
              </p:cNvPr>
              <p:cNvSpPr>
                <a:spLocks noChangeShapeType="1"/>
              </p:cNvSpPr>
              <p:nvPr/>
            </p:nvSpPr>
            <p:spPr bwMode="auto">
              <a:xfrm rot="5400000">
                <a:off x="198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0" name="Line 100">
                <a:extLst>
                  <a:ext uri="{FF2B5EF4-FFF2-40B4-BE49-F238E27FC236}">
                    <a16:creationId xmlns:a16="http://schemas.microsoft.com/office/drawing/2014/main" id="{3BCECDB0-7BBF-133D-9B39-2DA1330FB5D8}"/>
                  </a:ext>
                </a:extLst>
              </p:cNvPr>
              <p:cNvSpPr>
                <a:spLocks noChangeShapeType="1"/>
              </p:cNvSpPr>
              <p:nvPr/>
            </p:nvSpPr>
            <p:spPr bwMode="auto">
              <a:xfrm rot="5400000">
                <a:off x="203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1" name="Line 101">
                <a:extLst>
                  <a:ext uri="{FF2B5EF4-FFF2-40B4-BE49-F238E27FC236}">
                    <a16:creationId xmlns:a16="http://schemas.microsoft.com/office/drawing/2014/main" id="{810FAD2C-F914-ADAB-768B-3DAF0E7EAC12}"/>
                  </a:ext>
                </a:extLst>
              </p:cNvPr>
              <p:cNvSpPr>
                <a:spLocks noChangeShapeType="1"/>
              </p:cNvSpPr>
              <p:nvPr/>
            </p:nvSpPr>
            <p:spPr bwMode="auto">
              <a:xfrm rot="5400000">
                <a:off x="19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2" name="Line 102">
                <a:extLst>
                  <a:ext uri="{FF2B5EF4-FFF2-40B4-BE49-F238E27FC236}">
                    <a16:creationId xmlns:a16="http://schemas.microsoft.com/office/drawing/2014/main" id="{33EEF975-859B-EE9F-930B-AA0F190F57EC}"/>
                  </a:ext>
                </a:extLst>
              </p:cNvPr>
              <p:cNvSpPr>
                <a:spLocks noChangeShapeType="1"/>
              </p:cNvSpPr>
              <p:nvPr/>
            </p:nvSpPr>
            <p:spPr bwMode="auto">
              <a:xfrm rot="5400000">
                <a:off x="189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3" name="Line 103">
                <a:extLst>
                  <a:ext uri="{FF2B5EF4-FFF2-40B4-BE49-F238E27FC236}">
                    <a16:creationId xmlns:a16="http://schemas.microsoft.com/office/drawing/2014/main" id="{EA75591D-EB36-DED7-9720-E822ABAFCE4F}"/>
                  </a:ext>
                </a:extLst>
              </p:cNvPr>
              <p:cNvSpPr>
                <a:spLocks noChangeShapeType="1"/>
              </p:cNvSpPr>
              <p:nvPr/>
            </p:nvSpPr>
            <p:spPr bwMode="auto">
              <a:xfrm rot="5400000">
                <a:off x="1847"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4" name="Line 104">
                <a:extLst>
                  <a:ext uri="{FF2B5EF4-FFF2-40B4-BE49-F238E27FC236}">
                    <a16:creationId xmlns:a16="http://schemas.microsoft.com/office/drawing/2014/main" id="{AF094190-E589-65EA-CC10-40D9C372AE15}"/>
                  </a:ext>
                </a:extLst>
              </p:cNvPr>
              <p:cNvSpPr>
                <a:spLocks noChangeShapeType="1"/>
              </p:cNvSpPr>
              <p:nvPr/>
            </p:nvSpPr>
            <p:spPr bwMode="auto">
              <a:xfrm rot="5400000">
                <a:off x="174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5" name="Line 105">
                <a:extLst>
                  <a:ext uri="{FF2B5EF4-FFF2-40B4-BE49-F238E27FC236}">
                    <a16:creationId xmlns:a16="http://schemas.microsoft.com/office/drawing/2014/main" id="{AD29F104-B2AB-2D99-7B16-BA38E7CCB066}"/>
                  </a:ext>
                </a:extLst>
              </p:cNvPr>
              <p:cNvSpPr>
                <a:spLocks noChangeShapeType="1"/>
              </p:cNvSpPr>
              <p:nvPr/>
            </p:nvSpPr>
            <p:spPr bwMode="auto">
              <a:xfrm rot="5400000">
                <a:off x="179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6" name="Line 106">
                <a:extLst>
                  <a:ext uri="{FF2B5EF4-FFF2-40B4-BE49-F238E27FC236}">
                    <a16:creationId xmlns:a16="http://schemas.microsoft.com/office/drawing/2014/main" id="{FFD6EEE1-930D-1458-B573-8FC7A0C8A0B9}"/>
                  </a:ext>
                </a:extLst>
              </p:cNvPr>
              <p:cNvSpPr>
                <a:spLocks noChangeShapeType="1"/>
              </p:cNvSpPr>
              <p:nvPr/>
            </p:nvSpPr>
            <p:spPr bwMode="auto">
              <a:xfrm rot="5400000">
                <a:off x="170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7" name="Line 107">
                <a:extLst>
                  <a:ext uri="{FF2B5EF4-FFF2-40B4-BE49-F238E27FC236}">
                    <a16:creationId xmlns:a16="http://schemas.microsoft.com/office/drawing/2014/main" id="{B3A360DD-C09E-3C4B-CA31-9E5E9F6B68B6}"/>
                  </a:ext>
                </a:extLst>
              </p:cNvPr>
              <p:cNvSpPr>
                <a:spLocks noChangeShapeType="1"/>
              </p:cNvSpPr>
              <p:nvPr/>
            </p:nvSpPr>
            <p:spPr bwMode="auto">
              <a:xfrm rot="5400000">
                <a:off x="165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8" name="Line 108">
                <a:extLst>
                  <a:ext uri="{FF2B5EF4-FFF2-40B4-BE49-F238E27FC236}">
                    <a16:creationId xmlns:a16="http://schemas.microsoft.com/office/drawing/2014/main" id="{98A01A12-82D9-F5C5-C24A-3FC1997690D1}"/>
                  </a:ext>
                </a:extLst>
              </p:cNvPr>
              <p:cNvSpPr>
                <a:spLocks noChangeShapeType="1"/>
              </p:cNvSpPr>
              <p:nvPr/>
            </p:nvSpPr>
            <p:spPr bwMode="auto">
              <a:xfrm rot="5400000">
                <a:off x="161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9" name="Line 109">
                <a:extLst>
                  <a:ext uri="{FF2B5EF4-FFF2-40B4-BE49-F238E27FC236}">
                    <a16:creationId xmlns:a16="http://schemas.microsoft.com/office/drawing/2014/main" id="{44047DB3-3E28-B4AC-DB4F-381BE43C96FA}"/>
                  </a:ext>
                </a:extLst>
              </p:cNvPr>
              <p:cNvSpPr>
                <a:spLocks noChangeShapeType="1"/>
              </p:cNvSpPr>
              <p:nvPr/>
            </p:nvSpPr>
            <p:spPr bwMode="auto">
              <a:xfrm rot="5400000">
                <a:off x="150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0" name="Line 110">
                <a:extLst>
                  <a:ext uri="{FF2B5EF4-FFF2-40B4-BE49-F238E27FC236}">
                    <a16:creationId xmlns:a16="http://schemas.microsoft.com/office/drawing/2014/main" id="{0358093E-83E3-4E12-74B8-68BC2B4CAB07}"/>
                  </a:ext>
                </a:extLst>
              </p:cNvPr>
              <p:cNvSpPr>
                <a:spLocks noChangeShapeType="1"/>
              </p:cNvSpPr>
              <p:nvPr/>
            </p:nvSpPr>
            <p:spPr bwMode="auto">
              <a:xfrm rot="5400000">
                <a:off x="155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1" name="Line 111">
                <a:extLst>
                  <a:ext uri="{FF2B5EF4-FFF2-40B4-BE49-F238E27FC236}">
                    <a16:creationId xmlns:a16="http://schemas.microsoft.com/office/drawing/2014/main" id="{F674615B-86D6-9275-E5D6-ED09E20A7230}"/>
                  </a:ext>
                </a:extLst>
              </p:cNvPr>
              <p:cNvSpPr>
                <a:spLocks noChangeShapeType="1"/>
              </p:cNvSpPr>
              <p:nvPr/>
            </p:nvSpPr>
            <p:spPr bwMode="auto">
              <a:xfrm rot="5400000">
                <a:off x="1467"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2" name="Line 112">
                <a:extLst>
                  <a:ext uri="{FF2B5EF4-FFF2-40B4-BE49-F238E27FC236}">
                    <a16:creationId xmlns:a16="http://schemas.microsoft.com/office/drawing/2014/main" id="{8AE088AC-B69B-06AE-D7D5-FF034BB2132A}"/>
                  </a:ext>
                </a:extLst>
              </p:cNvPr>
              <p:cNvSpPr>
                <a:spLocks noChangeShapeType="1"/>
              </p:cNvSpPr>
              <p:nvPr/>
            </p:nvSpPr>
            <p:spPr bwMode="auto">
              <a:xfrm rot="5400000">
                <a:off x="141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3" name="Line 113">
                <a:extLst>
                  <a:ext uri="{FF2B5EF4-FFF2-40B4-BE49-F238E27FC236}">
                    <a16:creationId xmlns:a16="http://schemas.microsoft.com/office/drawing/2014/main" id="{02F5B39F-B2C6-E0CD-5A23-0E3E25B387A1}"/>
                  </a:ext>
                </a:extLst>
              </p:cNvPr>
              <p:cNvSpPr>
                <a:spLocks noChangeShapeType="1"/>
              </p:cNvSpPr>
              <p:nvPr/>
            </p:nvSpPr>
            <p:spPr bwMode="auto">
              <a:xfrm rot="5400000">
                <a:off x="1362"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4" name="Line 114">
                <a:extLst>
                  <a:ext uri="{FF2B5EF4-FFF2-40B4-BE49-F238E27FC236}">
                    <a16:creationId xmlns:a16="http://schemas.microsoft.com/office/drawing/2014/main" id="{BC3B323A-326C-F272-6C3C-A5CAA9334FE8}"/>
                  </a:ext>
                </a:extLst>
              </p:cNvPr>
              <p:cNvSpPr>
                <a:spLocks noChangeShapeType="1"/>
              </p:cNvSpPr>
              <p:nvPr/>
            </p:nvSpPr>
            <p:spPr bwMode="auto">
              <a:xfrm rot="5400000">
                <a:off x="126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5" name="Line 115">
                <a:extLst>
                  <a:ext uri="{FF2B5EF4-FFF2-40B4-BE49-F238E27FC236}">
                    <a16:creationId xmlns:a16="http://schemas.microsoft.com/office/drawing/2014/main" id="{83F35BC4-08CD-6FDD-76AD-B6119D929C66}"/>
                  </a:ext>
                </a:extLst>
              </p:cNvPr>
              <p:cNvSpPr>
                <a:spLocks noChangeShapeType="1"/>
              </p:cNvSpPr>
              <p:nvPr/>
            </p:nvSpPr>
            <p:spPr bwMode="auto">
              <a:xfrm rot="5400000">
                <a:off x="131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6" name="Line 116">
                <a:extLst>
                  <a:ext uri="{FF2B5EF4-FFF2-40B4-BE49-F238E27FC236}">
                    <a16:creationId xmlns:a16="http://schemas.microsoft.com/office/drawing/2014/main" id="{E52CAC0F-DCDD-8FFC-1536-E7E284D74EEA}"/>
                  </a:ext>
                </a:extLst>
              </p:cNvPr>
              <p:cNvSpPr>
                <a:spLocks noChangeShapeType="1"/>
              </p:cNvSpPr>
              <p:nvPr/>
            </p:nvSpPr>
            <p:spPr bwMode="auto">
              <a:xfrm rot="5400000">
                <a:off x="1217"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7" name="Line 117">
                <a:extLst>
                  <a:ext uri="{FF2B5EF4-FFF2-40B4-BE49-F238E27FC236}">
                    <a16:creationId xmlns:a16="http://schemas.microsoft.com/office/drawing/2014/main" id="{7ECC205F-CA30-5D7C-324B-EC0C2EB2BDFE}"/>
                  </a:ext>
                </a:extLst>
              </p:cNvPr>
              <p:cNvSpPr>
                <a:spLocks noChangeShapeType="1"/>
              </p:cNvSpPr>
              <p:nvPr/>
            </p:nvSpPr>
            <p:spPr bwMode="auto">
              <a:xfrm rot="5400000">
                <a:off x="117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8" name="Line 118">
                <a:extLst>
                  <a:ext uri="{FF2B5EF4-FFF2-40B4-BE49-F238E27FC236}">
                    <a16:creationId xmlns:a16="http://schemas.microsoft.com/office/drawing/2014/main" id="{348C6AF2-E62F-82DA-B6B6-6C97C46D9FB5}"/>
                  </a:ext>
                </a:extLst>
              </p:cNvPr>
              <p:cNvSpPr>
                <a:spLocks noChangeShapeType="1"/>
              </p:cNvSpPr>
              <p:nvPr/>
            </p:nvSpPr>
            <p:spPr bwMode="auto">
              <a:xfrm rot="5400000">
                <a:off x="1127"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9" name="Line 119">
                <a:extLst>
                  <a:ext uri="{FF2B5EF4-FFF2-40B4-BE49-F238E27FC236}">
                    <a16:creationId xmlns:a16="http://schemas.microsoft.com/office/drawing/2014/main" id="{A2E36481-D922-A4DE-35A9-12E31D6224A8}"/>
                  </a:ext>
                </a:extLst>
              </p:cNvPr>
              <p:cNvSpPr>
                <a:spLocks noChangeShapeType="1"/>
              </p:cNvSpPr>
              <p:nvPr/>
            </p:nvSpPr>
            <p:spPr bwMode="auto">
              <a:xfrm rot="5400000">
                <a:off x="103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0" name="Line 120">
                <a:extLst>
                  <a:ext uri="{FF2B5EF4-FFF2-40B4-BE49-F238E27FC236}">
                    <a16:creationId xmlns:a16="http://schemas.microsoft.com/office/drawing/2014/main" id="{0E7ED880-D537-5DCA-3459-6F1C3C3F10A5}"/>
                  </a:ext>
                </a:extLst>
              </p:cNvPr>
              <p:cNvSpPr>
                <a:spLocks noChangeShapeType="1"/>
              </p:cNvSpPr>
              <p:nvPr/>
            </p:nvSpPr>
            <p:spPr bwMode="auto">
              <a:xfrm rot="5400000">
                <a:off x="107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1" name="Line 121">
                <a:extLst>
                  <a:ext uri="{FF2B5EF4-FFF2-40B4-BE49-F238E27FC236}">
                    <a16:creationId xmlns:a16="http://schemas.microsoft.com/office/drawing/2014/main" id="{AEB70A16-A2D4-DB95-EDF4-A29E5119DFA1}"/>
                  </a:ext>
                </a:extLst>
              </p:cNvPr>
              <p:cNvSpPr>
                <a:spLocks noChangeShapeType="1"/>
              </p:cNvSpPr>
              <p:nvPr/>
            </p:nvSpPr>
            <p:spPr bwMode="auto">
              <a:xfrm rot="5400000">
                <a:off x="98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2" name="Line 122">
                <a:extLst>
                  <a:ext uri="{FF2B5EF4-FFF2-40B4-BE49-F238E27FC236}">
                    <a16:creationId xmlns:a16="http://schemas.microsoft.com/office/drawing/2014/main" id="{4EF392F8-0854-04AA-677F-161039E6932C}"/>
                  </a:ext>
                </a:extLst>
              </p:cNvPr>
              <p:cNvSpPr>
                <a:spLocks noChangeShapeType="1"/>
              </p:cNvSpPr>
              <p:nvPr/>
            </p:nvSpPr>
            <p:spPr bwMode="auto">
              <a:xfrm rot="5400000">
                <a:off x="93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3" name="Line 123">
                <a:extLst>
                  <a:ext uri="{FF2B5EF4-FFF2-40B4-BE49-F238E27FC236}">
                    <a16:creationId xmlns:a16="http://schemas.microsoft.com/office/drawing/2014/main" id="{FF0BA166-395F-FD67-5D93-2BFADEF03449}"/>
                  </a:ext>
                </a:extLst>
              </p:cNvPr>
              <p:cNvSpPr>
                <a:spLocks noChangeShapeType="1"/>
              </p:cNvSpPr>
              <p:nvPr/>
            </p:nvSpPr>
            <p:spPr bwMode="auto">
              <a:xfrm rot="5400000">
                <a:off x="890"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4" name="Line 124">
                <a:extLst>
                  <a:ext uri="{FF2B5EF4-FFF2-40B4-BE49-F238E27FC236}">
                    <a16:creationId xmlns:a16="http://schemas.microsoft.com/office/drawing/2014/main" id="{DDBED39A-13D6-9F7B-0F09-3E544C741EF0}"/>
                  </a:ext>
                </a:extLst>
              </p:cNvPr>
              <p:cNvSpPr>
                <a:spLocks noChangeShapeType="1"/>
              </p:cNvSpPr>
              <p:nvPr/>
            </p:nvSpPr>
            <p:spPr bwMode="auto">
              <a:xfrm rot="5400000">
                <a:off x="79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5" name="Line 125">
                <a:extLst>
                  <a:ext uri="{FF2B5EF4-FFF2-40B4-BE49-F238E27FC236}">
                    <a16:creationId xmlns:a16="http://schemas.microsoft.com/office/drawing/2014/main" id="{A1A39E3A-30D7-8D7E-873F-6C5C8C571986}"/>
                  </a:ext>
                </a:extLst>
              </p:cNvPr>
              <p:cNvSpPr>
                <a:spLocks noChangeShapeType="1"/>
              </p:cNvSpPr>
              <p:nvPr/>
            </p:nvSpPr>
            <p:spPr bwMode="auto">
              <a:xfrm rot="5400000">
                <a:off x="84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6" name="Line 126">
                <a:extLst>
                  <a:ext uri="{FF2B5EF4-FFF2-40B4-BE49-F238E27FC236}">
                    <a16:creationId xmlns:a16="http://schemas.microsoft.com/office/drawing/2014/main" id="{70B15666-6A39-1DFC-DFF9-B42B640EFAF5}"/>
                  </a:ext>
                </a:extLst>
              </p:cNvPr>
              <p:cNvSpPr>
                <a:spLocks noChangeShapeType="1"/>
              </p:cNvSpPr>
              <p:nvPr/>
            </p:nvSpPr>
            <p:spPr bwMode="auto">
              <a:xfrm rot="5400000">
                <a:off x="74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7" name="Line 127">
                <a:extLst>
                  <a:ext uri="{FF2B5EF4-FFF2-40B4-BE49-F238E27FC236}">
                    <a16:creationId xmlns:a16="http://schemas.microsoft.com/office/drawing/2014/main" id="{EFEA5F6F-C7FC-1DDB-16C4-31AB7533DFE5}"/>
                  </a:ext>
                </a:extLst>
              </p:cNvPr>
              <p:cNvSpPr>
                <a:spLocks noChangeShapeType="1"/>
              </p:cNvSpPr>
              <p:nvPr/>
            </p:nvSpPr>
            <p:spPr bwMode="auto">
              <a:xfrm rot="5400000">
                <a:off x="69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8" name="Line 128">
                <a:extLst>
                  <a:ext uri="{FF2B5EF4-FFF2-40B4-BE49-F238E27FC236}">
                    <a16:creationId xmlns:a16="http://schemas.microsoft.com/office/drawing/2014/main" id="{44ADA16C-86BC-7416-2C73-C04F76274358}"/>
                  </a:ext>
                </a:extLst>
              </p:cNvPr>
              <p:cNvSpPr>
                <a:spLocks noChangeShapeType="1"/>
              </p:cNvSpPr>
              <p:nvPr/>
            </p:nvSpPr>
            <p:spPr bwMode="auto">
              <a:xfrm rot="5400000">
                <a:off x="65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9" name="Line 129">
                <a:extLst>
                  <a:ext uri="{FF2B5EF4-FFF2-40B4-BE49-F238E27FC236}">
                    <a16:creationId xmlns:a16="http://schemas.microsoft.com/office/drawing/2014/main" id="{2DD25A5E-FF3C-EB86-8B5F-DA0A583650A5}"/>
                  </a:ext>
                </a:extLst>
              </p:cNvPr>
              <p:cNvSpPr>
                <a:spLocks noChangeShapeType="1"/>
              </p:cNvSpPr>
              <p:nvPr/>
            </p:nvSpPr>
            <p:spPr bwMode="auto">
              <a:xfrm rot="5400000">
                <a:off x="56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0" name="Line 130">
                <a:extLst>
                  <a:ext uri="{FF2B5EF4-FFF2-40B4-BE49-F238E27FC236}">
                    <a16:creationId xmlns:a16="http://schemas.microsoft.com/office/drawing/2014/main" id="{6FA47DDE-42D5-8628-838D-A521AB1A3937}"/>
                  </a:ext>
                </a:extLst>
              </p:cNvPr>
              <p:cNvSpPr>
                <a:spLocks noChangeShapeType="1"/>
              </p:cNvSpPr>
              <p:nvPr/>
            </p:nvSpPr>
            <p:spPr bwMode="auto">
              <a:xfrm rot="5400000">
                <a:off x="59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1" name="Line 131">
                <a:extLst>
                  <a:ext uri="{FF2B5EF4-FFF2-40B4-BE49-F238E27FC236}">
                    <a16:creationId xmlns:a16="http://schemas.microsoft.com/office/drawing/2014/main" id="{8BD88330-9660-9959-E46D-E13791662E51}"/>
                  </a:ext>
                </a:extLst>
              </p:cNvPr>
              <p:cNvSpPr>
                <a:spLocks noChangeShapeType="1"/>
              </p:cNvSpPr>
              <p:nvPr/>
            </p:nvSpPr>
            <p:spPr bwMode="auto">
              <a:xfrm rot="5400000">
                <a:off x="51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2" name="Line 132">
                <a:extLst>
                  <a:ext uri="{FF2B5EF4-FFF2-40B4-BE49-F238E27FC236}">
                    <a16:creationId xmlns:a16="http://schemas.microsoft.com/office/drawing/2014/main" id="{77020CF7-ECCC-683D-3B25-E33CD785937F}"/>
                  </a:ext>
                </a:extLst>
              </p:cNvPr>
              <p:cNvSpPr>
                <a:spLocks noChangeShapeType="1"/>
              </p:cNvSpPr>
              <p:nvPr/>
            </p:nvSpPr>
            <p:spPr bwMode="auto">
              <a:xfrm rot="5400000">
                <a:off x="46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3" name="Line 133">
                <a:extLst>
                  <a:ext uri="{FF2B5EF4-FFF2-40B4-BE49-F238E27FC236}">
                    <a16:creationId xmlns:a16="http://schemas.microsoft.com/office/drawing/2014/main" id="{B21BA23F-5C45-6145-AB04-8B1E0C3F2D77}"/>
                  </a:ext>
                </a:extLst>
              </p:cNvPr>
              <p:cNvSpPr>
                <a:spLocks noChangeShapeType="1"/>
              </p:cNvSpPr>
              <p:nvPr/>
            </p:nvSpPr>
            <p:spPr bwMode="auto">
              <a:xfrm rot="5400000">
                <a:off x="422"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4" name="Line 134">
                <a:extLst>
                  <a:ext uri="{FF2B5EF4-FFF2-40B4-BE49-F238E27FC236}">
                    <a16:creationId xmlns:a16="http://schemas.microsoft.com/office/drawing/2014/main" id="{CBA72F38-9608-384D-A68F-05FBC681D299}"/>
                  </a:ext>
                </a:extLst>
              </p:cNvPr>
              <p:cNvSpPr>
                <a:spLocks noChangeShapeType="1"/>
              </p:cNvSpPr>
              <p:nvPr/>
            </p:nvSpPr>
            <p:spPr bwMode="auto">
              <a:xfrm rot="5400000">
                <a:off x="31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5" name="Line 135">
                <a:extLst>
                  <a:ext uri="{FF2B5EF4-FFF2-40B4-BE49-F238E27FC236}">
                    <a16:creationId xmlns:a16="http://schemas.microsoft.com/office/drawing/2014/main" id="{0AB67637-CC04-5FA9-DD5D-8014D2F71189}"/>
                  </a:ext>
                </a:extLst>
              </p:cNvPr>
              <p:cNvSpPr>
                <a:spLocks noChangeShapeType="1"/>
              </p:cNvSpPr>
              <p:nvPr/>
            </p:nvSpPr>
            <p:spPr bwMode="auto">
              <a:xfrm rot="5400000">
                <a:off x="36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6" name="Line 136">
                <a:extLst>
                  <a:ext uri="{FF2B5EF4-FFF2-40B4-BE49-F238E27FC236}">
                    <a16:creationId xmlns:a16="http://schemas.microsoft.com/office/drawing/2014/main" id="{8F2C3019-1487-3E26-EC4B-5F31CDBEFB84}"/>
                  </a:ext>
                </a:extLst>
              </p:cNvPr>
              <p:cNvSpPr>
                <a:spLocks noChangeShapeType="1"/>
              </p:cNvSpPr>
              <p:nvPr/>
            </p:nvSpPr>
            <p:spPr bwMode="auto">
              <a:xfrm rot="5400000">
                <a:off x="26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7" name="Line 137">
                <a:extLst>
                  <a:ext uri="{FF2B5EF4-FFF2-40B4-BE49-F238E27FC236}">
                    <a16:creationId xmlns:a16="http://schemas.microsoft.com/office/drawing/2014/main" id="{25A06006-5786-0B3B-335C-CE2670C5E340}"/>
                  </a:ext>
                </a:extLst>
              </p:cNvPr>
              <p:cNvSpPr>
                <a:spLocks noChangeShapeType="1"/>
              </p:cNvSpPr>
              <p:nvPr/>
            </p:nvSpPr>
            <p:spPr bwMode="auto">
              <a:xfrm rot="5400000">
                <a:off x="22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8" name="Line 138">
                <a:extLst>
                  <a:ext uri="{FF2B5EF4-FFF2-40B4-BE49-F238E27FC236}">
                    <a16:creationId xmlns:a16="http://schemas.microsoft.com/office/drawing/2014/main" id="{3EB7EA04-2C89-265B-0D18-2E289B55FF65}"/>
                  </a:ext>
                </a:extLst>
              </p:cNvPr>
              <p:cNvSpPr>
                <a:spLocks noChangeShapeType="1"/>
              </p:cNvSpPr>
              <p:nvPr/>
            </p:nvSpPr>
            <p:spPr bwMode="auto">
              <a:xfrm rot="5400000">
                <a:off x="169"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6261" name="Group 139">
            <a:extLst>
              <a:ext uri="{FF2B5EF4-FFF2-40B4-BE49-F238E27FC236}">
                <a16:creationId xmlns:a16="http://schemas.microsoft.com/office/drawing/2014/main" id="{5F688C95-4183-C661-1469-05E9E2C5FE4F}"/>
              </a:ext>
            </a:extLst>
          </p:cNvPr>
          <p:cNvGrpSpPr>
            <a:grpSpLocks/>
          </p:cNvGrpSpPr>
          <p:nvPr/>
        </p:nvGrpSpPr>
        <p:grpSpPr bwMode="auto">
          <a:xfrm>
            <a:off x="3819525" y="955675"/>
            <a:ext cx="4170363" cy="4200525"/>
            <a:chOff x="2408" y="575"/>
            <a:chExt cx="2627" cy="2646"/>
          </a:xfrm>
        </p:grpSpPr>
        <p:sp>
          <p:nvSpPr>
            <p:cNvPr id="96349" name="Line 140">
              <a:extLst>
                <a:ext uri="{FF2B5EF4-FFF2-40B4-BE49-F238E27FC236}">
                  <a16:creationId xmlns:a16="http://schemas.microsoft.com/office/drawing/2014/main" id="{DADC3910-4BF3-5A72-378F-F663C2324F6B}"/>
                </a:ext>
              </a:extLst>
            </p:cNvPr>
            <p:cNvSpPr>
              <a:spLocks noChangeShapeType="1"/>
            </p:cNvSpPr>
            <p:nvPr/>
          </p:nvSpPr>
          <p:spPr bwMode="auto">
            <a:xfrm flipV="1">
              <a:off x="2417" y="575"/>
              <a:ext cx="0" cy="2646"/>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6350" name="Line 141">
              <a:extLst>
                <a:ext uri="{FF2B5EF4-FFF2-40B4-BE49-F238E27FC236}">
                  <a16:creationId xmlns:a16="http://schemas.microsoft.com/office/drawing/2014/main" id="{E2E74A16-6AA1-A1BD-1213-BFBE389289B4}"/>
                </a:ext>
              </a:extLst>
            </p:cNvPr>
            <p:cNvSpPr>
              <a:spLocks noChangeShapeType="1"/>
            </p:cNvSpPr>
            <p:nvPr/>
          </p:nvSpPr>
          <p:spPr bwMode="auto">
            <a:xfrm>
              <a:off x="2408" y="3221"/>
              <a:ext cx="2627" cy="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96262" name="Group 142">
            <a:extLst>
              <a:ext uri="{FF2B5EF4-FFF2-40B4-BE49-F238E27FC236}">
                <a16:creationId xmlns:a16="http://schemas.microsoft.com/office/drawing/2014/main" id="{27689CFF-8387-9236-21BB-0B0B91C6E622}"/>
              </a:ext>
            </a:extLst>
          </p:cNvPr>
          <p:cNvGrpSpPr>
            <a:grpSpLocks/>
          </p:cNvGrpSpPr>
          <p:nvPr/>
        </p:nvGrpSpPr>
        <p:grpSpPr bwMode="auto">
          <a:xfrm>
            <a:off x="3457575" y="636588"/>
            <a:ext cx="5067300" cy="4684712"/>
            <a:chOff x="2178" y="374"/>
            <a:chExt cx="3192" cy="2951"/>
          </a:xfrm>
        </p:grpSpPr>
        <p:sp>
          <p:nvSpPr>
            <p:cNvPr id="96347" name="Text Box 143">
              <a:extLst>
                <a:ext uri="{FF2B5EF4-FFF2-40B4-BE49-F238E27FC236}">
                  <a16:creationId xmlns:a16="http://schemas.microsoft.com/office/drawing/2014/main" id="{E598495D-B50F-4690-3DEC-55AF20454E52}"/>
                </a:ext>
              </a:extLst>
            </p:cNvPr>
            <p:cNvSpPr txBox="1">
              <a:spLocks noChangeArrowheads="1"/>
            </p:cNvSpPr>
            <p:nvPr/>
          </p:nvSpPr>
          <p:spPr bwMode="auto">
            <a:xfrm>
              <a:off x="2178" y="374"/>
              <a:ext cx="48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i="1">
                  <a:latin typeface="Times New Roman" panose="02020603050405020304" pitchFamily="18" charset="0"/>
                  <a:ea typeface="楷体_GB2312"/>
                </a:rPr>
                <a:t>I </a:t>
              </a:r>
              <a:r>
                <a:rPr lang="en-US" altLang="zh-CN" sz="1600">
                  <a:latin typeface="Times New Roman" panose="02020603050405020304" pitchFamily="18" charset="0"/>
                  <a:ea typeface="楷体_GB2312"/>
                </a:rPr>
                <a:t>(mA)</a:t>
              </a:r>
              <a:endParaRPr lang="en-US" altLang="zh-CN" sz="2000">
                <a:latin typeface="Times New Roman" panose="02020603050405020304" pitchFamily="18" charset="0"/>
                <a:ea typeface="楷体_GB2312"/>
              </a:endParaRPr>
            </a:p>
          </p:txBody>
        </p:sp>
        <p:sp>
          <p:nvSpPr>
            <p:cNvPr id="96348" name="Text Box 144">
              <a:extLst>
                <a:ext uri="{FF2B5EF4-FFF2-40B4-BE49-F238E27FC236}">
                  <a16:creationId xmlns:a16="http://schemas.microsoft.com/office/drawing/2014/main" id="{B96683E3-5555-C89F-0C26-94369466BC53}"/>
                </a:ext>
              </a:extLst>
            </p:cNvPr>
            <p:cNvSpPr txBox="1">
              <a:spLocks noChangeArrowheads="1"/>
            </p:cNvSpPr>
            <p:nvPr/>
          </p:nvSpPr>
          <p:spPr bwMode="auto">
            <a:xfrm>
              <a:off x="4952" y="3113"/>
              <a:ext cx="41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i="1">
                  <a:latin typeface="Times New Roman" panose="02020603050405020304" pitchFamily="18" charset="0"/>
                  <a:ea typeface="楷体_GB2312"/>
                </a:rPr>
                <a:t>U </a:t>
              </a:r>
              <a:r>
                <a:rPr lang="en-US" altLang="zh-CN" sz="1600">
                  <a:latin typeface="Times New Roman" panose="02020603050405020304" pitchFamily="18" charset="0"/>
                  <a:ea typeface="楷体_GB2312"/>
                </a:rPr>
                <a:t>(V)</a:t>
              </a:r>
              <a:endParaRPr lang="en-US" altLang="zh-CN" sz="2000">
                <a:latin typeface="Times New Roman" panose="02020603050405020304" pitchFamily="18" charset="0"/>
                <a:ea typeface="楷体_GB2312"/>
              </a:endParaRPr>
            </a:p>
          </p:txBody>
        </p:sp>
      </p:grpSp>
      <p:grpSp>
        <p:nvGrpSpPr>
          <p:cNvPr id="96263" name="Group 145">
            <a:extLst>
              <a:ext uri="{FF2B5EF4-FFF2-40B4-BE49-F238E27FC236}">
                <a16:creationId xmlns:a16="http://schemas.microsoft.com/office/drawing/2014/main" id="{68387388-5C23-5908-744B-E9308D5FAEDE}"/>
              </a:ext>
            </a:extLst>
          </p:cNvPr>
          <p:cNvGrpSpPr>
            <a:grpSpLocks/>
          </p:cNvGrpSpPr>
          <p:nvPr/>
        </p:nvGrpSpPr>
        <p:grpSpPr bwMode="auto">
          <a:xfrm>
            <a:off x="3436938" y="1276350"/>
            <a:ext cx="4384675" cy="4087813"/>
            <a:chOff x="2165" y="804"/>
            <a:chExt cx="2762" cy="2575"/>
          </a:xfrm>
        </p:grpSpPr>
        <p:grpSp>
          <p:nvGrpSpPr>
            <p:cNvPr id="96304" name="Group 146">
              <a:extLst>
                <a:ext uri="{FF2B5EF4-FFF2-40B4-BE49-F238E27FC236}">
                  <a16:creationId xmlns:a16="http://schemas.microsoft.com/office/drawing/2014/main" id="{D26E7BC3-717C-1642-4348-42EB586F7FBA}"/>
                </a:ext>
              </a:extLst>
            </p:cNvPr>
            <p:cNvGrpSpPr>
              <a:grpSpLocks/>
            </p:cNvGrpSpPr>
            <p:nvPr/>
          </p:nvGrpSpPr>
          <p:grpSpPr bwMode="auto">
            <a:xfrm>
              <a:off x="2165" y="804"/>
              <a:ext cx="302" cy="2269"/>
              <a:chOff x="2165" y="777"/>
              <a:chExt cx="302" cy="2269"/>
            </a:xfrm>
          </p:grpSpPr>
          <p:sp>
            <p:nvSpPr>
              <p:cNvPr id="96327" name="Line 147">
                <a:extLst>
                  <a:ext uri="{FF2B5EF4-FFF2-40B4-BE49-F238E27FC236}">
                    <a16:creationId xmlns:a16="http://schemas.microsoft.com/office/drawing/2014/main" id="{308B3478-2E67-5EF2-F895-0EAA4D1965AE}"/>
                  </a:ext>
                </a:extLst>
              </p:cNvPr>
              <p:cNvSpPr>
                <a:spLocks noChangeShapeType="1"/>
              </p:cNvSpPr>
              <p:nvPr/>
            </p:nvSpPr>
            <p:spPr bwMode="auto">
              <a:xfrm rot="5400000">
                <a:off x="2439" y="1752"/>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8" name="Line 148">
                <a:extLst>
                  <a:ext uri="{FF2B5EF4-FFF2-40B4-BE49-F238E27FC236}">
                    <a16:creationId xmlns:a16="http://schemas.microsoft.com/office/drawing/2014/main" id="{D62D3BFE-F1AC-25DD-9294-5E226841E711}"/>
                  </a:ext>
                </a:extLst>
              </p:cNvPr>
              <p:cNvSpPr>
                <a:spLocks noChangeShapeType="1"/>
              </p:cNvSpPr>
              <p:nvPr/>
            </p:nvSpPr>
            <p:spPr bwMode="auto">
              <a:xfrm rot="5400000">
                <a:off x="2439" y="224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9" name="Line 149">
                <a:extLst>
                  <a:ext uri="{FF2B5EF4-FFF2-40B4-BE49-F238E27FC236}">
                    <a16:creationId xmlns:a16="http://schemas.microsoft.com/office/drawing/2014/main" id="{CD49DBA6-7A49-68FB-82F9-D973F2A68808}"/>
                  </a:ext>
                </a:extLst>
              </p:cNvPr>
              <p:cNvSpPr>
                <a:spLocks noChangeShapeType="1"/>
              </p:cNvSpPr>
              <p:nvPr/>
            </p:nvSpPr>
            <p:spPr bwMode="auto">
              <a:xfrm rot="5400000">
                <a:off x="2439" y="2709"/>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30" name="Line 150">
                <a:extLst>
                  <a:ext uri="{FF2B5EF4-FFF2-40B4-BE49-F238E27FC236}">
                    <a16:creationId xmlns:a16="http://schemas.microsoft.com/office/drawing/2014/main" id="{C842014E-0B4D-855A-CA08-FE7A4C6AF9C3}"/>
                  </a:ext>
                </a:extLst>
              </p:cNvPr>
              <p:cNvSpPr>
                <a:spLocks noChangeShapeType="1"/>
              </p:cNvSpPr>
              <p:nvPr/>
            </p:nvSpPr>
            <p:spPr bwMode="auto">
              <a:xfrm rot="5400000">
                <a:off x="2439" y="80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31" name="Line 151">
                <a:extLst>
                  <a:ext uri="{FF2B5EF4-FFF2-40B4-BE49-F238E27FC236}">
                    <a16:creationId xmlns:a16="http://schemas.microsoft.com/office/drawing/2014/main" id="{8F551A47-B1FF-1D16-DDDE-556A29FDE5EC}"/>
                  </a:ext>
                </a:extLst>
              </p:cNvPr>
              <p:cNvSpPr>
                <a:spLocks noChangeShapeType="1"/>
              </p:cNvSpPr>
              <p:nvPr/>
            </p:nvSpPr>
            <p:spPr bwMode="auto">
              <a:xfrm rot="5400000">
                <a:off x="2439" y="1272"/>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32" name="Text Box 152">
                <a:extLst>
                  <a:ext uri="{FF2B5EF4-FFF2-40B4-BE49-F238E27FC236}">
                    <a16:creationId xmlns:a16="http://schemas.microsoft.com/office/drawing/2014/main" id="{18A99D12-59BE-5EAD-FF5C-11B8C0E1DED7}"/>
                  </a:ext>
                </a:extLst>
              </p:cNvPr>
              <p:cNvSpPr txBox="1">
                <a:spLocks noChangeArrowheads="1"/>
              </p:cNvSpPr>
              <p:nvPr/>
            </p:nvSpPr>
            <p:spPr bwMode="auto">
              <a:xfrm>
                <a:off x="2213" y="221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8.00</a:t>
                </a:r>
                <a:endParaRPr lang="en-US" altLang="zh-CN" sz="2000">
                  <a:latin typeface="Times New Roman" panose="02020603050405020304" pitchFamily="18" charset="0"/>
                  <a:ea typeface="楷体_GB2312"/>
                </a:endParaRPr>
              </a:p>
            </p:txBody>
          </p:sp>
          <p:sp>
            <p:nvSpPr>
              <p:cNvPr id="96333" name="Text Box 153">
                <a:extLst>
                  <a:ext uri="{FF2B5EF4-FFF2-40B4-BE49-F238E27FC236}">
                    <a16:creationId xmlns:a16="http://schemas.microsoft.com/office/drawing/2014/main" id="{BD1DB3C1-AE6C-3C68-9084-A87616370FA2}"/>
                  </a:ext>
                </a:extLst>
              </p:cNvPr>
              <p:cNvSpPr txBox="1">
                <a:spLocks noChangeArrowheads="1"/>
              </p:cNvSpPr>
              <p:nvPr/>
            </p:nvSpPr>
            <p:spPr bwMode="auto">
              <a:xfrm>
                <a:off x="2213" y="2679"/>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a:t>
                </a:r>
                <a:endParaRPr lang="en-US" altLang="zh-CN" sz="2000">
                  <a:latin typeface="Times New Roman" panose="02020603050405020304" pitchFamily="18" charset="0"/>
                  <a:ea typeface="楷体_GB2312"/>
                </a:endParaRPr>
              </a:p>
            </p:txBody>
          </p:sp>
          <p:sp>
            <p:nvSpPr>
              <p:cNvPr id="96334" name="Text Box 154">
                <a:extLst>
                  <a:ext uri="{FF2B5EF4-FFF2-40B4-BE49-F238E27FC236}">
                    <a16:creationId xmlns:a16="http://schemas.microsoft.com/office/drawing/2014/main" id="{9A6270E6-A91A-A7CC-B13F-485885BBDB37}"/>
                  </a:ext>
                </a:extLst>
              </p:cNvPr>
              <p:cNvSpPr txBox="1">
                <a:spLocks noChangeArrowheads="1"/>
              </p:cNvSpPr>
              <p:nvPr/>
            </p:nvSpPr>
            <p:spPr bwMode="auto">
              <a:xfrm>
                <a:off x="2165" y="77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20.00</a:t>
                </a:r>
                <a:endParaRPr lang="en-US" altLang="zh-CN" sz="2000">
                  <a:latin typeface="Times New Roman" panose="02020603050405020304" pitchFamily="18" charset="0"/>
                  <a:ea typeface="楷体_GB2312"/>
                </a:endParaRPr>
              </a:p>
            </p:txBody>
          </p:sp>
          <p:sp>
            <p:nvSpPr>
              <p:cNvPr id="96335" name="Text Box 155">
                <a:extLst>
                  <a:ext uri="{FF2B5EF4-FFF2-40B4-BE49-F238E27FC236}">
                    <a16:creationId xmlns:a16="http://schemas.microsoft.com/office/drawing/2014/main" id="{79B804C0-42EF-53B7-3613-2F9519C2A73E}"/>
                  </a:ext>
                </a:extLst>
              </p:cNvPr>
              <p:cNvSpPr txBox="1">
                <a:spLocks noChangeArrowheads="1"/>
              </p:cNvSpPr>
              <p:nvPr/>
            </p:nvSpPr>
            <p:spPr bwMode="auto">
              <a:xfrm>
                <a:off x="2165" y="1245"/>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16.00</a:t>
                </a:r>
                <a:endParaRPr lang="en-US" altLang="zh-CN" sz="2000">
                  <a:latin typeface="Times New Roman" panose="02020603050405020304" pitchFamily="18" charset="0"/>
                  <a:ea typeface="楷体_GB2312"/>
                </a:endParaRPr>
              </a:p>
            </p:txBody>
          </p:sp>
          <p:sp>
            <p:nvSpPr>
              <p:cNvPr id="96336" name="Text Box 156">
                <a:extLst>
                  <a:ext uri="{FF2B5EF4-FFF2-40B4-BE49-F238E27FC236}">
                    <a16:creationId xmlns:a16="http://schemas.microsoft.com/office/drawing/2014/main" id="{8FCD750E-6511-26B8-4C0C-598F19BD011F}"/>
                  </a:ext>
                </a:extLst>
              </p:cNvPr>
              <p:cNvSpPr txBox="1">
                <a:spLocks noChangeArrowheads="1"/>
              </p:cNvSpPr>
              <p:nvPr/>
            </p:nvSpPr>
            <p:spPr bwMode="auto">
              <a:xfrm>
                <a:off x="2177" y="1725"/>
                <a:ext cx="24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12.00</a:t>
                </a:r>
                <a:endParaRPr lang="en-US" altLang="zh-CN" sz="2000">
                  <a:latin typeface="Times New Roman" panose="02020603050405020304" pitchFamily="18" charset="0"/>
                  <a:ea typeface="楷体_GB2312"/>
                </a:endParaRPr>
              </a:p>
            </p:txBody>
          </p:sp>
          <p:sp>
            <p:nvSpPr>
              <p:cNvPr id="96337" name="Line 157">
                <a:extLst>
                  <a:ext uri="{FF2B5EF4-FFF2-40B4-BE49-F238E27FC236}">
                    <a16:creationId xmlns:a16="http://schemas.microsoft.com/office/drawing/2014/main" id="{DF906A21-0AC4-A02E-6633-03BE9EFB90EA}"/>
                  </a:ext>
                </a:extLst>
              </p:cNvPr>
              <p:cNvSpPr>
                <a:spLocks noChangeShapeType="1"/>
              </p:cNvSpPr>
              <p:nvPr/>
            </p:nvSpPr>
            <p:spPr bwMode="auto">
              <a:xfrm rot="5400000">
                <a:off x="2439" y="1038"/>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38" name="Text Box 158">
                <a:extLst>
                  <a:ext uri="{FF2B5EF4-FFF2-40B4-BE49-F238E27FC236}">
                    <a16:creationId xmlns:a16="http://schemas.microsoft.com/office/drawing/2014/main" id="{58E11FB8-C92B-799D-C049-655EEFB52244}"/>
                  </a:ext>
                </a:extLst>
              </p:cNvPr>
              <p:cNvSpPr txBox="1">
                <a:spLocks noChangeArrowheads="1"/>
              </p:cNvSpPr>
              <p:nvPr/>
            </p:nvSpPr>
            <p:spPr bwMode="auto">
              <a:xfrm>
                <a:off x="2165" y="1011"/>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18.00</a:t>
                </a:r>
                <a:endParaRPr lang="en-US" altLang="zh-CN" sz="2000">
                  <a:latin typeface="Times New Roman" panose="02020603050405020304" pitchFamily="18" charset="0"/>
                  <a:ea typeface="楷体_GB2312"/>
                </a:endParaRPr>
              </a:p>
            </p:txBody>
          </p:sp>
          <p:sp>
            <p:nvSpPr>
              <p:cNvPr id="96339" name="Line 159">
                <a:extLst>
                  <a:ext uri="{FF2B5EF4-FFF2-40B4-BE49-F238E27FC236}">
                    <a16:creationId xmlns:a16="http://schemas.microsoft.com/office/drawing/2014/main" id="{A0EB9568-33C4-9C1A-A0A0-88F5D8EFC18D}"/>
                  </a:ext>
                </a:extLst>
              </p:cNvPr>
              <p:cNvSpPr>
                <a:spLocks noChangeShapeType="1"/>
              </p:cNvSpPr>
              <p:nvPr/>
            </p:nvSpPr>
            <p:spPr bwMode="auto">
              <a:xfrm rot="5400000">
                <a:off x="2439" y="1518"/>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40" name="Text Box 160">
                <a:extLst>
                  <a:ext uri="{FF2B5EF4-FFF2-40B4-BE49-F238E27FC236}">
                    <a16:creationId xmlns:a16="http://schemas.microsoft.com/office/drawing/2014/main" id="{86BEBDAC-779F-A9DA-2123-4367F41C9277}"/>
                  </a:ext>
                </a:extLst>
              </p:cNvPr>
              <p:cNvSpPr txBox="1">
                <a:spLocks noChangeArrowheads="1"/>
              </p:cNvSpPr>
              <p:nvPr/>
            </p:nvSpPr>
            <p:spPr bwMode="auto">
              <a:xfrm>
                <a:off x="2165" y="1485"/>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14.00</a:t>
                </a:r>
                <a:endParaRPr lang="en-US" altLang="zh-CN" sz="2000">
                  <a:latin typeface="Times New Roman" panose="02020603050405020304" pitchFamily="18" charset="0"/>
                  <a:ea typeface="楷体_GB2312"/>
                </a:endParaRPr>
              </a:p>
            </p:txBody>
          </p:sp>
          <p:sp>
            <p:nvSpPr>
              <p:cNvPr id="96341" name="Line 161">
                <a:extLst>
                  <a:ext uri="{FF2B5EF4-FFF2-40B4-BE49-F238E27FC236}">
                    <a16:creationId xmlns:a16="http://schemas.microsoft.com/office/drawing/2014/main" id="{F7D947C8-5B81-BA6E-3F7E-F870FA347442}"/>
                  </a:ext>
                </a:extLst>
              </p:cNvPr>
              <p:cNvSpPr>
                <a:spLocks noChangeShapeType="1"/>
              </p:cNvSpPr>
              <p:nvPr/>
            </p:nvSpPr>
            <p:spPr bwMode="auto">
              <a:xfrm rot="5400000">
                <a:off x="2439" y="1998"/>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42" name="Text Box 162">
                <a:extLst>
                  <a:ext uri="{FF2B5EF4-FFF2-40B4-BE49-F238E27FC236}">
                    <a16:creationId xmlns:a16="http://schemas.microsoft.com/office/drawing/2014/main" id="{B5EE0DC1-4F4F-44BA-EF51-37D392569FD4}"/>
                  </a:ext>
                </a:extLst>
              </p:cNvPr>
              <p:cNvSpPr txBox="1">
                <a:spLocks noChangeArrowheads="1"/>
              </p:cNvSpPr>
              <p:nvPr/>
            </p:nvSpPr>
            <p:spPr bwMode="auto">
              <a:xfrm>
                <a:off x="2165" y="1971"/>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10.00</a:t>
                </a:r>
                <a:endParaRPr lang="en-US" altLang="zh-CN" sz="2000">
                  <a:latin typeface="Times New Roman" panose="02020603050405020304" pitchFamily="18" charset="0"/>
                  <a:ea typeface="楷体_GB2312"/>
                </a:endParaRPr>
              </a:p>
            </p:txBody>
          </p:sp>
          <p:sp>
            <p:nvSpPr>
              <p:cNvPr id="96343" name="Line 163">
                <a:extLst>
                  <a:ext uri="{FF2B5EF4-FFF2-40B4-BE49-F238E27FC236}">
                    <a16:creationId xmlns:a16="http://schemas.microsoft.com/office/drawing/2014/main" id="{23F6C322-BA88-8589-EA06-384CC0A252A0}"/>
                  </a:ext>
                </a:extLst>
              </p:cNvPr>
              <p:cNvSpPr>
                <a:spLocks noChangeShapeType="1"/>
              </p:cNvSpPr>
              <p:nvPr/>
            </p:nvSpPr>
            <p:spPr bwMode="auto">
              <a:xfrm rot="5400000">
                <a:off x="2439" y="248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44" name="Text Box 164">
                <a:extLst>
                  <a:ext uri="{FF2B5EF4-FFF2-40B4-BE49-F238E27FC236}">
                    <a16:creationId xmlns:a16="http://schemas.microsoft.com/office/drawing/2014/main" id="{086ACFCF-A0B0-7C78-B0DF-0B275EE714AD}"/>
                  </a:ext>
                </a:extLst>
              </p:cNvPr>
              <p:cNvSpPr txBox="1">
                <a:spLocks noChangeArrowheads="1"/>
              </p:cNvSpPr>
              <p:nvPr/>
            </p:nvSpPr>
            <p:spPr bwMode="auto">
              <a:xfrm>
                <a:off x="2213" y="2463"/>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6.00</a:t>
                </a:r>
                <a:endParaRPr lang="en-US" altLang="zh-CN" sz="2000">
                  <a:latin typeface="Times New Roman" panose="02020603050405020304" pitchFamily="18" charset="0"/>
                  <a:ea typeface="楷体_GB2312"/>
                </a:endParaRPr>
              </a:p>
            </p:txBody>
          </p:sp>
          <p:sp>
            <p:nvSpPr>
              <p:cNvPr id="96345" name="Line 165">
                <a:extLst>
                  <a:ext uri="{FF2B5EF4-FFF2-40B4-BE49-F238E27FC236}">
                    <a16:creationId xmlns:a16="http://schemas.microsoft.com/office/drawing/2014/main" id="{0D51969E-43C7-09BE-FBFD-FFEBF2D02C4D}"/>
                  </a:ext>
                </a:extLst>
              </p:cNvPr>
              <p:cNvSpPr>
                <a:spLocks noChangeShapeType="1"/>
              </p:cNvSpPr>
              <p:nvPr/>
            </p:nvSpPr>
            <p:spPr bwMode="auto">
              <a:xfrm rot="5400000">
                <a:off x="2439" y="2958"/>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46" name="Text Box 166">
                <a:extLst>
                  <a:ext uri="{FF2B5EF4-FFF2-40B4-BE49-F238E27FC236}">
                    <a16:creationId xmlns:a16="http://schemas.microsoft.com/office/drawing/2014/main" id="{6F607361-3627-D2AD-8944-3001CD6FA8FA}"/>
                  </a:ext>
                </a:extLst>
              </p:cNvPr>
              <p:cNvSpPr txBox="1">
                <a:spLocks noChangeArrowheads="1"/>
              </p:cNvSpPr>
              <p:nvPr/>
            </p:nvSpPr>
            <p:spPr bwMode="auto">
              <a:xfrm>
                <a:off x="2213" y="2931"/>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a:t>
                </a:r>
                <a:endParaRPr lang="en-US" altLang="zh-CN" sz="2000">
                  <a:latin typeface="Times New Roman" panose="02020603050405020304" pitchFamily="18" charset="0"/>
                  <a:ea typeface="楷体_GB2312"/>
                </a:endParaRPr>
              </a:p>
            </p:txBody>
          </p:sp>
        </p:grpSp>
        <p:grpSp>
          <p:nvGrpSpPr>
            <p:cNvPr id="96305" name="Group 167">
              <a:extLst>
                <a:ext uri="{FF2B5EF4-FFF2-40B4-BE49-F238E27FC236}">
                  <a16:creationId xmlns:a16="http://schemas.microsoft.com/office/drawing/2014/main" id="{34F65C82-7178-1FF0-8948-91EB069025A1}"/>
                </a:ext>
              </a:extLst>
            </p:cNvPr>
            <p:cNvGrpSpPr>
              <a:grpSpLocks/>
            </p:cNvGrpSpPr>
            <p:nvPr/>
          </p:nvGrpSpPr>
          <p:grpSpPr bwMode="auto">
            <a:xfrm>
              <a:off x="2291" y="3194"/>
              <a:ext cx="2636" cy="185"/>
              <a:chOff x="2291" y="3167"/>
              <a:chExt cx="2636" cy="185"/>
            </a:xfrm>
          </p:grpSpPr>
          <p:sp>
            <p:nvSpPr>
              <p:cNvPr id="96306" name="Line 168">
                <a:extLst>
                  <a:ext uri="{FF2B5EF4-FFF2-40B4-BE49-F238E27FC236}">
                    <a16:creationId xmlns:a16="http://schemas.microsoft.com/office/drawing/2014/main" id="{D7EB954F-B93C-491A-7965-2B713A85426A}"/>
                  </a:ext>
                </a:extLst>
              </p:cNvPr>
              <p:cNvSpPr>
                <a:spLocks noChangeShapeType="1"/>
              </p:cNvSpPr>
              <p:nvPr/>
            </p:nvSpPr>
            <p:spPr bwMode="auto">
              <a:xfrm>
                <a:off x="4795" y="317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7" name="Line 169">
                <a:extLst>
                  <a:ext uri="{FF2B5EF4-FFF2-40B4-BE49-F238E27FC236}">
                    <a16:creationId xmlns:a16="http://schemas.microsoft.com/office/drawing/2014/main" id="{451C4F00-8142-BE3E-5C64-69DCC4526264}"/>
                  </a:ext>
                </a:extLst>
              </p:cNvPr>
              <p:cNvSpPr>
                <a:spLocks noChangeShapeType="1"/>
              </p:cNvSpPr>
              <p:nvPr/>
            </p:nvSpPr>
            <p:spPr bwMode="auto">
              <a:xfrm>
                <a:off x="3838"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8" name="Line 170">
                <a:extLst>
                  <a:ext uri="{FF2B5EF4-FFF2-40B4-BE49-F238E27FC236}">
                    <a16:creationId xmlns:a16="http://schemas.microsoft.com/office/drawing/2014/main" id="{B202F75A-BC8D-CAD1-1772-042965D6D93C}"/>
                  </a:ext>
                </a:extLst>
              </p:cNvPr>
              <p:cNvSpPr>
                <a:spLocks noChangeShapeType="1"/>
              </p:cNvSpPr>
              <p:nvPr/>
            </p:nvSpPr>
            <p:spPr bwMode="auto">
              <a:xfrm>
                <a:off x="3349"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9" name="Line 171">
                <a:extLst>
                  <a:ext uri="{FF2B5EF4-FFF2-40B4-BE49-F238E27FC236}">
                    <a16:creationId xmlns:a16="http://schemas.microsoft.com/office/drawing/2014/main" id="{CE7FED0D-F23F-3340-95D6-0F13ED21F616}"/>
                  </a:ext>
                </a:extLst>
              </p:cNvPr>
              <p:cNvSpPr>
                <a:spLocks noChangeShapeType="1"/>
              </p:cNvSpPr>
              <p:nvPr/>
            </p:nvSpPr>
            <p:spPr bwMode="auto">
              <a:xfrm>
                <a:off x="2881" y="317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0" name="Line 172">
                <a:extLst>
                  <a:ext uri="{FF2B5EF4-FFF2-40B4-BE49-F238E27FC236}">
                    <a16:creationId xmlns:a16="http://schemas.microsoft.com/office/drawing/2014/main" id="{A37E043D-7316-03E8-ED9A-FA4814599019}"/>
                  </a:ext>
                </a:extLst>
              </p:cNvPr>
              <p:cNvSpPr>
                <a:spLocks noChangeShapeType="1"/>
              </p:cNvSpPr>
              <p:nvPr/>
            </p:nvSpPr>
            <p:spPr bwMode="auto">
              <a:xfrm>
                <a:off x="4318"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1" name="Text Box 173">
                <a:extLst>
                  <a:ext uri="{FF2B5EF4-FFF2-40B4-BE49-F238E27FC236}">
                    <a16:creationId xmlns:a16="http://schemas.microsoft.com/office/drawing/2014/main" id="{C2939D1A-09B4-53C0-751F-64501BC95285}"/>
                  </a:ext>
                </a:extLst>
              </p:cNvPr>
              <p:cNvSpPr txBox="1">
                <a:spLocks noChangeArrowheads="1"/>
              </p:cNvSpPr>
              <p:nvPr/>
            </p:nvSpPr>
            <p:spPr bwMode="auto">
              <a:xfrm>
                <a:off x="2291" y="3167"/>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a:latin typeface="宋体" panose="02010600030101010101" pitchFamily="2" charset="-122"/>
                    <a:ea typeface="楷体_GB2312"/>
                  </a:rPr>
                  <a:t>0</a:t>
                </a:r>
                <a:endParaRPr lang="en-US" altLang="zh-CN" sz="1600">
                  <a:latin typeface="Times New Roman" panose="02020603050405020304" pitchFamily="18" charset="0"/>
                  <a:ea typeface="楷体_GB2312"/>
                </a:endParaRPr>
              </a:p>
            </p:txBody>
          </p:sp>
          <p:sp>
            <p:nvSpPr>
              <p:cNvPr id="96312" name="Text Box 174">
                <a:extLst>
                  <a:ext uri="{FF2B5EF4-FFF2-40B4-BE49-F238E27FC236}">
                    <a16:creationId xmlns:a16="http://schemas.microsoft.com/office/drawing/2014/main" id="{D8C25D49-5B6A-DB02-2355-368FE244818D}"/>
                  </a:ext>
                </a:extLst>
              </p:cNvPr>
              <p:cNvSpPr txBox="1">
                <a:spLocks noChangeArrowheads="1"/>
              </p:cNvSpPr>
              <p:nvPr/>
            </p:nvSpPr>
            <p:spPr bwMode="auto">
              <a:xfrm>
                <a:off x="2807" y="323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a:t>
                </a:r>
                <a:endParaRPr lang="en-US" altLang="zh-CN" sz="2000">
                  <a:latin typeface="Times New Roman" panose="02020603050405020304" pitchFamily="18" charset="0"/>
                  <a:ea typeface="楷体_GB2312"/>
                </a:endParaRPr>
              </a:p>
            </p:txBody>
          </p:sp>
          <p:sp>
            <p:nvSpPr>
              <p:cNvPr id="96313" name="Text Box 175">
                <a:extLst>
                  <a:ext uri="{FF2B5EF4-FFF2-40B4-BE49-F238E27FC236}">
                    <a16:creationId xmlns:a16="http://schemas.microsoft.com/office/drawing/2014/main" id="{220AC331-0E8E-4C7B-D8D8-31C56691E209}"/>
                  </a:ext>
                </a:extLst>
              </p:cNvPr>
              <p:cNvSpPr txBox="1">
                <a:spLocks noChangeArrowheads="1"/>
              </p:cNvSpPr>
              <p:nvPr/>
            </p:nvSpPr>
            <p:spPr bwMode="auto">
              <a:xfrm>
                <a:off x="3281" y="323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a:t>
                </a:r>
                <a:endParaRPr lang="en-US" altLang="zh-CN" sz="2000">
                  <a:latin typeface="Times New Roman" panose="02020603050405020304" pitchFamily="18" charset="0"/>
                  <a:ea typeface="楷体_GB2312"/>
                </a:endParaRPr>
              </a:p>
            </p:txBody>
          </p:sp>
          <p:sp>
            <p:nvSpPr>
              <p:cNvPr id="96314" name="Text Box 176">
                <a:extLst>
                  <a:ext uri="{FF2B5EF4-FFF2-40B4-BE49-F238E27FC236}">
                    <a16:creationId xmlns:a16="http://schemas.microsoft.com/office/drawing/2014/main" id="{C9ABECF8-A8E5-54E0-F1B6-F04B79DB8243}"/>
                  </a:ext>
                </a:extLst>
              </p:cNvPr>
              <p:cNvSpPr txBox="1">
                <a:spLocks noChangeArrowheads="1"/>
              </p:cNvSpPr>
              <p:nvPr/>
            </p:nvSpPr>
            <p:spPr bwMode="auto">
              <a:xfrm>
                <a:off x="3719" y="32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6.00</a:t>
                </a:r>
                <a:endParaRPr lang="en-US" altLang="zh-CN" sz="2000">
                  <a:latin typeface="Times New Roman" panose="02020603050405020304" pitchFamily="18" charset="0"/>
                  <a:ea typeface="楷体_GB2312"/>
                </a:endParaRPr>
              </a:p>
            </p:txBody>
          </p:sp>
          <p:sp>
            <p:nvSpPr>
              <p:cNvPr id="96315" name="Text Box 177">
                <a:extLst>
                  <a:ext uri="{FF2B5EF4-FFF2-40B4-BE49-F238E27FC236}">
                    <a16:creationId xmlns:a16="http://schemas.microsoft.com/office/drawing/2014/main" id="{76306D43-5BAF-1E69-CAA2-347368532ABD}"/>
                  </a:ext>
                </a:extLst>
              </p:cNvPr>
              <p:cNvSpPr txBox="1">
                <a:spLocks noChangeArrowheads="1"/>
              </p:cNvSpPr>
              <p:nvPr/>
            </p:nvSpPr>
            <p:spPr bwMode="auto">
              <a:xfrm>
                <a:off x="4187" y="3237"/>
                <a:ext cx="2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8.00</a:t>
                </a:r>
                <a:endParaRPr lang="en-US" altLang="zh-CN" sz="2000">
                  <a:latin typeface="Times New Roman" panose="02020603050405020304" pitchFamily="18" charset="0"/>
                  <a:ea typeface="楷体_GB2312"/>
                </a:endParaRPr>
              </a:p>
            </p:txBody>
          </p:sp>
          <p:sp>
            <p:nvSpPr>
              <p:cNvPr id="96316" name="Text Box 178">
                <a:extLst>
                  <a:ext uri="{FF2B5EF4-FFF2-40B4-BE49-F238E27FC236}">
                    <a16:creationId xmlns:a16="http://schemas.microsoft.com/office/drawing/2014/main" id="{22A8B8DC-1122-9891-6A50-3EAA85D696F8}"/>
                  </a:ext>
                </a:extLst>
              </p:cNvPr>
              <p:cNvSpPr txBox="1">
                <a:spLocks noChangeArrowheads="1"/>
              </p:cNvSpPr>
              <p:nvPr/>
            </p:nvSpPr>
            <p:spPr bwMode="auto">
              <a:xfrm>
                <a:off x="4673" y="32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10.00</a:t>
                </a:r>
                <a:endParaRPr lang="en-US" altLang="zh-CN" sz="2000">
                  <a:latin typeface="Times New Roman" panose="02020603050405020304" pitchFamily="18" charset="0"/>
                  <a:ea typeface="楷体_GB2312"/>
                </a:endParaRPr>
              </a:p>
            </p:txBody>
          </p:sp>
          <p:sp>
            <p:nvSpPr>
              <p:cNvPr id="96317" name="Text Box 179">
                <a:extLst>
                  <a:ext uri="{FF2B5EF4-FFF2-40B4-BE49-F238E27FC236}">
                    <a16:creationId xmlns:a16="http://schemas.microsoft.com/office/drawing/2014/main" id="{AFF10DEA-BF59-071D-1D84-2F5E680FEA57}"/>
                  </a:ext>
                </a:extLst>
              </p:cNvPr>
              <p:cNvSpPr txBox="1">
                <a:spLocks noChangeArrowheads="1"/>
              </p:cNvSpPr>
              <p:nvPr/>
            </p:nvSpPr>
            <p:spPr bwMode="auto">
              <a:xfrm>
                <a:off x="2555" y="323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a:t>
                </a:r>
                <a:endParaRPr lang="en-US" altLang="zh-CN" sz="2000">
                  <a:latin typeface="Times New Roman" panose="02020603050405020304" pitchFamily="18" charset="0"/>
                  <a:ea typeface="楷体_GB2312"/>
                </a:endParaRPr>
              </a:p>
            </p:txBody>
          </p:sp>
          <p:sp>
            <p:nvSpPr>
              <p:cNvPr id="96318" name="Text Box 180">
                <a:extLst>
                  <a:ext uri="{FF2B5EF4-FFF2-40B4-BE49-F238E27FC236}">
                    <a16:creationId xmlns:a16="http://schemas.microsoft.com/office/drawing/2014/main" id="{E934088E-AFD2-791C-8BB3-53DA849994EE}"/>
                  </a:ext>
                </a:extLst>
              </p:cNvPr>
              <p:cNvSpPr txBox="1">
                <a:spLocks noChangeArrowheads="1"/>
              </p:cNvSpPr>
              <p:nvPr/>
            </p:nvSpPr>
            <p:spPr bwMode="auto">
              <a:xfrm>
                <a:off x="3029" y="323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3.00</a:t>
                </a:r>
                <a:endParaRPr lang="en-US" altLang="zh-CN" sz="2000">
                  <a:latin typeface="Times New Roman" panose="02020603050405020304" pitchFamily="18" charset="0"/>
                  <a:ea typeface="楷体_GB2312"/>
                </a:endParaRPr>
              </a:p>
            </p:txBody>
          </p:sp>
          <p:sp>
            <p:nvSpPr>
              <p:cNvPr id="96319" name="Text Box 181">
                <a:extLst>
                  <a:ext uri="{FF2B5EF4-FFF2-40B4-BE49-F238E27FC236}">
                    <a16:creationId xmlns:a16="http://schemas.microsoft.com/office/drawing/2014/main" id="{D3A87334-718B-1934-FC18-6229B4645981}"/>
                  </a:ext>
                </a:extLst>
              </p:cNvPr>
              <p:cNvSpPr txBox="1">
                <a:spLocks noChangeArrowheads="1"/>
              </p:cNvSpPr>
              <p:nvPr/>
            </p:nvSpPr>
            <p:spPr bwMode="auto">
              <a:xfrm>
                <a:off x="3467" y="32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5.00</a:t>
                </a:r>
                <a:endParaRPr lang="en-US" altLang="zh-CN" sz="2000">
                  <a:latin typeface="Times New Roman" panose="02020603050405020304" pitchFamily="18" charset="0"/>
                  <a:ea typeface="楷体_GB2312"/>
                </a:endParaRPr>
              </a:p>
            </p:txBody>
          </p:sp>
          <p:sp>
            <p:nvSpPr>
              <p:cNvPr id="96320" name="Text Box 182">
                <a:extLst>
                  <a:ext uri="{FF2B5EF4-FFF2-40B4-BE49-F238E27FC236}">
                    <a16:creationId xmlns:a16="http://schemas.microsoft.com/office/drawing/2014/main" id="{89D5E56D-818A-6CB1-0580-896008FFEC8D}"/>
                  </a:ext>
                </a:extLst>
              </p:cNvPr>
              <p:cNvSpPr txBox="1">
                <a:spLocks noChangeArrowheads="1"/>
              </p:cNvSpPr>
              <p:nvPr/>
            </p:nvSpPr>
            <p:spPr bwMode="auto">
              <a:xfrm>
                <a:off x="3935" y="3237"/>
                <a:ext cx="2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7.00</a:t>
                </a:r>
                <a:endParaRPr lang="en-US" altLang="zh-CN" sz="2000">
                  <a:latin typeface="Times New Roman" panose="02020603050405020304" pitchFamily="18" charset="0"/>
                  <a:ea typeface="楷体_GB2312"/>
                </a:endParaRPr>
              </a:p>
            </p:txBody>
          </p:sp>
          <p:sp>
            <p:nvSpPr>
              <p:cNvPr id="96321" name="Text Box 183">
                <a:extLst>
                  <a:ext uri="{FF2B5EF4-FFF2-40B4-BE49-F238E27FC236}">
                    <a16:creationId xmlns:a16="http://schemas.microsoft.com/office/drawing/2014/main" id="{5F7ADC2B-D39F-38E4-1318-F559658C057A}"/>
                  </a:ext>
                </a:extLst>
              </p:cNvPr>
              <p:cNvSpPr txBox="1">
                <a:spLocks noChangeArrowheads="1"/>
              </p:cNvSpPr>
              <p:nvPr/>
            </p:nvSpPr>
            <p:spPr bwMode="auto">
              <a:xfrm>
                <a:off x="4421" y="32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9.00</a:t>
                </a:r>
                <a:endParaRPr lang="en-US" altLang="zh-CN" sz="2000">
                  <a:latin typeface="Times New Roman" panose="02020603050405020304" pitchFamily="18" charset="0"/>
                  <a:ea typeface="楷体_GB2312"/>
                </a:endParaRPr>
              </a:p>
            </p:txBody>
          </p:sp>
          <p:sp>
            <p:nvSpPr>
              <p:cNvPr id="96322" name="Line 184">
                <a:extLst>
                  <a:ext uri="{FF2B5EF4-FFF2-40B4-BE49-F238E27FC236}">
                    <a16:creationId xmlns:a16="http://schemas.microsoft.com/office/drawing/2014/main" id="{50725799-8A04-A4D1-5F0E-964B818C88F2}"/>
                  </a:ext>
                </a:extLst>
              </p:cNvPr>
              <p:cNvSpPr>
                <a:spLocks noChangeShapeType="1"/>
              </p:cNvSpPr>
              <p:nvPr/>
            </p:nvSpPr>
            <p:spPr bwMode="auto">
              <a:xfrm>
                <a:off x="4549" y="317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3" name="Line 185">
                <a:extLst>
                  <a:ext uri="{FF2B5EF4-FFF2-40B4-BE49-F238E27FC236}">
                    <a16:creationId xmlns:a16="http://schemas.microsoft.com/office/drawing/2014/main" id="{48A746AF-1C6D-DC52-0538-E84CE695D031}"/>
                  </a:ext>
                </a:extLst>
              </p:cNvPr>
              <p:cNvSpPr>
                <a:spLocks noChangeShapeType="1"/>
              </p:cNvSpPr>
              <p:nvPr/>
            </p:nvSpPr>
            <p:spPr bwMode="auto">
              <a:xfrm>
                <a:off x="3604"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4" name="Line 186">
                <a:extLst>
                  <a:ext uri="{FF2B5EF4-FFF2-40B4-BE49-F238E27FC236}">
                    <a16:creationId xmlns:a16="http://schemas.microsoft.com/office/drawing/2014/main" id="{59722638-401F-D070-2D2E-16420933B515}"/>
                  </a:ext>
                </a:extLst>
              </p:cNvPr>
              <p:cNvSpPr>
                <a:spLocks noChangeShapeType="1"/>
              </p:cNvSpPr>
              <p:nvPr/>
            </p:nvSpPr>
            <p:spPr bwMode="auto">
              <a:xfrm>
                <a:off x="3115"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5" name="Line 187">
                <a:extLst>
                  <a:ext uri="{FF2B5EF4-FFF2-40B4-BE49-F238E27FC236}">
                    <a16:creationId xmlns:a16="http://schemas.microsoft.com/office/drawing/2014/main" id="{314EF2A7-C382-43E5-DA27-37581DDE3225}"/>
                  </a:ext>
                </a:extLst>
              </p:cNvPr>
              <p:cNvSpPr>
                <a:spLocks noChangeShapeType="1"/>
              </p:cNvSpPr>
              <p:nvPr/>
            </p:nvSpPr>
            <p:spPr bwMode="auto">
              <a:xfrm>
                <a:off x="2641" y="317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6" name="Line 188">
                <a:extLst>
                  <a:ext uri="{FF2B5EF4-FFF2-40B4-BE49-F238E27FC236}">
                    <a16:creationId xmlns:a16="http://schemas.microsoft.com/office/drawing/2014/main" id="{C08A22E4-AB7B-6964-5FE1-6B497E810265}"/>
                  </a:ext>
                </a:extLst>
              </p:cNvPr>
              <p:cNvSpPr>
                <a:spLocks noChangeShapeType="1"/>
              </p:cNvSpPr>
              <p:nvPr/>
            </p:nvSpPr>
            <p:spPr bwMode="auto">
              <a:xfrm>
                <a:off x="4072"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6264" name="Group 189">
            <a:extLst>
              <a:ext uri="{FF2B5EF4-FFF2-40B4-BE49-F238E27FC236}">
                <a16:creationId xmlns:a16="http://schemas.microsoft.com/office/drawing/2014/main" id="{1A8B3FA4-D1CD-92E5-3C50-780C61769C8E}"/>
              </a:ext>
            </a:extLst>
          </p:cNvPr>
          <p:cNvGrpSpPr>
            <a:grpSpLocks/>
          </p:cNvGrpSpPr>
          <p:nvPr/>
        </p:nvGrpSpPr>
        <p:grpSpPr bwMode="auto">
          <a:xfrm>
            <a:off x="4057650" y="1319213"/>
            <a:ext cx="2635250" cy="3476625"/>
            <a:chOff x="2556" y="831"/>
            <a:chExt cx="1660" cy="2190"/>
          </a:xfrm>
        </p:grpSpPr>
        <p:grpSp>
          <p:nvGrpSpPr>
            <p:cNvPr id="96274" name="Group 190">
              <a:extLst>
                <a:ext uri="{FF2B5EF4-FFF2-40B4-BE49-F238E27FC236}">
                  <a16:creationId xmlns:a16="http://schemas.microsoft.com/office/drawing/2014/main" id="{97C2F5BD-BA0C-0DDC-390F-24EBF765E350}"/>
                </a:ext>
              </a:extLst>
            </p:cNvPr>
            <p:cNvGrpSpPr>
              <a:grpSpLocks/>
            </p:cNvGrpSpPr>
            <p:nvPr/>
          </p:nvGrpSpPr>
          <p:grpSpPr bwMode="auto">
            <a:xfrm>
              <a:off x="4182" y="831"/>
              <a:ext cx="34" cy="34"/>
              <a:chOff x="1392" y="2352"/>
              <a:chExt cx="96" cy="96"/>
            </a:xfrm>
          </p:grpSpPr>
          <p:sp>
            <p:nvSpPr>
              <p:cNvPr id="96302" name="Line 191">
                <a:extLst>
                  <a:ext uri="{FF2B5EF4-FFF2-40B4-BE49-F238E27FC236}">
                    <a16:creationId xmlns:a16="http://schemas.microsoft.com/office/drawing/2014/main" id="{9ACC1DBB-A4AA-CEBB-D1AA-AF91C12D6B17}"/>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3" name="Line 192">
                <a:extLst>
                  <a:ext uri="{FF2B5EF4-FFF2-40B4-BE49-F238E27FC236}">
                    <a16:creationId xmlns:a16="http://schemas.microsoft.com/office/drawing/2014/main" id="{BF2EE442-32F5-2A2F-526D-DE48C78AA676}"/>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75" name="Group 193">
              <a:extLst>
                <a:ext uri="{FF2B5EF4-FFF2-40B4-BE49-F238E27FC236}">
                  <a16:creationId xmlns:a16="http://schemas.microsoft.com/office/drawing/2014/main" id="{65C1E7CA-B713-EDFA-2B9A-5ACA91E84422}"/>
                </a:ext>
              </a:extLst>
            </p:cNvPr>
            <p:cNvGrpSpPr>
              <a:grpSpLocks/>
            </p:cNvGrpSpPr>
            <p:nvPr/>
          </p:nvGrpSpPr>
          <p:grpSpPr bwMode="auto">
            <a:xfrm>
              <a:off x="3996" y="1068"/>
              <a:ext cx="34" cy="34"/>
              <a:chOff x="1392" y="2352"/>
              <a:chExt cx="96" cy="96"/>
            </a:xfrm>
          </p:grpSpPr>
          <p:sp>
            <p:nvSpPr>
              <p:cNvPr id="96300" name="Line 194">
                <a:extLst>
                  <a:ext uri="{FF2B5EF4-FFF2-40B4-BE49-F238E27FC236}">
                    <a16:creationId xmlns:a16="http://schemas.microsoft.com/office/drawing/2014/main" id="{9D8C0193-CBFB-C04B-A826-DBC9F7F22EBF}"/>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1" name="Line 195">
                <a:extLst>
                  <a:ext uri="{FF2B5EF4-FFF2-40B4-BE49-F238E27FC236}">
                    <a16:creationId xmlns:a16="http://schemas.microsoft.com/office/drawing/2014/main" id="{84DE5CF9-EE64-F13F-864B-C674863080E1}"/>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76" name="Group 196">
              <a:extLst>
                <a:ext uri="{FF2B5EF4-FFF2-40B4-BE49-F238E27FC236}">
                  <a16:creationId xmlns:a16="http://schemas.microsoft.com/office/drawing/2014/main" id="{85BF2D6F-7E46-2449-4EDB-F0734E882F82}"/>
                </a:ext>
              </a:extLst>
            </p:cNvPr>
            <p:cNvGrpSpPr>
              <a:grpSpLocks/>
            </p:cNvGrpSpPr>
            <p:nvPr/>
          </p:nvGrpSpPr>
          <p:grpSpPr bwMode="auto">
            <a:xfrm>
              <a:off x="3810" y="1323"/>
              <a:ext cx="34" cy="34"/>
              <a:chOff x="1392" y="2352"/>
              <a:chExt cx="96" cy="96"/>
            </a:xfrm>
          </p:grpSpPr>
          <p:sp>
            <p:nvSpPr>
              <p:cNvPr id="96298" name="Line 197">
                <a:extLst>
                  <a:ext uri="{FF2B5EF4-FFF2-40B4-BE49-F238E27FC236}">
                    <a16:creationId xmlns:a16="http://schemas.microsoft.com/office/drawing/2014/main" id="{927A9839-BD51-8364-5B4C-A411CFD7F076}"/>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9" name="Line 198">
                <a:extLst>
                  <a:ext uri="{FF2B5EF4-FFF2-40B4-BE49-F238E27FC236}">
                    <a16:creationId xmlns:a16="http://schemas.microsoft.com/office/drawing/2014/main" id="{C401A5A3-C3AC-2D58-3B3B-98DC5FE00842}"/>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77" name="Group 199">
              <a:extLst>
                <a:ext uri="{FF2B5EF4-FFF2-40B4-BE49-F238E27FC236}">
                  <a16:creationId xmlns:a16="http://schemas.microsoft.com/office/drawing/2014/main" id="{7A0E761D-5EB5-7ACB-C466-8ED333078D98}"/>
                </a:ext>
              </a:extLst>
            </p:cNvPr>
            <p:cNvGrpSpPr>
              <a:grpSpLocks/>
            </p:cNvGrpSpPr>
            <p:nvPr/>
          </p:nvGrpSpPr>
          <p:grpSpPr bwMode="auto">
            <a:xfrm>
              <a:off x="3643" y="1551"/>
              <a:ext cx="34" cy="34"/>
              <a:chOff x="1392" y="2352"/>
              <a:chExt cx="96" cy="96"/>
            </a:xfrm>
          </p:grpSpPr>
          <p:sp>
            <p:nvSpPr>
              <p:cNvPr id="96296" name="Line 200">
                <a:extLst>
                  <a:ext uri="{FF2B5EF4-FFF2-40B4-BE49-F238E27FC236}">
                    <a16:creationId xmlns:a16="http://schemas.microsoft.com/office/drawing/2014/main" id="{732CA8B5-E626-649B-CA27-76E29F764020}"/>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7" name="Line 201">
                <a:extLst>
                  <a:ext uri="{FF2B5EF4-FFF2-40B4-BE49-F238E27FC236}">
                    <a16:creationId xmlns:a16="http://schemas.microsoft.com/office/drawing/2014/main" id="{D0410418-F5C3-2E52-A18C-98A119DD395B}"/>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78" name="Group 202">
              <a:extLst>
                <a:ext uri="{FF2B5EF4-FFF2-40B4-BE49-F238E27FC236}">
                  <a16:creationId xmlns:a16="http://schemas.microsoft.com/office/drawing/2014/main" id="{F42BE0A2-3E44-4B5F-9DC2-1B226BD4716C}"/>
                </a:ext>
              </a:extLst>
            </p:cNvPr>
            <p:cNvGrpSpPr>
              <a:grpSpLocks/>
            </p:cNvGrpSpPr>
            <p:nvPr/>
          </p:nvGrpSpPr>
          <p:grpSpPr bwMode="auto">
            <a:xfrm>
              <a:off x="3458" y="1788"/>
              <a:ext cx="34" cy="34"/>
              <a:chOff x="1392" y="2352"/>
              <a:chExt cx="96" cy="96"/>
            </a:xfrm>
          </p:grpSpPr>
          <p:sp>
            <p:nvSpPr>
              <p:cNvPr id="96294" name="Line 203">
                <a:extLst>
                  <a:ext uri="{FF2B5EF4-FFF2-40B4-BE49-F238E27FC236}">
                    <a16:creationId xmlns:a16="http://schemas.microsoft.com/office/drawing/2014/main" id="{0A534A03-878C-06BD-DABD-D2B633D86528}"/>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5" name="Line 204">
                <a:extLst>
                  <a:ext uri="{FF2B5EF4-FFF2-40B4-BE49-F238E27FC236}">
                    <a16:creationId xmlns:a16="http://schemas.microsoft.com/office/drawing/2014/main" id="{03A1A2B7-3E0F-8B4F-1005-0392E61AE5E7}"/>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79" name="Group 205">
              <a:extLst>
                <a:ext uri="{FF2B5EF4-FFF2-40B4-BE49-F238E27FC236}">
                  <a16:creationId xmlns:a16="http://schemas.microsoft.com/office/drawing/2014/main" id="{9D5F0C6F-1858-C735-4977-4CC1D8B877A6}"/>
                </a:ext>
              </a:extLst>
            </p:cNvPr>
            <p:cNvGrpSpPr>
              <a:grpSpLocks/>
            </p:cNvGrpSpPr>
            <p:nvPr/>
          </p:nvGrpSpPr>
          <p:grpSpPr bwMode="auto">
            <a:xfrm>
              <a:off x="3259" y="2054"/>
              <a:ext cx="34" cy="34"/>
              <a:chOff x="1392" y="2352"/>
              <a:chExt cx="96" cy="96"/>
            </a:xfrm>
          </p:grpSpPr>
          <p:sp>
            <p:nvSpPr>
              <p:cNvPr id="96292" name="Line 206">
                <a:extLst>
                  <a:ext uri="{FF2B5EF4-FFF2-40B4-BE49-F238E27FC236}">
                    <a16:creationId xmlns:a16="http://schemas.microsoft.com/office/drawing/2014/main" id="{D88F022D-8944-48EB-644B-10BC3AD3532F}"/>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3" name="Line 207">
                <a:extLst>
                  <a:ext uri="{FF2B5EF4-FFF2-40B4-BE49-F238E27FC236}">
                    <a16:creationId xmlns:a16="http://schemas.microsoft.com/office/drawing/2014/main" id="{608776CC-852D-6017-EAEB-49818B72D1CD}"/>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80" name="Group 208">
              <a:extLst>
                <a:ext uri="{FF2B5EF4-FFF2-40B4-BE49-F238E27FC236}">
                  <a16:creationId xmlns:a16="http://schemas.microsoft.com/office/drawing/2014/main" id="{ACD8D9F5-2B22-2DDA-AC68-44717CAB114F}"/>
                </a:ext>
              </a:extLst>
            </p:cNvPr>
            <p:cNvGrpSpPr>
              <a:grpSpLocks/>
            </p:cNvGrpSpPr>
            <p:nvPr/>
          </p:nvGrpSpPr>
          <p:grpSpPr bwMode="auto">
            <a:xfrm>
              <a:off x="3120" y="2249"/>
              <a:ext cx="34" cy="34"/>
              <a:chOff x="1392" y="2352"/>
              <a:chExt cx="96" cy="96"/>
            </a:xfrm>
          </p:grpSpPr>
          <p:sp>
            <p:nvSpPr>
              <p:cNvPr id="96290" name="Line 209">
                <a:extLst>
                  <a:ext uri="{FF2B5EF4-FFF2-40B4-BE49-F238E27FC236}">
                    <a16:creationId xmlns:a16="http://schemas.microsoft.com/office/drawing/2014/main" id="{5297CFBD-F27E-4370-7C25-153974B16C40}"/>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1" name="Line 210">
                <a:extLst>
                  <a:ext uri="{FF2B5EF4-FFF2-40B4-BE49-F238E27FC236}">
                    <a16:creationId xmlns:a16="http://schemas.microsoft.com/office/drawing/2014/main" id="{E1CDF907-51E9-0B64-2FFB-A61AA9C01407}"/>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81" name="Group 211">
              <a:extLst>
                <a:ext uri="{FF2B5EF4-FFF2-40B4-BE49-F238E27FC236}">
                  <a16:creationId xmlns:a16="http://schemas.microsoft.com/office/drawing/2014/main" id="{0A486A4A-CF9F-98EA-319D-50CA94927B4A}"/>
                </a:ext>
              </a:extLst>
            </p:cNvPr>
            <p:cNvGrpSpPr>
              <a:grpSpLocks/>
            </p:cNvGrpSpPr>
            <p:nvPr/>
          </p:nvGrpSpPr>
          <p:grpSpPr bwMode="auto">
            <a:xfrm>
              <a:off x="2934" y="2493"/>
              <a:ext cx="34" cy="34"/>
              <a:chOff x="1392" y="2352"/>
              <a:chExt cx="96" cy="96"/>
            </a:xfrm>
          </p:grpSpPr>
          <p:sp>
            <p:nvSpPr>
              <p:cNvPr id="96288" name="Line 212">
                <a:extLst>
                  <a:ext uri="{FF2B5EF4-FFF2-40B4-BE49-F238E27FC236}">
                    <a16:creationId xmlns:a16="http://schemas.microsoft.com/office/drawing/2014/main" id="{B720EE3C-1FE8-AA79-FC46-BC5FBC5EAA04}"/>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9" name="Line 213">
                <a:extLst>
                  <a:ext uri="{FF2B5EF4-FFF2-40B4-BE49-F238E27FC236}">
                    <a16:creationId xmlns:a16="http://schemas.microsoft.com/office/drawing/2014/main" id="{65B3F167-126D-E295-B8E4-CBF493D7A778}"/>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82" name="Group 214">
              <a:extLst>
                <a:ext uri="{FF2B5EF4-FFF2-40B4-BE49-F238E27FC236}">
                  <a16:creationId xmlns:a16="http://schemas.microsoft.com/office/drawing/2014/main" id="{F9264C1A-632B-8561-B879-BDE0E1891C05}"/>
                </a:ext>
              </a:extLst>
            </p:cNvPr>
            <p:cNvGrpSpPr>
              <a:grpSpLocks/>
            </p:cNvGrpSpPr>
            <p:nvPr/>
          </p:nvGrpSpPr>
          <p:grpSpPr bwMode="auto">
            <a:xfrm>
              <a:off x="2743" y="2739"/>
              <a:ext cx="34" cy="34"/>
              <a:chOff x="1392" y="2352"/>
              <a:chExt cx="96" cy="96"/>
            </a:xfrm>
          </p:grpSpPr>
          <p:sp>
            <p:nvSpPr>
              <p:cNvPr id="96286" name="Line 215">
                <a:extLst>
                  <a:ext uri="{FF2B5EF4-FFF2-40B4-BE49-F238E27FC236}">
                    <a16:creationId xmlns:a16="http://schemas.microsoft.com/office/drawing/2014/main" id="{8A871023-953A-F25B-A6DC-5E7E3376A29A}"/>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7" name="Line 216">
                <a:extLst>
                  <a:ext uri="{FF2B5EF4-FFF2-40B4-BE49-F238E27FC236}">
                    <a16:creationId xmlns:a16="http://schemas.microsoft.com/office/drawing/2014/main" id="{8E60EB00-24FB-FAC5-557C-3A5FFE3332FF}"/>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283" name="Group 217">
              <a:extLst>
                <a:ext uri="{FF2B5EF4-FFF2-40B4-BE49-F238E27FC236}">
                  <a16:creationId xmlns:a16="http://schemas.microsoft.com/office/drawing/2014/main" id="{FB6547D0-75CD-FA61-6C62-06EE67721B27}"/>
                </a:ext>
              </a:extLst>
            </p:cNvPr>
            <p:cNvGrpSpPr>
              <a:grpSpLocks/>
            </p:cNvGrpSpPr>
            <p:nvPr/>
          </p:nvGrpSpPr>
          <p:grpSpPr bwMode="auto">
            <a:xfrm>
              <a:off x="2556" y="2987"/>
              <a:ext cx="34" cy="34"/>
              <a:chOff x="1392" y="2352"/>
              <a:chExt cx="96" cy="96"/>
            </a:xfrm>
          </p:grpSpPr>
          <p:sp>
            <p:nvSpPr>
              <p:cNvPr id="96284" name="Line 218">
                <a:extLst>
                  <a:ext uri="{FF2B5EF4-FFF2-40B4-BE49-F238E27FC236}">
                    <a16:creationId xmlns:a16="http://schemas.microsoft.com/office/drawing/2014/main" id="{116B1BF7-4546-A6FE-BC28-711B9718F827}"/>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5" name="Line 219">
                <a:extLst>
                  <a:ext uri="{FF2B5EF4-FFF2-40B4-BE49-F238E27FC236}">
                    <a16:creationId xmlns:a16="http://schemas.microsoft.com/office/drawing/2014/main" id="{BEAA0524-B84D-8C6E-1148-9CEF50D2DC55}"/>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96265" name="Line 220">
            <a:extLst>
              <a:ext uri="{FF2B5EF4-FFF2-40B4-BE49-F238E27FC236}">
                <a16:creationId xmlns:a16="http://schemas.microsoft.com/office/drawing/2014/main" id="{18D71C86-6996-E155-000E-F9D9E53B193F}"/>
              </a:ext>
            </a:extLst>
          </p:cNvPr>
          <p:cNvSpPr>
            <a:spLocks noChangeShapeType="1"/>
          </p:cNvSpPr>
          <p:nvPr/>
        </p:nvSpPr>
        <p:spPr bwMode="auto">
          <a:xfrm flipH="1">
            <a:off x="3851275" y="1125538"/>
            <a:ext cx="2944813" cy="39925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6" name="Text Box 222">
            <a:extLst>
              <a:ext uri="{FF2B5EF4-FFF2-40B4-BE49-F238E27FC236}">
                <a16:creationId xmlns:a16="http://schemas.microsoft.com/office/drawing/2014/main" id="{D01FE85D-88E0-8F70-B0EE-16766AC1EF9F}"/>
              </a:ext>
            </a:extLst>
          </p:cNvPr>
          <p:cNvSpPr txBox="1">
            <a:spLocks noChangeArrowheads="1"/>
          </p:cNvSpPr>
          <p:nvPr/>
        </p:nvSpPr>
        <p:spPr bwMode="auto">
          <a:xfrm>
            <a:off x="93663" y="4478338"/>
            <a:ext cx="8256587" cy="215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rIns="0" bIns="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endParaRPr lang="en-US" altLang="zh-CN" sz="2000">
              <a:latin typeface="黑体" panose="02010609060101010101" pitchFamily="49" charset="-122"/>
              <a:ea typeface="黑体" panose="02010609060101010101" pitchFamily="49" charset="-122"/>
            </a:endParaRPr>
          </a:p>
          <a:p>
            <a:pPr>
              <a:spcBef>
                <a:spcPct val="0"/>
              </a:spcBef>
              <a:buClrTx/>
              <a:buSzTx/>
              <a:buFont typeface="Arial" panose="020B0604020202020204" pitchFamily="34" charset="0"/>
              <a:buNone/>
            </a:pPr>
            <a:endParaRPr lang="en-US" altLang="zh-CN" sz="2000">
              <a:latin typeface="黑体" panose="02010609060101010101" pitchFamily="49" charset="-122"/>
              <a:ea typeface="黑体" panose="02010609060101010101" pitchFamily="49" charset="-122"/>
            </a:endParaRPr>
          </a:p>
          <a:p>
            <a:pPr>
              <a:spcBef>
                <a:spcPct val="0"/>
              </a:spcBef>
              <a:buClrTx/>
              <a:buSzTx/>
              <a:buFont typeface="Arial" panose="020B0604020202020204" pitchFamily="34" charset="0"/>
              <a:buNone/>
            </a:pPr>
            <a:r>
              <a:rPr lang="en-US" altLang="zh-CN" sz="2000">
                <a:latin typeface="黑体" panose="02010609060101010101" pitchFamily="49" charset="-122"/>
                <a:ea typeface="黑体" panose="02010609060101010101" pitchFamily="49" charset="-122"/>
              </a:rPr>
              <a:t>4</a:t>
            </a:r>
            <a:r>
              <a:rPr lang="zh-CN" altLang="en-US" sz="2000">
                <a:latin typeface="楷体_GB2312"/>
                <a:ea typeface="黑体" panose="02010609060101010101" pitchFamily="49" charset="-122"/>
              </a:rPr>
              <a:t>. 连成图线：</a:t>
            </a:r>
          </a:p>
          <a:p>
            <a:pPr>
              <a:spcBef>
                <a:spcPct val="0"/>
              </a:spcBef>
              <a:buClrTx/>
              <a:buSzTx/>
              <a:buFont typeface="Arial" panose="020B0604020202020204" pitchFamily="34" charset="0"/>
              <a:buNone/>
            </a:pPr>
            <a:r>
              <a:rPr lang="zh-CN" altLang="en-US" sz="2000">
                <a:latin typeface="楷体_GB2312"/>
                <a:ea typeface="黑体" panose="02010609060101010101" pitchFamily="49" charset="-122"/>
              </a:rPr>
              <a:t>       </a:t>
            </a:r>
          </a:p>
          <a:p>
            <a:pPr>
              <a:spcBef>
                <a:spcPct val="0"/>
              </a:spcBef>
              <a:buClrTx/>
              <a:buSzTx/>
              <a:buFont typeface="Arial" panose="020B0604020202020204" pitchFamily="34" charset="0"/>
              <a:buNone/>
            </a:pPr>
            <a:r>
              <a:rPr lang="zh-CN" altLang="en-US" sz="2000">
                <a:latin typeface="楷体_GB2312"/>
                <a:ea typeface="黑体" panose="02010609060101010101" pitchFamily="49" charset="-122"/>
              </a:rPr>
              <a:t>用直尺、曲线板等把点连成直线、光滑曲线。一般不强求直线或曲线通过每个实验点，应使图线正穿过实验点时可以在</a:t>
            </a:r>
            <a:r>
              <a:rPr lang="zh-CN" altLang="en-US" sz="2000">
                <a:latin typeface="Times New Roman" panose="02020603050405020304" pitchFamily="18" charset="0"/>
                <a:ea typeface="黑体" panose="02010609060101010101" pitchFamily="49" charset="-122"/>
                <a:sym typeface="+mn-ea"/>
              </a:rPr>
              <a:t>两边的实验点与图线最为接近且分布大体均匀。</a:t>
            </a:r>
            <a:endParaRPr lang="zh-CN" altLang="en-US" sz="2000">
              <a:latin typeface="楷体_GB2312"/>
              <a:ea typeface="黑体" panose="02010609060101010101" pitchFamily="49" charset="-122"/>
              <a:sym typeface="+mn-ea"/>
            </a:endParaRPr>
          </a:p>
        </p:txBody>
      </p:sp>
      <p:grpSp>
        <p:nvGrpSpPr>
          <p:cNvPr id="96267" name="Group 224">
            <a:extLst>
              <a:ext uri="{FF2B5EF4-FFF2-40B4-BE49-F238E27FC236}">
                <a16:creationId xmlns:a16="http://schemas.microsoft.com/office/drawing/2014/main" id="{9F612162-51DF-F3C7-F5E8-5574113468C7}"/>
              </a:ext>
            </a:extLst>
          </p:cNvPr>
          <p:cNvGrpSpPr>
            <a:grpSpLocks/>
          </p:cNvGrpSpPr>
          <p:nvPr/>
        </p:nvGrpSpPr>
        <p:grpSpPr bwMode="auto">
          <a:xfrm>
            <a:off x="319088" y="2622550"/>
            <a:ext cx="2741612" cy="1846263"/>
            <a:chOff x="455" y="1649"/>
            <a:chExt cx="1727" cy="1163"/>
          </a:xfrm>
        </p:grpSpPr>
        <p:sp>
          <p:nvSpPr>
            <p:cNvPr id="96268" name="Text Box 225">
              <a:extLst>
                <a:ext uri="{FF2B5EF4-FFF2-40B4-BE49-F238E27FC236}">
                  <a16:creationId xmlns:a16="http://schemas.microsoft.com/office/drawing/2014/main" id="{8A135F6C-6476-5FD7-A152-18FCB9A129B5}"/>
                </a:ext>
              </a:extLst>
            </p:cNvPr>
            <p:cNvSpPr txBox="1">
              <a:spLocks noChangeArrowheads="1"/>
            </p:cNvSpPr>
            <p:nvPr/>
          </p:nvSpPr>
          <p:spPr bwMode="auto">
            <a:xfrm>
              <a:off x="455" y="1649"/>
              <a:ext cx="1727" cy="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r>
                <a:rPr lang="zh-CN" altLang="en-US" sz="2000">
                  <a:latin typeface="楷体_GB2312"/>
                  <a:ea typeface="楷体_GB2312"/>
                </a:rPr>
                <a:t>3.</a:t>
              </a:r>
              <a:r>
                <a:rPr lang="zh-CN" altLang="en-US" sz="2000">
                  <a:latin typeface="Times New Roman" panose="02020603050405020304" pitchFamily="18" charset="0"/>
                  <a:ea typeface="楷体_GB2312"/>
                </a:rPr>
                <a:t>标实验点：</a:t>
              </a:r>
            </a:p>
            <a:p>
              <a:pPr>
                <a:spcBef>
                  <a:spcPct val="0"/>
                </a:spcBef>
                <a:buClrTx/>
                <a:buSzTx/>
                <a:buFont typeface="Arial" panose="020B0604020202020204" pitchFamily="34" charset="0"/>
                <a:buNone/>
              </a:pPr>
              <a:r>
                <a:rPr lang="zh-CN" altLang="en-US" sz="2000">
                  <a:latin typeface="Times New Roman" panose="02020603050405020304" pitchFamily="18" charset="0"/>
                  <a:ea typeface="楷体_GB2312"/>
                </a:rPr>
                <a:t>        实验点可用“     ”、 “    ”、“     ”等符号标出（同一坐标系下不同曲线用不同的符号）。 </a:t>
              </a:r>
            </a:p>
          </p:txBody>
        </p:sp>
        <p:grpSp>
          <p:nvGrpSpPr>
            <p:cNvPr id="96269" name="Group 226">
              <a:extLst>
                <a:ext uri="{FF2B5EF4-FFF2-40B4-BE49-F238E27FC236}">
                  <a16:creationId xmlns:a16="http://schemas.microsoft.com/office/drawing/2014/main" id="{72C2E2EE-B6D9-E8E1-B3FB-44472F0EC773}"/>
                </a:ext>
              </a:extLst>
            </p:cNvPr>
            <p:cNvGrpSpPr>
              <a:grpSpLocks/>
            </p:cNvGrpSpPr>
            <p:nvPr/>
          </p:nvGrpSpPr>
          <p:grpSpPr bwMode="auto">
            <a:xfrm>
              <a:off x="1848" y="1876"/>
              <a:ext cx="93" cy="93"/>
              <a:chOff x="760" y="3532"/>
              <a:chExt cx="93" cy="93"/>
            </a:xfrm>
          </p:grpSpPr>
          <p:sp>
            <p:nvSpPr>
              <p:cNvPr id="96272" name="Line 227">
                <a:extLst>
                  <a:ext uri="{FF2B5EF4-FFF2-40B4-BE49-F238E27FC236}">
                    <a16:creationId xmlns:a16="http://schemas.microsoft.com/office/drawing/2014/main" id="{CB150B65-9B8D-0D60-7675-0849E5ECCCA6}"/>
                  </a:ext>
                </a:extLst>
              </p:cNvPr>
              <p:cNvSpPr>
                <a:spLocks noChangeShapeType="1"/>
              </p:cNvSpPr>
              <p:nvPr/>
            </p:nvSpPr>
            <p:spPr bwMode="auto">
              <a:xfrm>
                <a:off x="760" y="3578"/>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3" name="Line 228">
                <a:extLst>
                  <a:ext uri="{FF2B5EF4-FFF2-40B4-BE49-F238E27FC236}">
                    <a16:creationId xmlns:a16="http://schemas.microsoft.com/office/drawing/2014/main" id="{824DFFF9-2B4A-D26B-4CFB-E4DB37960117}"/>
                  </a:ext>
                </a:extLst>
              </p:cNvPr>
              <p:cNvSpPr>
                <a:spLocks noChangeShapeType="1"/>
              </p:cNvSpPr>
              <p:nvPr/>
            </p:nvSpPr>
            <p:spPr bwMode="auto">
              <a:xfrm rot="5400000">
                <a:off x="760" y="3578"/>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6270" name="Oval 229">
              <a:extLst>
                <a:ext uri="{FF2B5EF4-FFF2-40B4-BE49-F238E27FC236}">
                  <a16:creationId xmlns:a16="http://schemas.microsoft.com/office/drawing/2014/main" id="{5877067A-675C-9E6D-BE8E-A2B235449A61}"/>
                </a:ext>
              </a:extLst>
            </p:cNvPr>
            <p:cNvSpPr>
              <a:spLocks noChangeArrowheads="1"/>
            </p:cNvSpPr>
            <p:nvPr/>
          </p:nvSpPr>
          <p:spPr bwMode="auto">
            <a:xfrm>
              <a:off x="1628" y="2132"/>
              <a:ext cx="73" cy="73"/>
            </a:xfrm>
            <a:prstGeom prst="ellipse">
              <a:avLst/>
            </a:prstGeom>
            <a:solidFill>
              <a:srgbClr val="FFCCFF"/>
            </a:solidFill>
            <a:ln w="9525">
              <a:solidFill>
                <a:schemeClr val="tx1"/>
              </a:solidFill>
              <a:round/>
              <a:headEnd/>
              <a:tailEnd/>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000">
                <a:latin typeface="Times New Roman" panose="02020603050405020304" pitchFamily="18" charset="0"/>
                <a:ea typeface="楷体_GB2312"/>
              </a:endParaRPr>
            </a:p>
          </p:txBody>
        </p:sp>
        <p:sp>
          <p:nvSpPr>
            <p:cNvPr id="96271" name="Oval 230">
              <a:extLst>
                <a:ext uri="{FF2B5EF4-FFF2-40B4-BE49-F238E27FC236}">
                  <a16:creationId xmlns:a16="http://schemas.microsoft.com/office/drawing/2014/main" id="{655A515F-D06E-532D-20FA-656D7889C5CF}"/>
                </a:ext>
              </a:extLst>
            </p:cNvPr>
            <p:cNvSpPr>
              <a:spLocks noChangeArrowheads="1"/>
            </p:cNvSpPr>
            <p:nvPr/>
          </p:nvSpPr>
          <p:spPr bwMode="auto">
            <a:xfrm>
              <a:off x="884" y="2132"/>
              <a:ext cx="73" cy="7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000">
                <a:latin typeface="Times New Roman" panose="02020603050405020304" pitchFamily="18" charset="0"/>
                <a:ea typeface="楷体_GB2312"/>
              </a:endParaRPr>
            </a:p>
          </p:txBody>
        </p:sp>
      </p:gr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a:extLst>
              <a:ext uri="{FF2B5EF4-FFF2-40B4-BE49-F238E27FC236}">
                <a16:creationId xmlns:a16="http://schemas.microsoft.com/office/drawing/2014/main" id="{084DC05F-A070-0D79-6FD4-0B30A8A88457}"/>
              </a:ext>
            </a:extLst>
          </p:cNvPr>
          <p:cNvSpPr txBox="1">
            <a:spLocks noChangeArrowheads="1"/>
          </p:cNvSpPr>
          <p:nvPr/>
        </p:nvSpPr>
        <p:spPr bwMode="auto">
          <a:xfrm>
            <a:off x="3336925" y="431800"/>
            <a:ext cx="5140325" cy="5273675"/>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a:p>
            <a:pPr algn="ctr">
              <a:spcBef>
                <a:spcPct val="50000"/>
              </a:spcBef>
              <a:buClrTx/>
              <a:buSzTx/>
              <a:buFont typeface="Arial" panose="020B0604020202020204" pitchFamily="34" charset="0"/>
              <a:buNone/>
            </a:pPr>
            <a:endParaRPr lang="en-US" altLang="zh-CN" sz="4000">
              <a:latin typeface="Times New Roman" panose="02020603050405020304" pitchFamily="18" charset="0"/>
              <a:ea typeface="楷体_GB2312"/>
            </a:endParaRPr>
          </a:p>
        </p:txBody>
      </p:sp>
      <p:sp>
        <p:nvSpPr>
          <p:cNvPr id="103427" name="Text Box 3">
            <a:extLst>
              <a:ext uri="{FF2B5EF4-FFF2-40B4-BE49-F238E27FC236}">
                <a16:creationId xmlns:a16="http://schemas.microsoft.com/office/drawing/2014/main" id="{9D75C35B-3A77-6A1B-CC2C-58948A9133AB}"/>
              </a:ext>
            </a:extLst>
          </p:cNvPr>
          <p:cNvSpPr txBox="1">
            <a:spLocks noChangeArrowheads="1"/>
          </p:cNvSpPr>
          <p:nvPr/>
        </p:nvSpPr>
        <p:spPr bwMode="auto">
          <a:xfrm>
            <a:off x="533400" y="669925"/>
            <a:ext cx="2752725"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bIns="4680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000">
                <a:latin typeface="黑体" panose="02010609060101010101" pitchFamily="49" charset="-122"/>
                <a:ea typeface="黑体" panose="02010609060101010101" pitchFamily="49" charset="-122"/>
              </a:rPr>
              <a:t>5.</a:t>
            </a:r>
            <a:r>
              <a:rPr lang="zh-CN" altLang="en-US" sz="2000">
                <a:latin typeface="黑体" panose="02010609060101010101" pitchFamily="49" charset="-122"/>
                <a:ea typeface="黑体" panose="02010609060101010101" pitchFamily="49" charset="-122"/>
              </a:rPr>
              <a:t>标出图线特征：</a:t>
            </a:r>
          </a:p>
          <a:p>
            <a:pPr>
              <a:lnSpc>
                <a:spcPct val="120000"/>
              </a:lnSpc>
              <a:spcBef>
                <a:spcPct val="50000"/>
              </a:spcBef>
              <a:buClrTx/>
              <a:buSzTx/>
              <a:buFont typeface="Arial" panose="020B0604020202020204" pitchFamily="34" charset="0"/>
              <a:buNone/>
            </a:pPr>
            <a:r>
              <a:rPr lang="zh-CN" altLang="en-US" sz="2000">
                <a:latin typeface="Times New Roman" panose="02020603050405020304" pitchFamily="18" charset="0"/>
                <a:ea typeface="黑体" panose="02010609060101010101" pitchFamily="49" charset="-122"/>
              </a:rPr>
              <a:t>        </a:t>
            </a:r>
            <a:r>
              <a:rPr lang="zh-CN" altLang="en-US" sz="2000">
                <a:latin typeface="楷体_GB2312"/>
                <a:ea typeface="黑体" panose="02010609060101010101" pitchFamily="49" charset="-122"/>
              </a:rPr>
              <a:t>在图上空白位置标明实验条件或从图上得出的某些参数。如利用所绘直线可给出被测电阻</a:t>
            </a:r>
            <a:r>
              <a:rPr lang="en-US" altLang="zh-CN" sz="2000" i="1">
                <a:latin typeface="Times New Roman" panose="02020603050405020304" pitchFamily="18" charset="0"/>
                <a:ea typeface="黑体" panose="02010609060101010101" pitchFamily="49" charset="-122"/>
              </a:rPr>
              <a:t>R</a:t>
            </a:r>
            <a:r>
              <a:rPr lang="zh-CN" altLang="en-US" sz="2000">
                <a:latin typeface="楷体_GB2312"/>
                <a:ea typeface="黑体" panose="02010609060101010101" pitchFamily="49" charset="-122"/>
              </a:rPr>
              <a:t>大小：从所绘直线上读取两点 </a:t>
            </a:r>
            <a:r>
              <a:rPr lang="en-US" altLang="zh-CN" sz="2000" i="1">
                <a:latin typeface="Times New Roman" panose="02020603050405020304" pitchFamily="18" charset="0"/>
                <a:ea typeface="黑体" panose="02010609060101010101" pitchFamily="49" charset="-122"/>
              </a:rPr>
              <a:t>A</a:t>
            </a:r>
            <a:r>
              <a:rPr lang="zh-CN" altLang="en-US"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B </a:t>
            </a:r>
            <a:r>
              <a:rPr lang="zh-CN" altLang="en-US" sz="2000">
                <a:latin typeface="Times New Roman" panose="02020603050405020304" pitchFamily="18" charset="0"/>
                <a:ea typeface="黑体" panose="02010609060101010101" pitchFamily="49" charset="-122"/>
              </a:rPr>
              <a:t>的坐标就可求出 </a:t>
            </a:r>
            <a:r>
              <a:rPr lang="en-US" altLang="zh-CN" sz="2000" i="1">
                <a:latin typeface="Times New Roman" panose="02020603050405020304" pitchFamily="18" charset="0"/>
                <a:ea typeface="黑体" panose="02010609060101010101" pitchFamily="49" charset="-122"/>
              </a:rPr>
              <a:t>R</a:t>
            </a:r>
            <a:r>
              <a:rPr lang="en-US" altLang="zh-CN" sz="2000" i="1">
                <a:latin typeface="楷体_GB2312"/>
                <a:ea typeface="黑体" panose="02010609060101010101" pitchFamily="49" charset="-122"/>
              </a:rPr>
              <a:t> </a:t>
            </a:r>
            <a:r>
              <a:rPr lang="zh-CN" altLang="en-US" sz="2000">
                <a:latin typeface="楷体_GB2312"/>
                <a:ea typeface="黑体" panose="02010609060101010101" pitchFamily="49" charset="-122"/>
              </a:rPr>
              <a:t>值。</a:t>
            </a:r>
          </a:p>
        </p:txBody>
      </p:sp>
      <p:grpSp>
        <p:nvGrpSpPr>
          <p:cNvPr id="97284" name="Group 4">
            <a:extLst>
              <a:ext uri="{FF2B5EF4-FFF2-40B4-BE49-F238E27FC236}">
                <a16:creationId xmlns:a16="http://schemas.microsoft.com/office/drawing/2014/main" id="{C843915C-A9BD-73A4-C9DD-AEFDC9F5E433}"/>
              </a:ext>
            </a:extLst>
          </p:cNvPr>
          <p:cNvGrpSpPr>
            <a:grpSpLocks/>
          </p:cNvGrpSpPr>
          <p:nvPr/>
        </p:nvGrpSpPr>
        <p:grpSpPr bwMode="auto">
          <a:xfrm>
            <a:off x="3429000" y="582613"/>
            <a:ext cx="5095875" cy="4970462"/>
            <a:chOff x="2160" y="367"/>
            <a:chExt cx="3210" cy="3131"/>
          </a:xfrm>
        </p:grpSpPr>
        <p:grpSp>
          <p:nvGrpSpPr>
            <p:cNvPr id="97299" name="Group 5">
              <a:extLst>
                <a:ext uri="{FF2B5EF4-FFF2-40B4-BE49-F238E27FC236}">
                  <a16:creationId xmlns:a16="http://schemas.microsoft.com/office/drawing/2014/main" id="{709D4048-040D-D6C9-65AD-7A4B7CD59308}"/>
                </a:ext>
              </a:extLst>
            </p:cNvPr>
            <p:cNvGrpSpPr>
              <a:grpSpLocks/>
            </p:cNvGrpSpPr>
            <p:nvPr/>
          </p:nvGrpSpPr>
          <p:grpSpPr bwMode="auto">
            <a:xfrm>
              <a:off x="2160" y="367"/>
              <a:ext cx="3130" cy="3131"/>
              <a:chOff x="1486" y="793"/>
              <a:chExt cx="3130" cy="3131"/>
            </a:xfrm>
          </p:grpSpPr>
          <p:grpSp>
            <p:nvGrpSpPr>
              <p:cNvPr id="97381" name="Group 6">
                <a:extLst>
                  <a:ext uri="{FF2B5EF4-FFF2-40B4-BE49-F238E27FC236}">
                    <a16:creationId xmlns:a16="http://schemas.microsoft.com/office/drawing/2014/main" id="{AF57AA0A-09E9-8D4F-BA78-A7E23BA2402B}"/>
                  </a:ext>
                </a:extLst>
              </p:cNvPr>
              <p:cNvGrpSpPr>
                <a:grpSpLocks/>
              </p:cNvGrpSpPr>
              <p:nvPr/>
            </p:nvGrpSpPr>
            <p:grpSpPr bwMode="auto">
              <a:xfrm>
                <a:off x="1492" y="793"/>
                <a:ext cx="3124" cy="3124"/>
                <a:chOff x="1708" y="514"/>
                <a:chExt cx="3124" cy="3124"/>
              </a:xfrm>
            </p:grpSpPr>
            <p:sp>
              <p:nvSpPr>
                <p:cNvPr id="97449" name="Line 7">
                  <a:extLst>
                    <a:ext uri="{FF2B5EF4-FFF2-40B4-BE49-F238E27FC236}">
                      <a16:creationId xmlns:a16="http://schemas.microsoft.com/office/drawing/2014/main" id="{3D44AC1B-8877-CFB8-164E-AF960CD5DF09}"/>
                    </a:ext>
                  </a:extLst>
                </p:cNvPr>
                <p:cNvSpPr>
                  <a:spLocks noChangeShapeType="1"/>
                </p:cNvSpPr>
                <p:nvPr/>
              </p:nvSpPr>
              <p:spPr bwMode="auto">
                <a:xfrm>
                  <a:off x="1708" y="51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0" name="Line 8">
                  <a:extLst>
                    <a:ext uri="{FF2B5EF4-FFF2-40B4-BE49-F238E27FC236}">
                      <a16:creationId xmlns:a16="http://schemas.microsoft.com/office/drawing/2014/main" id="{2DCA4754-D68C-7933-2710-C564623680C3}"/>
                    </a:ext>
                  </a:extLst>
                </p:cNvPr>
                <p:cNvSpPr>
                  <a:spLocks noChangeShapeType="1"/>
                </p:cNvSpPr>
                <p:nvPr/>
              </p:nvSpPr>
              <p:spPr bwMode="auto">
                <a:xfrm>
                  <a:off x="1708" y="61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1" name="Line 9">
                  <a:extLst>
                    <a:ext uri="{FF2B5EF4-FFF2-40B4-BE49-F238E27FC236}">
                      <a16:creationId xmlns:a16="http://schemas.microsoft.com/office/drawing/2014/main" id="{14048234-C9EF-61F9-D653-8FDEB7F03E8A}"/>
                    </a:ext>
                  </a:extLst>
                </p:cNvPr>
                <p:cNvSpPr>
                  <a:spLocks noChangeShapeType="1"/>
                </p:cNvSpPr>
                <p:nvPr/>
              </p:nvSpPr>
              <p:spPr bwMode="auto">
                <a:xfrm>
                  <a:off x="1708" y="5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2" name="Line 10">
                  <a:extLst>
                    <a:ext uri="{FF2B5EF4-FFF2-40B4-BE49-F238E27FC236}">
                      <a16:creationId xmlns:a16="http://schemas.microsoft.com/office/drawing/2014/main" id="{A870851B-2A8C-7A85-D015-EA2429B94310}"/>
                    </a:ext>
                  </a:extLst>
                </p:cNvPr>
                <p:cNvSpPr>
                  <a:spLocks noChangeShapeType="1"/>
                </p:cNvSpPr>
                <p:nvPr/>
              </p:nvSpPr>
              <p:spPr bwMode="auto">
                <a:xfrm>
                  <a:off x="1708" y="65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3" name="Line 11">
                  <a:extLst>
                    <a:ext uri="{FF2B5EF4-FFF2-40B4-BE49-F238E27FC236}">
                      <a16:creationId xmlns:a16="http://schemas.microsoft.com/office/drawing/2014/main" id="{214FF4FE-0305-0C73-5C40-49B45E25DA52}"/>
                    </a:ext>
                  </a:extLst>
                </p:cNvPr>
                <p:cNvSpPr>
                  <a:spLocks noChangeShapeType="1"/>
                </p:cNvSpPr>
                <p:nvPr/>
              </p:nvSpPr>
              <p:spPr bwMode="auto">
                <a:xfrm>
                  <a:off x="1708" y="69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4" name="Line 12">
                  <a:extLst>
                    <a:ext uri="{FF2B5EF4-FFF2-40B4-BE49-F238E27FC236}">
                      <a16:creationId xmlns:a16="http://schemas.microsoft.com/office/drawing/2014/main" id="{EF9792A1-28F3-BA2F-D55D-3F01756286A2}"/>
                    </a:ext>
                  </a:extLst>
                </p:cNvPr>
                <p:cNvSpPr>
                  <a:spLocks noChangeShapeType="1"/>
                </p:cNvSpPr>
                <p:nvPr/>
              </p:nvSpPr>
              <p:spPr bwMode="auto">
                <a:xfrm>
                  <a:off x="1708" y="75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5" name="Line 13">
                  <a:extLst>
                    <a:ext uri="{FF2B5EF4-FFF2-40B4-BE49-F238E27FC236}">
                      <a16:creationId xmlns:a16="http://schemas.microsoft.com/office/drawing/2014/main" id="{E7062C37-F27A-42ED-4B41-DEF331D661C6}"/>
                    </a:ext>
                  </a:extLst>
                </p:cNvPr>
                <p:cNvSpPr>
                  <a:spLocks noChangeShapeType="1"/>
                </p:cNvSpPr>
                <p:nvPr/>
              </p:nvSpPr>
              <p:spPr bwMode="auto">
                <a:xfrm>
                  <a:off x="1708" y="85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6" name="Line 14">
                  <a:extLst>
                    <a:ext uri="{FF2B5EF4-FFF2-40B4-BE49-F238E27FC236}">
                      <a16:creationId xmlns:a16="http://schemas.microsoft.com/office/drawing/2014/main" id="{04A7C274-6D13-A6B7-64C6-AC91593DC017}"/>
                    </a:ext>
                  </a:extLst>
                </p:cNvPr>
                <p:cNvSpPr>
                  <a:spLocks noChangeShapeType="1"/>
                </p:cNvSpPr>
                <p:nvPr/>
              </p:nvSpPr>
              <p:spPr bwMode="auto">
                <a:xfrm>
                  <a:off x="1708" y="79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7" name="Line 15">
                  <a:extLst>
                    <a:ext uri="{FF2B5EF4-FFF2-40B4-BE49-F238E27FC236}">
                      <a16:creationId xmlns:a16="http://schemas.microsoft.com/office/drawing/2014/main" id="{5F9999E9-8849-3C86-EB0F-458AFDBDCEA7}"/>
                    </a:ext>
                  </a:extLst>
                </p:cNvPr>
                <p:cNvSpPr>
                  <a:spLocks noChangeShapeType="1"/>
                </p:cNvSpPr>
                <p:nvPr/>
              </p:nvSpPr>
              <p:spPr bwMode="auto">
                <a:xfrm>
                  <a:off x="1708" y="90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8" name="Line 16">
                  <a:extLst>
                    <a:ext uri="{FF2B5EF4-FFF2-40B4-BE49-F238E27FC236}">
                      <a16:creationId xmlns:a16="http://schemas.microsoft.com/office/drawing/2014/main" id="{A1F4FC60-799E-A6E5-8F9F-A372A401ED23}"/>
                    </a:ext>
                  </a:extLst>
                </p:cNvPr>
                <p:cNvSpPr>
                  <a:spLocks noChangeShapeType="1"/>
                </p:cNvSpPr>
                <p:nvPr/>
              </p:nvSpPr>
              <p:spPr bwMode="auto">
                <a:xfrm>
                  <a:off x="1708" y="9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59" name="Line 17">
                  <a:extLst>
                    <a:ext uri="{FF2B5EF4-FFF2-40B4-BE49-F238E27FC236}">
                      <a16:creationId xmlns:a16="http://schemas.microsoft.com/office/drawing/2014/main" id="{B792C984-20D2-D35F-BEB9-CA688620AECB}"/>
                    </a:ext>
                  </a:extLst>
                </p:cNvPr>
                <p:cNvSpPr>
                  <a:spLocks noChangeShapeType="1"/>
                </p:cNvSpPr>
                <p:nvPr/>
              </p:nvSpPr>
              <p:spPr bwMode="auto">
                <a:xfrm>
                  <a:off x="1708" y="100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0" name="Line 18">
                  <a:extLst>
                    <a:ext uri="{FF2B5EF4-FFF2-40B4-BE49-F238E27FC236}">
                      <a16:creationId xmlns:a16="http://schemas.microsoft.com/office/drawing/2014/main" id="{B0836F66-D710-A744-AA0C-22129AC80B74}"/>
                    </a:ext>
                  </a:extLst>
                </p:cNvPr>
                <p:cNvSpPr>
                  <a:spLocks noChangeShapeType="1"/>
                </p:cNvSpPr>
                <p:nvPr/>
              </p:nvSpPr>
              <p:spPr bwMode="auto">
                <a:xfrm>
                  <a:off x="1708" y="10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1" name="Line 19">
                  <a:extLst>
                    <a:ext uri="{FF2B5EF4-FFF2-40B4-BE49-F238E27FC236}">
                      <a16:creationId xmlns:a16="http://schemas.microsoft.com/office/drawing/2014/main" id="{9FDEA6B7-F772-C253-41A4-9B980011BCEA}"/>
                    </a:ext>
                  </a:extLst>
                </p:cNvPr>
                <p:cNvSpPr>
                  <a:spLocks noChangeShapeType="1"/>
                </p:cNvSpPr>
                <p:nvPr/>
              </p:nvSpPr>
              <p:spPr bwMode="auto">
                <a:xfrm>
                  <a:off x="1708" y="10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2" name="Line 20">
                  <a:extLst>
                    <a:ext uri="{FF2B5EF4-FFF2-40B4-BE49-F238E27FC236}">
                      <a16:creationId xmlns:a16="http://schemas.microsoft.com/office/drawing/2014/main" id="{F9F7B3E9-8A52-C63A-F563-0A0B98E676E2}"/>
                    </a:ext>
                  </a:extLst>
                </p:cNvPr>
                <p:cNvSpPr>
                  <a:spLocks noChangeShapeType="1"/>
                </p:cNvSpPr>
                <p:nvPr/>
              </p:nvSpPr>
              <p:spPr bwMode="auto">
                <a:xfrm>
                  <a:off x="1708" y="113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3" name="Line 21">
                  <a:extLst>
                    <a:ext uri="{FF2B5EF4-FFF2-40B4-BE49-F238E27FC236}">
                      <a16:creationId xmlns:a16="http://schemas.microsoft.com/office/drawing/2014/main" id="{E6C18EA1-056A-1D70-56D3-5C095C1D7A67}"/>
                    </a:ext>
                  </a:extLst>
                </p:cNvPr>
                <p:cNvSpPr>
                  <a:spLocks noChangeShapeType="1"/>
                </p:cNvSpPr>
                <p:nvPr/>
              </p:nvSpPr>
              <p:spPr bwMode="auto">
                <a:xfrm>
                  <a:off x="1708" y="118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4" name="Line 22">
                  <a:extLst>
                    <a:ext uri="{FF2B5EF4-FFF2-40B4-BE49-F238E27FC236}">
                      <a16:creationId xmlns:a16="http://schemas.microsoft.com/office/drawing/2014/main" id="{F5B2772D-30DB-54AC-C6E5-408EFF0754D5}"/>
                    </a:ext>
                  </a:extLst>
                </p:cNvPr>
                <p:cNvSpPr>
                  <a:spLocks noChangeShapeType="1"/>
                </p:cNvSpPr>
                <p:nvPr/>
              </p:nvSpPr>
              <p:spPr bwMode="auto">
                <a:xfrm>
                  <a:off x="1708" y="123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5" name="Line 23">
                  <a:extLst>
                    <a:ext uri="{FF2B5EF4-FFF2-40B4-BE49-F238E27FC236}">
                      <a16:creationId xmlns:a16="http://schemas.microsoft.com/office/drawing/2014/main" id="{8672DE84-2C14-4BE3-4B06-E211E986B8D7}"/>
                    </a:ext>
                  </a:extLst>
                </p:cNvPr>
                <p:cNvSpPr>
                  <a:spLocks noChangeShapeType="1"/>
                </p:cNvSpPr>
                <p:nvPr/>
              </p:nvSpPr>
              <p:spPr bwMode="auto">
                <a:xfrm>
                  <a:off x="1708" y="133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6" name="Line 24">
                  <a:extLst>
                    <a:ext uri="{FF2B5EF4-FFF2-40B4-BE49-F238E27FC236}">
                      <a16:creationId xmlns:a16="http://schemas.microsoft.com/office/drawing/2014/main" id="{166F55B3-EAE4-B520-1191-7C0B3AA7CC17}"/>
                    </a:ext>
                  </a:extLst>
                </p:cNvPr>
                <p:cNvSpPr>
                  <a:spLocks noChangeShapeType="1"/>
                </p:cNvSpPr>
                <p:nvPr/>
              </p:nvSpPr>
              <p:spPr bwMode="auto">
                <a:xfrm>
                  <a:off x="1708" y="128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7" name="Line 25">
                  <a:extLst>
                    <a:ext uri="{FF2B5EF4-FFF2-40B4-BE49-F238E27FC236}">
                      <a16:creationId xmlns:a16="http://schemas.microsoft.com/office/drawing/2014/main" id="{16F31231-A27B-E366-6FD4-ADACD4B16536}"/>
                    </a:ext>
                  </a:extLst>
                </p:cNvPr>
                <p:cNvSpPr>
                  <a:spLocks noChangeShapeType="1"/>
                </p:cNvSpPr>
                <p:nvPr/>
              </p:nvSpPr>
              <p:spPr bwMode="auto">
                <a:xfrm>
                  <a:off x="1708" y="138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8" name="Line 26">
                  <a:extLst>
                    <a:ext uri="{FF2B5EF4-FFF2-40B4-BE49-F238E27FC236}">
                      <a16:creationId xmlns:a16="http://schemas.microsoft.com/office/drawing/2014/main" id="{75D9B76B-457C-B28D-3DBC-30ADBEA8C45C}"/>
                    </a:ext>
                  </a:extLst>
                </p:cNvPr>
                <p:cNvSpPr>
                  <a:spLocks noChangeShapeType="1"/>
                </p:cNvSpPr>
                <p:nvPr/>
              </p:nvSpPr>
              <p:spPr bwMode="auto">
                <a:xfrm>
                  <a:off x="1708" y="143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69" name="Line 27">
                  <a:extLst>
                    <a:ext uri="{FF2B5EF4-FFF2-40B4-BE49-F238E27FC236}">
                      <a16:creationId xmlns:a16="http://schemas.microsoft.com/office/drawing/2014/main" id="{0EF7F4B5-E9EB-E1E0-A188-1CC54A57A579}"/>
                    </a:ext>
                  </a:extLst>
                </p:cNvPr>
                <p:cNvSpPr>
                  <a:spLocks noChangeShapeType="1"/>
                </p:cNvSpPr>
                <p:nvPr/>
              </p:nvSpPr>
              <p:spPr bwMode="auto">
                <a:xfrm>
                  <a:off x="1708" y="147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0" name="Line 28">
                  <a:extLst>
                    <a:ext uri="{FF2B5EF4-FFF2-40B4-BE49-F238E27FC236}">
                      <a16:creationId xmlns:a16="http://schemas.microsoft.com/office/drawing/2014/main" id="{B9096B59-DF57-B250-9DAC-C8989C1A9138}"/>
                    </a:ext>
                  </a:extLst>
                </p:cNvPr>
                <p:cNvSpPr>
                  <a:spLocks noChangeShapeType="1"/>
                </p:cNvSpPr>
                <p:nvPr/>
              </p:nvSpPr>
              <p:spPr bwMode="auto">
                <a:xfrm>
                  <a:off x="1708" y="157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1" name="Line 29">
                  <a:extLst>
                    <a:ext uri="{FF2B5EF4-FFF2-40B4-BE49-F238E27FC236}">
                      <a16:creationId xmlns:a16="http://schemas.microsoft.com/office/drawing/2014/main" id="{49CDBD68-4E37-8DAC-285B-504E93B4FA2B}"/>
                    </a:ext>
                  </a:extLst>
                </p:cNvPr>
                <p:cNvSpPr>
                  <a:spLocks noChangeShapeType="1"/>
                </p:cNvSpPr>
                <p:nvPr/>
              </p:nvSpPr>
              <p:spPr bwMode="auto">
                <a:xfrm>
                  <a:off x="1708" y="152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2" name="Line 30">
                  <a:extLst>
                    <a:ext uri="{FF2B5EF4-FFF2-40B4-BE49-F238E27FC236}">
                      <a16:creationId xmlns:a16="http://schemas.microsoft.com/office/drawing/2014/main" id="{2BDA8353-EADC-9DDB-C306-2237F524CFFB}"/>
                    </a:ext>
                  </a:extLst>
                </p:cNvPr>
                <p:cNvSpPr>
                  <a:spLocks noChangeShapeType="1"/>
                </p:cNvSpPr>
                <p:nvPr/>
              </p:nvSpPr>
              <p:spPr bwMode="auto">
                <a:xfrm>
                  <a:off x="1708" y="161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3" name="Line 31">
                  <a:extLst>
                    <a:ext uri="{FF2B5EF4-FFF2-40B4-BE49-F238E27FC236}">
                      <a16:creationId xmlns:a16="http://schemas.microsoft.com/office/drawing/2014/main" id="{44B9FF50-5154-C347-0017-1681651C25D7}"/>
                    </a:ext>
                  </a:extLst>
                </p:cNvPr>
                <p:cNvSpPr>
                  <a:spLocks noChangeShapeType="1"/>
                </p:cNvSpPr>
                <p:nvPr/>
              </p:nvSpPr>
              <p:spPr bwMode="auto">
                <a:xfrm>
                  <a:off x="1708" y="166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4" name="Line 32">
                  <a:extLst>
                    <a:ext uri="{FF2B5EF4-FFF2-40B4-BE49-F238E27FC236}">
                      <a16:creationId xmlns:a16="http://schemas.microsoft.com/office/drawing/2014/main" id="{F094BA64-97DC-827D-5E3F-AFE0F524D1FD}"/>
                    </a:ext>
                  </a:extLst>
                </p:cNvPr>
                <p:cNvSpPr>
                  <a:spLocks noChangeShapeType="1"/>
                </p:cNvSpPr>
                <p:nvPr/>
              </p:nvSpPr>
              <p:spPr bwMode="auto">
                <a:xfrm>
                  <a:off x="1708" y="171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5" name="Line 33">
                  <a:extLst>
                    <a:ext uri="{FF2B5EF4-FFF2-40B4-BE49-F238E27FC236}">
                      <a16:creationId xmlns:a16="http://schemas.microsoft.com/office/drawing/2014/main" id="{5412F03A-EB0F-EA57-9A1B-9AF035CCFC0A}"/>
                    </a:ext>
                  </a:extLst>
                </p:cNvPr>
                <p:cNvSpPr>
                  <a:spLocks noChangeShapeType="1"/>
                </p:cNvSpPr>
                <p:nvPr/>
              </p:nvSpPr>
              <p:spPr bwMode="auto">
                <a:xfrm>
                  <a:off x="1708" y="180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6" name="Line 34">
                  <a:extLst>
                    <a:ext uri="{FF2B5EF4-FFF2-40B4-BE49-F238E27FC236}">
                      <a16:creationId xmlns:a16="http://schemas.microsoft.com/office/drawing/2014/main" id="{74246A9C-82C5-F8A4-03BB-4055D0697DF0}"/>
                    </a:ext>
                  </a:extLst>
                </p:cNvPr>
                <p:cNvSpPr>
                  <a:spLocks noChangeShapeType="1"/>
                </p:cNvSpPr>
                <p:nvPr/>
              </p:nvSpPr>
              <p:spPr bwMode="auto">
                <a:xfrm>
                  <a:off x="1708" y="176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7" name="Line 35">
                  <a:extLst>
                    <a:ext uri="{FF2B5EF4-FFF2-40B4-BE49-F238E27FC236}">
                      <a16:creationId xmlns:a16="http://schemas.microsoft.com/office/drawing/2014/main" id="{AAFE57FE-768E-D9CC-90C0-C2417CF765F9}"/>
                    </a:ext>
                  </a:extLst>
                </p:cNvPr>
                <p:cNvSpPr>
                  <a:spLocks noChangeShapeType="1"/>
                </p:cNvSpPr>
                <p:nvPr/>
              </p:nvSpPr>
              <p:spPr bwMode="auto">
                <a:xfrm>
                  <a:off x="1708" y="185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8" name="Line 36">
                  <a:extLst>
                    <a:ext uri="{FF2B5EF4-FFF2-40B4-BE49-F238E27FC236}">
                      <a16:creationId xmlns:a16="http://schemas.microsoft.com/office/drawing/2014/main" id="{5B246340-7A6E-7C4E-385B-06A5562CFB15}"/>
                    </a:ext>
                  </a:extLst>
                </p:cNvPr>
                <p:cNvSpPr>
                  <a:spLocks noChangeShapeType="1"/>
                </p:cNvSpPr>
                <p:nvPr/>
              </p:nvSpPr>
              <p:spPr bwMode="auto">
                <a:xfrm>
                  <a:off x="1708" y="190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79" name="Line 37">
                  <a:extLst>
                    <a:ext uri="{FF2B5EF4-FFF2-40B4-BE49-F238E27FC236}">
                      <a16:creationId xmlns:a16="http://schemas.microsoft.com/office/drawing/2014/main" id="{D5D068D6-9DF0-CDC6-E132-7021D3DC183A}"/>
                    </a:ext>
                  </a:extLst>
                </p:cNvPr>
                <p:cNvSpPr>
                  <a:spLocks noChangeShapeType="1"/>
                </p:cNvSpPr>
                <p:nvPr/>
              </p:nvSpPr>
              <p:spPr bwMode="auto">
                <a:xfrm>
                  <a:off x="1708" y="195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0" name="Line 38">
                  <a:extLst>
                    <a:ext uri="{FF2B5EF4-FFF2-40B4-BE49-F238E27FC236}">
                      <a16:creationId xmlns:a16="http://schemas.microsoft.com/office/drawing/2014/main" id="{7EFCC589-2E9E-7D41-09E5-0053F316A525}"/>
                    </a:ext>
                  </a:extLst>
                </p:cNvPr>
                <p:cNvSpPr>
                  <a:spLocks noChangeShapeType="1"/>
                </p:cNvSpPr>
                <p:nvPr/>
              </p:nvSpPr>
              <p:spPr bwMode="auto">
                <a:xfrm>
                  <a:off x="1708" y="205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1" name="Line 39">
                  <a:extLst>
                    <a:ext uri="{FF2B5EF4-FFF2-40B4-BE49-F238E27FC236}">
                      <a16:creationId xmlns:a16="http://schemas.microsoft.com/office/drawing/2014/main" id="{EE0EE231-E419-90D8-6832-5DDF775D5897}"/>
                    </a:ext>
                  </a:extLst>
                </p:cNvPr>
                <p:cNvSpPr>
                  <a:spLocks noChangeShapeType="1"/>
                </p:cNvSpPr>
                <p:nvPr/>
              </p:nvSpPr>
              <p:spPr bwMode="auto">
                <a:xfrm>
                  <a:off x="1708" y="200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2" name="Line 40">
                  <a:extLst>
                    <a:ext uri="{FF2B5EF4-FFF2-40B4-BE49-F238E27FC236}">
                      <a16:creationId xmlns:a16="http://schemas.microsoft.com/office/drawing/2014/main" id="{B1C88C0D-B39D-2ABE-BA0F-C4894D6A56A6}"/>
                    </a:ext>
                  </a:extLst>
                </p:cNvPr>
                <p:cNvSpPr>
                  <a:spLocks noChangeShapeType="1"/>
                </p:cNvSpPr>
                <p:nvPr/>
              </p:nvSpPr>
              <p:spPr bwMode="auto">
                <a:xfrm>
                  <a:off x="1708" y="209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3" name="Line 41">
                  <a:extLst>
                    <a:ext uri="{FF2B5EF4-FFF2-40B4-BE49-F238E27FC236}">
                      <a16:creationId xmlns:a16="http://schemas.microsoft.com/office/drawing/2014/main" id="{4D5CB919-D4F8-DC69-EFBD-BDF2F9B6D2E8}"/>
                    </a:ext>
                  </a:extLst>
                </p:cNvPr>
                <p:cNvSpPr>
                  <a:spLocks noChangeShapeType="1"/>
                </p:cNvSpPr>
                <p:nvPr/>
              </p:nvSpPr>
              <p:spPr bwMode="auto">
                <a:xfrm>
                  <a:off x="1708" y="214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4" name="Line 42">
                  <a:extLst>
                    <a:ext uri="{FF2B5EF4-FFF2-40B4-BE49-F238E27FC236}">
                      <a16:creationId xmlns:a16="http://schemas.microsoft.com/office/drawing/2014/main" id="{93FFCC28-4EDC-0156-BD78-ADA7183D4C90}"/>
                    </a:ext>
                  </a:extLst>
                </p:cNvPr>
                <p:cNvSpPr>
                  <a:spLocks noChangeShapeType="1"/>
                </p:cNvSpPr>
                <p:nvPr/>
              </p:nvSpPr>
              <p:spPr bwMode="auto">
                <a:xfrm>
                  <a:off x="1708" y="219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5" name="Line 43">
                  <a:extLst>
                    <a:ext uri="{FF2B5EF4-FFF2-40B4-BE49-F238E27FC236}">
                      <a16:creationId xmlns:a16="http://schemas.microsoft.com/office/drawing/2014/main" id="{E1D7EFCB-8C29-193F-EF2B-9586F257B4CA}"/>
                    </a:ext>
                  </a:extLst>
                </p:cNvPr>
                <p:cNvSpPr>
                  <a:spLocks noChangeShapeType="1"/>
                </p:cNvSpPr>
                <p:nvPr/>
              </p:nvSpPr>
              <p:spPr bwMode="auto">
                <a:xfrm>
                  <a:off x="1708" y="229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6" name="Line 44">
                  <a:extLst>
                    <a:ext uri="{FF2B5EF4-FFF2-40B4-BE49-F238E27FC236}">
                      <a16:creationId xmlns:a16="http://schemas.microsoft.com/office/drawing/2014/main" id="{492130F1-BA61-4021-144C-7495D1A64F84}"/>
                    </a:ext>
                  </a:extLst>
                </p:cNvPr>
                <p:cNvSpPr>
                  <a:spLocks noChangeShapeType="1"/>
                </p:cNvSpPr>
                <p:nvPr/>
              </p:nvSpPr>
              <p:spPr bwMode="auto">
                <a:xfrm>
                  <a:off x="1708" y="224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7" name="Line 45">
                  <a:extLst>
                    <a:ext uri="{FF2B5EF4-FFF2-40B4-BE49-F238E27FC236}">
                      <a16:creationId xmlns:a16="http://schemas.microsoft.com/office/drawing/2014/main" id="{458436A4-5B37-67AF-AA89-F9F0A0E6E5A9}"/>
                    </a:ext>
                  </a:extLst>
                </p:cNvPr>
                <p:cNvSpPr>
                  <a:spLocks noChangeShapeType="1"/>
                </p:cNvSpPr>
                <p:nvPr/>
              </p:nvSpPr>
              <p:spPr bwMode="auto">
                <a:xfrm>
                  <a:off x="1708" y="234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8" name="Line 46">
                  <a:extLst>
                    <a:ext uri="{FF2B5EF4-FFF2-40B4-BE49-F238E27FC236}">
                      <a16:creationId xmlns:a16="http://schemas.microsoft.com/office/drawing/2014/main" id="{3161AB9A-0D9B-8596-AAA0-D976BB30580F}"/>
                    </a:ext>
                  </a:extLst>
                </p:cNvPr>
                <p:cNvSpPr>
                  <a:spLocks noChangeShapeType="1"/>
                </p:cNvSpPr>
                <p:nvPr/>
              </p:nvSpPr>
              <p:spPr bwMode="auto">
                <a:xfrm>
                  <a:off x="1708" y="239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89" name="Line 47">
                  <a:extLst>
                    <a:ext uri="{FF2B5EF4-FFF2-40B4-BE49-F238E27FC236}">
                      <a16:creationId xmlns:a16="http://schemas.microsoft.com/office/drawing/2014/main" id="{5631A944-7885-67DE-D356-C09325186E73}"/>
                    </a:ext>
                  </a:extLst>
                </p:cNvPr>
                <p:cNvSpPr>
                  <a:spLocks noChangeShapeType="1"/>
                </p:cNvSpPr>
                <p:nvPr/>
              </p:nvSpPr>
              <p:spPr bwMode="auto">
                <a:xfrm>
                  <a:off x="1708" y="244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0" name="Line 48">
                  <a:extLst>
                    <a:ext uri="{FF2B5EF4-FFF2-40B4-BE49-F238E27FC236}">
                      <a16:creationId xmlns:a16="http://schemas.microsoft.com/office/drawing/2014/main" id="{201CA015-694F-CC92-4256-68A9FAB5D441}"/>
                    </a:ext>
                  </a:extLst>
                </p:cNvPr>
                <p:cNvSpPr>
                  <a:spLocks noChangeShapeType="1"/>
                </p:cNvSpPr>
                <p:nvPr/>
              </p:nvSpPr>
              <p:spPr bwMode="auto">
                <a:xfrm>
                  <a:off x="1708" y="253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1" name="Line 49">
                  <a:extLst>
                    <a:ext uri="{FF2B5EF4-FFF2-40B4-BE49-F238E27FC236}">
                      <a16:creationId xmlns:a16="http://schemas.microsoft.com/office/drawing/2014/main" id="{F4720F7C-C523-F0EF-F53F-2A17B3FEEE2E}"/>
                    </a:ext>
                  </a:extLst>
                </p:cNvPr>
                <p:cNvSpPr>
                  <a:spLocks noChangeShapeType="1"/>
                </p:cNvSpPr>
                <p:nvPr/>
              </p:nvSpPr>
              <p:spPr bwMode="auto">
                <a:xfrm>
                  <a:off x="1708" y="24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2" name="Line 50">
                  <a:extLst>
                    <a:ext uri="{FF2B5EF4-FFF2-40B4-BE49-F238E27FC236}">
                      <a16:creationId xmlns:a16="http://schemas.microsoft.com/office/drawing/2014/main" id="{9C3096A8-8D67-28B4-006A-4538A27797A3}"/>
                    </a:ext>
                  </a:extLst>
                </p:cNvPr>
                <p:cNvSpPr>
                  <a:spLocks noChangeShapeType="1"/>
                </p:cNvSpPr>
                <p:nvPr/>
              </p:nvSpPr>
              <p:spPr bwMode="auto">
                <a:xfrm>
                  <a:off x="1708" y="258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3" name="Line 51">
                  <a:extLst>
                    <a:ext uri="{FF2B5EF4-FFF2-40B4-BE49-F238E27FC236}">
                      <a16:creationId xmlns:a16="http://schemas.microsoft.com/office/drawing/2014/main" id="{7FE8615C-1FFC-15D1-D020-52D0FFF4C4AC}"/>
                    </a:ext>
                  </a:extLst>
                </p:cNvPr>
                <p:cNvSpPr>
                  <a:spLocks noChangeShapeType="1"/>
                </p:cNvSpPr>
                <p:nvPr/>
              </p:nvSpPr>
              <p:spPr bwMode="auto">
                <a:xfrm>
                  <a:off x="1708" y="263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4" name="Line 52">
                  <a:extLst>
                    <a:ext uri="{FF2B5EF4-FFF2-40B4-BE49-F238E27FC236}">
                      <a16:creationId xmlns:a16="http://schemas.microsoft.com/office/drawing/2014/main" id="{16B6022D-04EC-3A27-7758-CE861D1FDCEC}"/>
                    </a:ext>
                  </a:extLst>
                </p:cNvPr>
                <p:cNvSpPr>
                  <a:spLocks noChangeShapeType="1"/>
                </p:cNvSpPr>
                <p:nvPr/>
              </p:nvSpPr>
              <p:spPr bwMode="auto">
                <a:xfrm>
                  <a:off x="1708" y="2687"/>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5" name="Line 53">
                  <a:extLst>
                    <a:ext uri="{FF2B5EF4-FFF2-40B4-BE49-F238E27FC236}">
                      <a16:creationId xmlns:a16="http://schemas.microsoft.com/office/drawing/2014/main" id="{5D45C105-A75A-BD2D-51BA-3965B2B12C16}"/>
                    </a:ext>
                  </a:extLst>
                </p:cNvPr>
                <p:cNvSpPr>
                  <a:spLocks noChangeShapeType="1"/>
                </p:cNvSpPr>
                <p:nvPr/>
              </p:nvSpPr>
              <p:spPr bwMode="auto">
                <a:xfrm>
                  <a:off x="1708" y="277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6" name="Line 54">
                  <a:extLst>
                    <a:ext uri="{FF2B5EF4-FFF2-40B4-BE49-F238E27FC236}">
                      <a16:creationId xmlns:a16="http://schemas.microsoft.com/office/drawing/2014/main" id="{FBE89217-B70B-3FE0-BBAB-39B95BFC0BD8}"/>
                    </a:ext>
                  </a:extLst>
                </p:cNvPr>
                <p:cNvSpPr>
                  <a:spLocks noChangeShapeType="1"/>
                </p:cNvSpPr>
                <p:nvPr/>
              </p:nvSpPr>
              <p:spPr bwMode="auto">
                <a:xfrm>
                  <a:off x="1708" y="272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7" name="Line 55">
                  <a:extLst>
                    <a:ext uri="{FF2B5EF4-FFF2-40B4-BE49-F238E27FC236}">
                      <a16:creationId xmlns:a16="http://schemas.microsoft.com/office/drawing/2014/main" id="{ED98C893-EA35-B23D-129A-4A802002E69C}"/>
                    </a:ext>
                  </a:extLst>
                </p:cNvPr>
                <p:cNvSpPr>
                  <a:spLocks noChangeShapeType="1"/>
                </p:cNvSpPr>
                <p:nvPr/>
              </p:nvSpPr>
              <p:spPr bwMode="auto">
                <a:xfrm>
                  <a:off x="1708" y="281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8" name="Line 56">
                  <a:extLst>
                    <a:ext uri="{FF2B5EF4-FFF2-40B4-BE49-F238E27FC236}">
                      <a16:creationId xmlns:a16="http://schemas.microsoft.com/office/drawing/2014/main" id="{90AD9DA9-B5C7-4B25-2D4E-7B5AE5862102}"/>
                    </a:ext>
                  </a:extLst>
                </p:cNvPr>
                <p:cNvSpPr>
                  <a:spLocks noChangeShapeType="1"/>
                </p:cNvSpPr>
                <p:nvPr/>
              </p:nvSpPr>
              <p:spPr bwMode="auto">
                <a:xfrm>
                  <a:off x="1708" y="286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99" name="Line 57">
                  <a:extLst>
                    <a:ext uri="{FF2B5EF4-FFF2-40B4-BE49-F238E27FC236}">
                      <a16:creationId xmlns:a16="http://schemas.microsoft.com/office/drawing/2014/main" id="{EFC359C9-202C-E82C-7A6E-CB6B5E0711B3}"/>
                    </a:ext>
                  </a:extLst>
                </p:cNvPr>
                <p:cNvSpPr>
                  <a:spLocks noChangeShapeType="1"/>
                </p:cNvSpPr>
                <p:nvPr/>
              </p:nvSpPr>
              <p:spPr bwMode="auto">
                <a:xfrm>
                  <a:off x="1708" y="291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0" name="Line 58">
                  <a:extLst>
                    <a:ext uri="{FF2B5EF4-FFF2-40B4-BE49-F238E27FC236}">
                      <a16:creationId xmlns:a16="http://schemas.microsoft.com/office/drawing/2014/main" id="{D0AB105E-C8BB-CA9B-3EA4-34B8E9302057}"/>
                    </a:ext>
                  </a:extLst>
                </p:cNvPr>
                <p:cNvSpPr>
                  <a:spLocks noChangeShapeType="1"/>
                </p:cNvSpPr>
                <p:nvPr/>
              </p:nvSpPr>
              <p:spPr bwMode="auto">
                <a:xfrm>
                  <a:off x="1708" y="301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1" name="Line 59">
                  <a:extLst>
                    <a:ext uri="{FF2B5EF4-FFF2-40B4-BE49-F238E27FC236}">
                      <a16:creationId xmlns:a16="http://schemas.microsoft.com/office/drawing/2014/main" id="{476B9F9E-5520-BB90-291F-84390927D785}"/>
                    </a:ext>
                  </a:extLst>
                </p:cNvPr>
                <p:cNvSpPr>
                  <a:spLocks noChangeShapeType="1"/>
                </p:cNvSpPr>
                <p:nvPr/>
              </p:nvSpPr>
              <p:spPr bwMode="auto">
                <a:xfrm>
                  <a:off x="1708" y="29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2" name="Line 60">
                  <a:extLst>
                    <a:ext uri="{FF2B5EF4-FFF2-40B4-BE49-F238E27FC236}">
                      <a16:creationId xmlns:a16="http://schemas.microsoft.com/office/drawing/2014/main" id="{4DC593D8-446C-1B2D-D0E5-8973650481BE}"/>
                    </a:ext>
                  </a:extLst>
                </p:cNvPr>
                <p:cNvSpPr>
                  <a:spLocks noChangeShapeType="1"/>
                </p:cNvSpPr>
                <p:nvPr/>
              </p:nvSpPr>
              <p:spPr bwMode="auto">
                <a:xfrm>
                  <a:off x="1708" y="305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3" name="Line 61">
                  <a:extLst>
                    <a:ext uri="{FF2B5EF4-FFF2-40B4-BE49-F238E27FC236}">
                      <a16:creationId xmlns:a16="http://schemas.microsoft.com/office/drawing/2014/main" id="{DB73FFBF-2DDB-C7F5-5D83-990449CE66E3}"/>
                    </a:ext>
                  </a:extLst>
                </p:cNvPr>
                <p:cNvSpPr>
                  <a:spLocks noChangeShapeType="1"/>
                </p:cNvSpPr>
                <p:nvPr/>
              </p:nvSpPr>
              <p:spPr bwMode="auto">
                <a:xfrm>
                  <a:off x="1708" y="309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4" name="Line 62">
                  <a:extLst>
                    <a:ext uri="{FF2B5EF4-FFF2-40B4-BE49-F238E27FC236}">
                      <a16:creationId xmlns:a16="http://schemas.microsoft.com/office/drawing/2014/main" id="{275D1C3D-64CE-3D6E-3BB5-38C1C5A70700}"/>
                    </a:ext>
                  </a:extLst>
                </p:cNvPr>
                <p:cNvSpPr>
                  <a:spLocks noChangeShapeType="1"/>
                </p:cNvSpPr>
                <p:nvPr/>
              </p:nvSpPr>
              <p:spPr bwMode="auto">
                <a:xfrm>
                  <a:off x="1708" y="315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5" name="Line 63">
                  <a:extLst>
                    <a:ext uri="{FF2B5EF4-FFF2-40B4-BE49-F238E27FC236}">
                      <a16:creationId xmlns:a16="http://schemas.microsoft.com/office/drawing/2014/main" id="{F98FF528-54E9-525F-AB56-B2E99E4DF686}"/>
                    </a:ext>
                  </a:extLst>
                </p:cNvPr>
                <p:cNvSpPr>
                  <a:spLocks noChangeShapeType="1"/>
                </p:cNvSpPr>
                <p:nvPr/>
              </p:nvSpPr>
              <p:spPr bwMode="auto">
                <a:xfrm>
                  <a:off x="1708" y="325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6" name="Line 64">
                  <a:extLst>
                    <a:ext uri="{FF2B5EF4-FFF2-40B4-BE49-F238E27FC236}">
                      <a16:creationId xmlns:a16="http://schemas.microsoft.com/office/drawing/2014/main" id="{00645670-52B8-11A6-D2FC-A9B3CBE3579A}"/>
                    </a:ext>
                  </a:extLst>
                </p:cNvPr>
                <p:cNvSpPr>
                  <a:spLocks noChangeShapeType="1"/>
                </p:cNvSpPr>
                <p:nvPr/>
              </p:nvSpPr>
              <p:spPr bwMode="auto">
                <a:xfrm>
                  <a:off x="1708" y="320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7" name="Line 65">
                  <a:extLst>
                    <a:ext uri="{FF2B5EF4-FFF2-40B4-BE49-F238E27FC236}">
                      <a16:creationId xmlns:a16="http://schemas.microsoft.com/office/drawing/2014/main" id="{EA15DCEA-7C64-231A-D114-87062E71ACCF}"/>
                    </a:ext>
                  </a:extLst>
                </p:cNvPr>
                <p:cNvSpPr>
                  <a:spLocks noChangeShapeType="1"/>
                </p:cNvSpPr>
                <p:nvPr/>
              </p:nvSpPr>
              <p:spPr bwMode="auto">
                <a:xfrm>
                  <a:off x="1708" y="3303"/>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8" name="Line 66">
                  <a:extLst>
                    <a:ext uri="{FF2B5EF4-FFF2-40B4-BE49-F238E27FC236}">
                      <a16:creationId xmlns:a16="http://schemas.microsoft.com/office/drawing/2014/main" id="{8640C1FF-5135-22D4-DB9F-EF3321190194}"/>
                    </a:ext>
                  </a:extLst>
                </p:cNvPr>
                <p:cNvSpPr>
                  <a:spLocks noChangeShapeType="1"/>
                </p:cNvSpPr>
                <p:nvPr/>
              </p:nvSpPr>
              <p:spPr bwMode="auto">
                <a:xfrm>
                  <a:off x="1708" y="335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09" name="Line 67">
                  <a:extLst>
                    <a:ext uri="{FF2B5EF4-FFF2-40B4-BE49-F238E27FC236}">
                      <a16:creationId xmlns:a16="http://schemas.microsoft.com/office/drawing/2014/main" id="{79454717-B846-DD0A-45BF-921B50C1E46E}"/>
                    </a:ext>
                  </a:extLst>
                </p:cNvPr>
                <p:cNvSpPr>
                  <a:spLocks noChangeShapeType="1"/>
                </p:cNvSpPr>
                <p:nvPr/>
              </p:nvSpPr>
              <p:spPr bwMode="auto">
                <a:xfrm>
                  <a:off x="1708" y="339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10" name="Line 68">
                  <a:extLst>
                    <a:ext uri="{FF2B5EF4-FFF2-40B4-BE49-F238E27FC236}">
                      <a16:creationId xmlns:a16="http://schemas.microsoft.com/office/drawing/2014/main" id="{849C6F9C-F26B-A1D6-A9BD-5ADB29C66E83}"/>
                    </a:ext>
                  </a:extLst>
                </p:cNvPr>
                <p:cNvSpPr>
                  <a:spLocks noChangeShapeType="1"/>
                </p:cNvSpPr>
                <p:nvPr/>
              </p:nvSpPr>
              <p:spPr bwMode="auto">
                <a:xfrm>
                  <a:off x="1708" y="34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11" name="Line 69">
                  <a:extLst>
                    <a:ext uri="{FF2B5EF4-FFF2-40B4-BE49-F238E27FC236}">
                      <a16:creationId xmlns:a16="http://schemas.microsoft.com/office/drawing/2014/main" id="{E53F1A04-41E5-7676-EDFF-731CA8CCE72B}"/>
                    </a:ext>
                  </a:extLst>
                </p:cNvPr>
                <p:cNvSpPr>
                  <a:spLocks noChangeShapeType="1"/>
                </p:cNvSpPr>
                <p:nvPr/>
              </p:nvSpPr>
              <p:spPr bwMode="auto">
                <a:xfrm>
                  <a:off x="1708" y="34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12" name="Line 70">
                  <a:extLst>
                    <a:ext uri="{FF2B5EF4-FFF2-40B4-BE49-F238E27FC236}">
                      <a16:creationId xmlns:a16="http://schemas.microsoft.com/office/drawing/2014/main" id="{DC06EE8D-4888-B9C5-9A3A-DD0DBA46C376}"/>
                    </a:ext>
                  </a:extLst>
                </p:cNvPr>
                <p:cNvSpPr>
                  <a:spLocks noChangeShapeType="1"/>
                </p:cNvSpPr>
                <p:nvPr/>
              </p:nvSpPr>
              <p:spPr bwMode="auto">
                <a:xfrm>
                  <a:off x="1708" y="353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13" name="Line 71">
                  <a:extLst>
                    <a:ext uri="{FF2B5EF4-FFF2-40B4-BE49-F238E27FC236}">
                      <a16:creationId xmlns:a16="http://schemas.microsoft.com/office/drawing/2014/main" id="{304DE418-EE9F-B125-536D-0AF47115F606}"/>
                    </a:ext>
                  </a:extLst>
                </p:cNvPr>
                <p:cNvSpPr>
                  <a:spLocks noChangeShapeType="1"/>
                </p:cNvSpPr>
                <p:nvPr/>
              </p:nvSpPr>
              <p:spPr bwMode="auto">
                <a:xfrm>
                  <a:off x="1708" y="358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14" name="Line 72">
                  <a:extLst>
                    <a:ext uri="{FF2B5EF4-FFF2-40B4-BE49-F238E27FC236}">
                      <a16:creationId xmlns:a16="http://schemas.microsoft.com/office/drawing/2014/main" id="{E47E52F6-DF8A-4EC5-27BD-F57F2EE78F3F}"/>
                    </a:ext>
                  </a:extLst>
                </p:cNvPr>
                <p:cNvSpPr>
                  <a:spLocks noChangeShapeType="1"/>
                </p:cNvSpPr>
                <p:nvPr/>
              </p:nvSpPr>
              <p:spPr bwMode="auto">
                <a:xfrm>
                  <a:off x="1708" y="363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82" name="Group 73">
                <a:extLst>
                  <a:ext uri="{FF2B5EF4-FFF2-40B4-BE49-F238E27FC236}">
                    <a16:creationId xmlns:a16="http://schemas.microsoft.com/office/drawing/2014/main" id="{1B486087-18F2-273E-1C96-126F93290AC2}"/>
                  </a:ext>
                </a:extLst>
              </p:cNvPr>
              <p:cNvGrpSpPr>
                <a:grpSpLocks/>
              </p:cNvGrpSpPr>
              <p:nvPr/>
            </p:nvGrpSpPr>
            <p:grpSpPr bwMode="auto">
              <a:xfrm>
                <a:off x="1486" y="800"/>
                <a:ext cx="3124" cy="3124"/>
                <a:chOff x="1731" y="700"/>
                <a:chExt cx="3124" cy="3124"/>
              </a:xfrm>
            </p:grpSpPr>
            <p:sp>
              <p:nvSpPr>
                <p:cNvPr id="97383" name="Line 74">
                  <a:extLst>
                    <a:ext uri="{FF2B5EF4-FFF2-40B4-BE49-F238E27FC236}">
                      <a16:creationId xmlns:a16="http://schemas.microsoft.com/office/drawing/2014/main" id="{07501DCA-DD3A-9F52-9BA4-7AD04EFA58E2}"/>
                    </a:ext>
                  </a:extLst>
                </p:cNvPr>
                <p:cNvSpPr>
                  <a:spLocks noChangeShapeType="1"/>
                </p:cNvSpPr>
                <p:nvPr/>
              </p:nvSpPr>
              <p:spPr bwMode="auto">
                <a:xfrm rot="5400000">
                  <a:off x="3293"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84" name="Line 75">
                  <a:extLst>
                    <a:ext uri="{FF2B5EF4-FFF2-40B4-BE49-F238E27FC236}">
                      <a16:creationId xmlns:a16="http://schemas.microsoft.com/office/drawing/2014/main" id="{AA289433-FBAF-B625-B3C8-B7E6233C2760}"/>
                    </a:ext>
                  </a:extLst>
                </p:cNvPr>
                <p:cNvSpPr>
                  <a:spLocks noChangeShapeType="1"/>
                </p:cNvSpPr>
                <p:nvPr/>
              </p:nvSpPr>
              <p:spPr bwMode="auto">
                <a:xfrm rot="5400000">
                  <a:off x="3189"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85" name="Line 76">
                  <a:extLst>
                    <a:ext uri="{FF2B5EF4-FFF2-40B4-BE49-F238E27FC236}">
                      <a16:creationId xmlns:a16="http://schemas.microsoft.com/office/drawing/2014/main" id="{EC1A8CEB-E183-CC96-23BF-BC1B7CDCD49A}"/>
                    </a:ext>
                  </a:extLst>
                </p:cNvPr>
                <p:cNvSpPr>
                  <a:spLocks noChangeShapeType="1"/>
                </p:cNvSpPr>
                <p:nvPr/>
              </p:nvSpPr>
              <p:spPr bwMode="auto">
                <a:xfrm rot="5400000">
                  <a:off x="32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86" name="Line 77">
                  <a:extLst>
                    <a:ext uri="{FF2B5EF4-FFF2-40B4-BE49-F238E27FC236}">
                      <a16:creationId xmlns:a16="http://schemas.microsoft.com/office/drawing/2014/main" id="{B0DED288-F377-BA05-BBBA-DA39A0CC0CB8}"/>
                    </a:ext>
                  </a:extLst>
                </p:cNvPr>
                <p:cNvSpPr>
                  <a:spLocks noChangeShapeType="1"/>
                </p:cNvSpPr>
                <p:nvPr/>
              </p:nvSpPr>
              <p:spPr bwMode="auto">
                <a:xfrm rot="5400000">
                  <a:off x="3139"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87" name="Line 78">
                  <a:extLst>
                    <a:ext uri="{FF2B5EF4-FFF2-40B4-BE49-F238E27FC236}">
                      <a16:creationId xmlns:a16="http://schemas.microsoft.com/office/drawing/2014/main" id="{1431344A-D4F3-26C3-8B1B-8B3A72D89EE5}"/>
                    </a:ext>
                  </a:extLst>
                </p:cNvPr>
                <p:cNvSpPr>
                  <a:spLocks noChangeShapeType="1"/>
                </p:cNvSpPr>
                <p:nvPr/>
              </p:nvSpPr>
              <p:spPr bwMode="auto">
                <a:xfrm rot="5400000">
                  <a:off x="309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88" name="Line 79">
                  <a:extLst>
                    <a:ext uri="{FF2B5EF4-FFF2-40B4-BE49-F238E27FC236}">
                      <a16:creationId xmlns:a16="http://schemas.microsoft.com/office/drawing/2014/main" id="{7972BF9E-0436-A82F-11E8-C6713ECCE359}"/>
                    </a:ext>
                  </a:extLst>
                </p:cNvPr>
                <p:cNvSpPr>
                  <a:spLocks noChangeShapeType="1"/>
                </p:cNvSpPr>
                <p:nvPr/>
              </p:nvSpPr>
              <p:spPr bwMode="auto">
                <a:xfrm rot="5400000">
                  <a:off x="3040"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89" name="Line 80">
                  <a:extLst>
                    <a:ext uri="{FF2B5EF4-FFF2-40B4-BE49-F238E27FC236}">
                      <a16:creationId xmlns:a16="http://schemas.microsoft.com/office/drawing/2014/main" id="{72B90729-84FD-C773-2400-E819DF6B80F8}"/>
                    </a:ext>
                  </a:extLst>
                </p:cNvPr>
                <p:cNvSpPr>
                  <a:spLocks noChangeShapeType="1"/>
                </p:cNvSpPr>
                <p:nvPr/>
              </p:nvSpPr>
              <p:spPr bwMode="auto">
                <a:xfrm rot="5400000">
                  <a:off x="29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0" name="Line 81">
                  <a:extLst>
                    <a:ext uri="{FF2B5EF4-FFF2-40B4-BE49-F238E27FC236}">
                      <a16:creationId xmlns:a16="http://schemas.microsoft.com/office/drawing/2014/main" id="{C59E81ED-792B-6DAF-D479-946401EFCA32}"/>
                    </a:ext>
                  </a:extLst>
                </p:cNvPr>
                <p:cNvSpPr>
                  <a:spLocks noChangeShapeType="1"/>
                </p:cNvSpPr>
                <p:nvPr/>
              </p:nvSpPr>
              <p:spPr bwMode="auto">
                <a:xfrm rot="5400000">
                  <a:off x="298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1" name="Line 82">
                  <a:extLst>
                    <a:ext uri="{FF2B5EF4-FFF2-40B4-BE49-F238E27FC236}">
                      <a16:creationId xmlns:a16="http://schemas.microsoft.com/office/drawing/2014/main" id="{B8A76109-36D9-3E85-0E4C-FFFB36797209}"/>
                    </a:ext>
                  </a:extLst>
                </p:cNvPr>
                <p:cNvSpPr>
                  <a:spLocks noChangeShapeType="1"/>
                </p:cNvSpPr>
                <p:nvPr/>
              </p:nvSpPr>
              <p:spPr bwMode="auto">
                <a:xfrm rot="5400000">
                  <a:off x="289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2" name="Line 83">
                  <a:extLst>
                    <a:ext uri="{FF2B5EF4-FFF2-40B4-BE49-F238E27FC236}">
                      <a16:creationId xmlns:a16="http://schemas.microsoft.com/office/drawing/2014/main" id="{B8D2814F-3450-8802-C7B1-357DD4F72C12}"/>
                    </a:ext>
                  </a:extLst>
                </p:cNvPr>
                <p:cNvSpPr>
                  <a:spLocks noChangeShapeType="1"/>
                </p:cNvSpPr>
                <p:nvPr/>
              </p:nvSpPr>
              <p:spPr bwMode="auto">
                <a:xfrm rot="5400000">
                  <a:off x="284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3" name="Line 84">
                  <a:extLst>
                    <a:ext uri="{FF2B5EF4-FFF2-40B4-BE49-F238E27FC236}">
                      <a16:creationId xmlns:a16="http://schemas.microsoft.com/office/drawing/2014/main" id="{6350220C-D927-102B-1E67-E029FE487AAB}"/>
                    </a:ext>
                  </a:extLst>
                </p:cNvPr>
                <p:cNvSpPr>
                  <a:spLocks noChangeShapeType="1"/>
                </p:cNvSpPr>
                <p:nvPr/>
              </p:nvSpPr>
              <p:spPr bwMode="auto">
                <a:xfrm rot="5400000">
                  <a:off x="280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4" name="Line 85">
                  <a:extLst>
                    <a:ext uri="{FF2B5EF4-FFF2-40B4-BE49-F238E27FC236}">
                      <a16:creationId xmlns:a16="http://schemas.microsoft.com/office/drawing/2014/main" id="{C47A96B2-E24A-C3E0-7255-77B232FD200F}"/>
                    </a:ext>
                  </a:extLst>
                </p:cNvPr>
                <p:cNvSpPr>
                  <a:spLocks noChangeShapeType="1"/>
                </p:cNvSpPr>
                <p:nvPr/>
              </p:nvSpPr>
              <p:spPr bwMode="auto">
                <a:xfrm rot="5400000">
                  <a:off x="270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5" name="Line 86">
                  <a:extLst>
                    <a:ext uri="{FF2B5EF4-FFF2-40B4-BE49-F238E27FC236}">
                      <a16:creationId xmlns:a16="http://schemas.microsoft.com/office/drawing/2014/main" id="{73987058-9C6D-0141-A040-A20ACB24EAE7}"/>
                    </a:ext>
                  </a:extLst>
                </p:cNvPr>
                <p:cNvSpPr>
                  <a:spLocks noChangeShapeType="1"/>
                </p:cNvSpPr>
                <p:nvPr/>
              </p:nvSpPr>
              <p:spPr bwMode="auto">
                <a:xfrm rot="5400000">
                  <a:off x="274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6" name="Line 87">
                  <a:extLst>
                    <a:ext uri="{FF2B5EF4-FFF2-40B4-BE49-F238E27FC236}">
                      <a16:creationId xmlns:a16="http://schemas.microsoft.com/office/drawing/2014/main" id="{18A4BE27-9A8A-DE7E-E93F-5DD4C957CFD2}"/>
                    </a:ext>
                  </a:extLst>
                </p:cNvPr>
                <p:cNvSpPr>
                  <a:spLocks noChangeShapeType="1"/>
                </p:cNvSpPr>
                <p:nvPr/>
              </p:nvSpPr>
              <p:spPr bwMode="auto">
                <a:xfrm rot="5400000">
                  <a:off x="265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7" name="Line 88">
                  <a:extLst>
                    <a:ext uri="{FF2B5EF4-FFF2-40B4-BE49-F238E27FC236}">
                      <a16:creationId xmlns:a16="http://schemas.microsoft.com/office/drawing/2014/main" id="{5C2EA3E6-A4DD-D6A8-C594-B0D389750083}"/>
                    </a:ext>
                  </a:extLst>
                </p:cNvPr>
                <p:cNvSpPr>
                  <a:spLocks noChangeShapeType="1"/>
                </p:cNvSpPr>
                <p:nvPr/>
              </p:nvSpPr>
              <p:spPr bwMode="auto">
                <a:xfrm rot="5400000">
                  <a:off x="261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8" name="Line 89">
                  <a:extLst>
                    <a:ext uri="{FF2B5EF4-FFF2-40B4-BE49-F238E27FC236}">
                      <a16:creationId xmlns:a16="http://schemas.microsoft.com/office/drawing/2014/main" id="{2E18DDF7-0174-3449-9604-DDA2E60ECD76}"/>
                    </a:ext>
                  </a:extLst>
                </p:cNvPr>
                <p:cNvSpPr>
                  <a:spLocks noChangeShapeType="1"/>
                </p:cNvSpPr>
                <p:nvPr/>
              </p:nvSpPr>
              <p:spPr bwMode="auto">
                <a:xfrm rot="5400000">
                  <a:off x="256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99" name="Line 90">
                  <a:extLst>
                    <a:ext uri="{FF2B5EF4-FFF2-40B4-BE49-F238E27FC236}">
                      <a16:creationId xmlns:a16="http://schemas.microsoft.com/office/drawing/2014/main" id="{E908DE1F-3BE7-B23D-1009-0A7B2A4C5BCE}"/>
                    </a:ext>
                  </a:extLst>
                </p:cNvPr>
                <p:cNvSpPr>
                  <a:spLocks noChangeShapeType="1"/>
                </p:cNvSpPr>
                <p:nvPr/>
              </p:nvSpPr>
              <p:spPr bwMode="auto">
                <a:xfrm rot="5400000">
                  <a:off x="246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0" name="Line 91">
                  <a:extLst>
                    <a:ext uri="{FF2B5EF4-FFF2-40B4-BE49-F238E27FC236}">
                      <a16:creationId xmlns:a16="http://schemas.microsoft.com/office/drawing/2014/main" id="{5A598B53-452A-1C96-27BD-0286067F42A0}"/>
                    </a:ext>
                  </a:extLst>
                </p:cNvPr>
                <p:cNvSpPr>
                  <a:spLocks noChangeShapeType="1"/>
                </p:cNvSpPr>
                <p:nvPr/>
              </p:nvSpPr>
              <p:spPr bwMode="auto">
                <a:xfrm rot="5400000">
                  <a:off x="251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1" name="Line 92">
                  <a:extLst>
                    <a:ext uri="{FF2B5EF4-FFF2-40B4-BE49-F238E27FC236}">
                      <a16:creationId xmlns:a16="http://schemas.microsoft.com/office/drawing/2014/main" id="{CB6B3C46-6F60-BB51-B4E5-F15DDB177A96}"/>
                    </a:ext>
                  </a:extLst>
                </p:cNvPr>
                <p:cNvSpPr>
                  <a:spLocks noChangeShapeType="1"/>
                </p:cNvSpPr>
                <p:nvPr/>
              </p:nvSpPr>
              <p:spPr bwMode="auto">
                <a:xfrm rot="5400000">
                  <a:off x="241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2" name="Line 93">
                  <a:extLst>
                    <a:ext uri="{FF2B5EF4-FFF2-40B4-BE49-F238E27FC236}">
                      <a16:creationId xmlns:a16="http://schemas.microsoft.com/office/drawing/2014/main" id="{435EF6E1-8734-8261-F66D-901D134646A4}"/>
                    </a:ext>
                  </a:extLst>
                </p:cNvPr>
                <p:cNvSpPr>
                  <a:spLocks noChangeShapeType="1"/>
                </p:cNvSpPr>
                <p:nvPr/>
              </p:nvSpPr>
              <p:spPr bwMode="auto">
                <a:xfrm rot="5400000">
                  <a:off x="237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3" name="Line 94">
                  <a:extLst>
                    <a:ext uri="{FF2B5EF4-FFF2-40B4-BE49-F238E27FC236}">
                      <a16:creationId xmlns:a16="http://schemas.microsoft.com/office/drawing/2014/main" id="{EE40298F-7770-D819-95E4-C271C686338E}"/>
                    </a:ext>
                  </a:extLst>
                </p:cNvPr>
                <p:cNvSpPr>
                  <a:spLocks noChangeShapeType="1"/>
                </p:cNvSpPr>
                <p:nvPr/>
              </p:nvSpPr>
              <p:spPr bwMode="auto">
                <a:xfrm rot="5400000">
                  <a:off x="232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4" name="Line 95">
                  <a:extLst>
                    <a:ext uri="{FF2B5EF4-FFF2-40B4-BE49-F238E27FC236}">
                      <a16:creationId xmlns:a16="http://schemas.microsoft.com/office/drawing/2014/main" id="{D05CB80E-F439-74F7-FB8B-1CAFB249D770}"/>
                    </a:ext>
                  </a:extLst>
                </p:cNvPr>
                <p:cNvSpPr>
                  <a:spLocks noChangeShapeType="1"/>
                </p:cNvSpPr>
                <p:nvPr/>
              </p:nvSpPr>
              <p:spPr bwMode="auto">
                <a:xfrm rot="5400000">
                  <a:off x="223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5" name="Line 96">
                  <a:extLst>
                    <a:ext uri="{FF2B5EF4-FFF2-40B4-BE49-F238E27FC236}">
                      <a16:creationId xmlns:a16="http://schemas.microsoft.com/office/drawing/2014/main" id="{285AB301-CD21-5F4C-F3DB-CE49AB655261}"/>
                    </a:ext>
                  </a:extLst>
                </p:cNvPr>
                <p:cNvSpPr>
                  <a:spLocks noChangeShapeType="1"/>
                </p:cNvSpPr>
                <p:nvPr/>
              </p:nvSpPr>
              <p:spPr bwMode="auto">
                <a:xfrm rot="5400000">
                  <a:off x="227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6" name="Line 97">
                  <a:extLst>
                    <a:ext uri="{FF2B5EF4-FFF2-40B4-BE49-F238E27FC236}">
                      <a16:creationId xmlns:a16="http://schemas.microsoft.com/office/drawing/2014/main" id="{9F643354-1652-DEF6-0AEE-44D9B257D344}"/>
                    </a:ext>
                  </a:extLst>
                </p:cNvPr>
                <p:cNvSpPr>
                  <a:spLocks noChangeShapeType="1"/>
                </p:cNvSpPr>
                <p:nvPr/>
              </p:nvSpPr>
              <p:spPr bwMode="auto">
                <a:xfrm rot="5400000">
                  <a:off x="218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7" name="Line 98">
                  <a:extLst>
                    <a:ext uri="{FF2B5EF4-FFF2-40B4-BE49-F238E27FC236}">
                      <a16:creationId xmlns:a16="http://schemas.microsoft.com/office/drawing/2014/main" id="{D2E753D2-C82E-109E-7269-AAE875575CA4}"/>
                    </a:ext>
                  </a:extLst>
                </p:cNvPr>
                <p:cNvSpPr>
                  <a:spLocks noChangeShapeType="1"/>
                </p:cNvSpPr>
                <p:nvPr/>
              </p:nvSpPr>
              <p:spPr bwMode="auto">
                <a:xfrm rot="5400000">
                  <a:off x="212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8" name="Line 99">
                  <a:extLst>
                    <a:ext uri="{FF2B5EF4-FFF2-40B4-BE49-F238E27FC236}">
                      <a16:creationId xmlns:a16="http://schemas.microsoft.com/office/drawing/2014/main" id="{B9ABADA5-7848-87DE-2AFA-BCD572DD994B}"/>
                    </a:ext>
                  </a:extLst>
                </p:cNvPr>
                <p:cNvSpPr>
                  <a:spLocks noChangeShapeType="1"/>
                </p:cNvSpPr>
                <p:nvPr/>
              </p:nvSpPr>
              <p:spPr bwMode="auto">
                <a:xfrm rot="5400000">
                  <a:off x="208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09" name="Line 100">
                  <a:extLst>
                    <a:ext uri="{FF2B5EF4-FFF2-40B4-BE49-F238E27FC236}">
                      <a16:creationId xmlns:a16="http://schemas.microsoft.com/office/drawing/2014/main" id="{B9E348DF-F996-224D-9350-7F0DC1BC83D1}"/>
                    </a:ext>
                  </a:extLst>
                </p:cNvPr>
                <p:cNvSpPr>
                  <a:spLocks noChangeShapeType="1"/>
                </p:cNvSpPr>
                <p:nvPr/>
              </p:nvSpPr>
              <p:spPr bwMode="auto">
                <a:xfrm rot="5400000">
                  <a:off x="198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0" name="Line 101">
                  <a:extLst>
                    <a:ext uri="{FF2B5EF4-FFF2-40B4-BE49-F238E27FC236}">
                      <a16:creationId xmlns:a16="http://schemas.microsoft.com/office/drawing/2014/main" id="{B3B50351-2E07-5FFE-6D8E-19CE05A9AC04}"/>
                    </a:ext>
                  </a:extLst>
                </p:cNvPr>
                <p:cNvSpPr>
                  <a:spLocks noChangeShapeType="1"/>
                </p:cNvSpPr>
                <p:nvPr/>
              </p:nvSpPr>
              <p:spPr bwMode="auto">
                <a:xfrm rot="5400000">
                  <a:off x="203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1" name="Line 102">
                  <a:extLst>
                    <a:ext uri="{FF2B5EF4-FFF2-40B4-BE49-F238E27FC236}">
                      <a16:creationId xmlns:a16="http://schemas.microsoft.com/office/drawing/2014/main" id="{551B4776-EF89-D22C-DB08-66350CC3CB48}"/>
                    </a:ext>
                  </a:extLst>
                </p:cNvPr>
                <p:cNvSpPr>
                  <a:spLocks noChangeShapeType="1"/>
                </p:cNvSpPr>
                <p:nvPr/>
              </p:nvSpPr>
              <p:spPr bwMode="auto">
                <a:xfrm rot="5400000">
                  <a:off x="19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2" name="Line 103">
                  <a:extLst>
                    <a:ext uri="{FF2B5EF4-FFF2-40B4-BE49-F238E27FC236}">
                      <a16:creationId xmlns:a16="http://schemas.microsoft.com/office/drawing/2014/main" id="{6918033C-69EE-911A-A787-9443A3B6370E}"/>
                    </a:ext>
                  </a:extLst>
                </p:cNvPr>
                <p:cNvSpPr>
                  <a:spLocks noChangeShapeType="1"/>
                </p:cNvSpPr>
                <p:nvPr/>
              </p:nvSpPr>
              <p:spPr bwMode="auto">
                <a:xfrm rot="5400000">
                  <a:off x="189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3" name="Line 104">
                  <a:extLst>
                    <a:ext uri="{FF2B5EF4-FFF2-40B4-BE49-F238E27FC236}">
                      <a16:creationId xmlns:a16="http://schemas.microsoft.com/office/drawing/2014/main" id="{2BFB0C94-CB18-D4EA-341F-C81E107BC02E}"/>
                    </a:ext>
                  </a:extLst>
                </p:cNvPr>
                <p:cNvSpPr>
                  <a:spLocks noChangeShapeType="1"/>
                </p:cNvSpPr>
                <p:nvPr/>
              </p:nvSpPr>
              <p:spPr bwMode="auto">
                <a:xfrm rot="5400000">
                  <a:off x="1847"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4" name="Line 105">
                  <a:extLst>
                    <a:ext uri="{FF2B5EF4-FFF2-40B4-BE49-F238E27FC236}">
                      <a16:creationId xmlns:a16="http://schemas.microsoft.com/office/drawing/2014/main" id="{6888CAF4-4C0C-23AA-DC93-4FD4D97ABE0B}"/>
                    </a:ext>
                  </a:extLst>
                </p:cNvPr>
                <p:cNvSpPr>
                  <a:spLocks noChangeShapeType="1"/>
                </p:cNvSpPr>
                <p:nvPr/>
              </p:nvSpPr>
              <p:spPr bwMode="auto">
                <a:xfrm rot="5400000">
                  <a:off x="174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5" name="Line 106">
                  <a:extLst>
                    <a:ext uri="{FF2B5EF4-FFF2-40B4-BE49-F238E27FC236}">
                      <a16:creationId xmlns:a16="http://schemas.microsoft.com/office/drawing/2014/main" id="{43200FAE-AB1A-0014-F2CC-38BDEFD0969D}"/>
                    </a:ext>
                  </a:extLst>
                </p:cNvPr>
                <p:cNvSpPr>
                  <a:spLocks noChangeShapeType="1"/>
                </p:cNvSpPr>
                <p:nvPr/>
              </p:nvSpPr>
              <p:spPr bwMode="auto">
                <a:xfrm rot="5400000">
                  <a:off x="179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6" name="Line 107">
                  <a:extLst>
                    <a:ext uri="{FF2B5EF4-FFF2-40B4-BE49-F238E27FC236}">
                      <a16:creationId xmlns:a16="http://schemas.microsoft.com/office/drawing/2014/main" id="{08A01FEC-BD3F-5630-BDDA-B6572E3C21FB}"/>
                    </a:ext>
                  </a:extLst>
                </p:cNvPr>
                <p:cNvSpPr>
                  <a:spLocks noChangeShapeType="1"/>
                </p:cNvSpPr>
                <p:nvPr/>
              </p:nvSpPr>
              <p:spPr bwMode="auto">
                <a:xfrm rot="5400000">
                  <a:off x="170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7" name="Line 108">
                  <a:extLst>
                    <a:ext uri="{FF2B5EF4-FFF2-40B4-BE49-F238E27FC236}">
                      <a16:creationId xmlns:a16="http://schemas.microsoft.com/office/drawing/2014/main" id="{45047EC9-9220-3A07-55D7-8D0202E97907}"/>
                    </a:ext>
                  </a:extLst>
                </p:cNvPr>
                <p:cNvSpPr>
                  <a:spLocks noChangeShapeType="1"/>
                </p:cNvSpPr>
                <p:nvPr/>
              </p:nvSpPr>
              <p:spPr bwMode="auto">
                <a:xfrm rot="5400000">
                  <a:off x="165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8" name="Line 109">
                  <a:extLst>
                    <a:ext uri="{FF2B5EF4-FFF2-40B4-BE49-F238E27FC236}">
                      <a16:creationId xmlns:a16="http://schemas.microsoft.com/office/drawing/2014/main" id="{8E3BCC35-388A-7D8C-9CB1-804FC94268A9}"/>
                    </a:ext>
                  </a:extLst>
                </p:cNvPr>
                <p:cNvSpPr>
                  <a:spLocks noChangeShapeType="1"/>
                </p:cNvSpPr>
                <p:nvPr/>
              </p:nvSpPr>
              <p:spPr bwMode="auto">
                <a:xfrm rot="5400000">
                  <a:off x="161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19" name="Line 110">
                  <a:extLst>
                    <a:ext uri="{FF2B5EF4-FFF2-40B4-BE49-F238E27FC236}">
                      <a16:creationId xmlns:a16="http://schemas.microsoft.com/office/drawing/2014/main" id="{24DCC7B7-CD60-2B45-C52F-0023167763E7}"/>
                    </a:ext>
                  </a:extLst>
                </p:cNvPr>
                <p:cNvSpPr>
                  <a:spLocks noChangeShapeType="1"/>
                </p:cNvSpPr>
                <p:nvPr/>
              </p:nvSpPr>
              <p:spPr bwMode="auto">
                <a:xfrm rot="5400000">
                  <a:off x="150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0" name="Line 111">
                  <a:extLst>
                    <a:ext uri="{FF2B5EF4-FFF2-40B4-BE49-F238E27FC236}">
                      <a16:creationId xmlns:a16="http://schemas.microsoft.com/office/drawing/2014/main" id="{A9318BB0-2253-7C13-9BEC-2A9EE1EAA235}"/>
                    </a:ext>
                  </a:extLst>
                </p:cNvPr>
                <p:cNvSpPr>
                  <a:spLocks noChangeShapeType="1"/>
                </p:cNvSpPr>
                <p:nvPr/>
              </p:nvSpPr>
              <p:spPr bwMode="auto">
                <a:xfrm rot="5400000">
                  <a:off x="155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1" name="Line 112">
                  <a:extLst>
                    <a:ext uri="{FF2B5EF4-FFF2-40B4-BE49-F238E27FC236}">
                      <a16:creationId xmlns:a16="http://schemas.microsoft.com/office/drawing/2014/main" id="{C953517C-60F4-197B-A46B-BC5985677747}"/>
                    </a:ext>
                  </a:extLst>
                </p:cNvPr>
                <p:cNvSpPr>
                  <a:spLocks noChangeShapeType="1"/>
                </p:cNvSpPr>
                <p:nvPr/>
              </p:nvSpPr>
              <p:spPr bwMode="auto">
                <a:xfrm rot="5400000">
                  <a:off x="1467"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2" name="Line 113">
                  <a:extLst>
                    <a:ext uri="{FF2B5EF4-FFF2-40B4-BE49-F238E27FC236}">
                      <a16:creationId xmlns:a16="http://schemas.microsoft.com/office/drawing/2014/main" id="{4D695BBB-EA7E-AEB8-12DB-F2AE168A03F5}"/>
                    </a:ext>
                  </a:extLst>
                </p:cNvPr>
                <p:cNvSpPr>
                  <a:spLocks noChangeShapeType="1"/>
                </p:cNvSpPr>
                <p:nvPr/>
              </p:nvSpPr>
              <p:spPr bwMode="auto">
                <a:xfrm rot="5400000">
                  <a:off x="141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3" name="Line 114">
                  <a:extLst>
                    <a:ext uri="{FF2B5EF4-FFF2-40B4-BE49-F238E27FC236}">
                      <a16:creationId xmlns:a16="http://schemas.microsoft.com/office/drawing/2014/main" id="{D7D75FEB-FBD4-377F-4AB0-E7333006ED13}"/>
                    </a:ext>
                  </a:extLst>
                </p:cNvPr>
                <p:cNvSpPr>
                  <a:spLocks noChangeShapeType="1"/>
                </p:cNvSpPr>
                <p:nvPr/>
              </p:nvSpPr>
              <p:spPr bwMode="auto">
                <a:xfrm rot="5400000">
                  <a:off x="1362"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4" name="Line 115">
                  <a:extLst>
                    <a:ext uri="{FF2B5EF4-FFF2-40B4-BE49-F238E27FC236}">
                      <a16:creationId xmlns:a16="http://schemas.microsoft.com/office/drawing/2014/main" id="{CA25C384-6E45-C814-61D9-471B4B9F7A41}"/>
                    </a:ext>
                  </a:extLst>
                </p:cNvPr>
                <p:cNvSpPr>
                  <a:spLocks noChangeShapeType="1"/>
                </p:cNvSpPr>
                <p:nvPr/>
              </p:nvSpPr>
              <p:spPr bwMode="auto">
                <a:xfrm rot="5400000">
                  <a:off x="126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5" name="Line 116">
                  <a:extLst>
                    <a:ext uri="{FF2B5EF4-FFF2-40B4-BE49-F238E27FC236}">
                      <a16:creationId xmlns:a16="http://schemas.microsoft.com/office/drawing/2014/main" id="{49AA119F-9311-3392-9EF6-C54D4C889FFD}"/>
                    </a:ext>
                  </a:extLst>
                </p:cNvPr>
                <p:cNvSpPr>
                  <a:spLocks noChangeShapeType="1"/>
                </p:cNvSpPr>
                <p:nvPr/>
              </p:nvSpPr>
              <p:spPr bwMode="auto">
                <a:xfrm rot="5400000">
                  <a:off x="131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6" name="Line 117">
                  <a:extLst>
                    <a:ext uri="{FF2B5EF4-FFF2-40B4-BE49-F238E27FC236}">
                      <a16:creationId xmlns:a16="http://schemas.microsoft.com/office/drawing/2014/main" id="{0548C1B5-1354-32EC-4ADA-C97E4977546F}"/>
                    </a:ext>
                  </a:extLst>
                </p:cNvPr>
                <p:cNvSpPr>
                  <a:spLocks noChangeShapeType="1"/>
                </p:cNvSpPr>
                <p:nvPr/>
              </p:nvSpPr>
              <p:spPr bwMode="auto">
                <a:xfrm rot="5400000">
                  <a:off x="1217"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7" name="Line 118">
                  <a:extLst>
                    <a:ext uri="{FF2B5EF4-FFF2-40B4-BE49-F238E27FC236}">
                      <a16:creationId xmlns:a16="http://schemas.microsoft.com/office/drawing/2014/main" id="{CD3F2BA8-C38C-C065-A31A-C06DEE8FB4B0}"/>
                    </a:ext>
                  </a:extLst>
                </p:cNvPr>
                <p:cNvSpPr>
                  <a:spLocks noChangeShapeType="1"/>
                </p:cNvSpPr>
                <p:nvPr/>
              </p:nvSpPr>
              <p:spPr bwMode="auto">
                <a:xfrm rot="5400000">
                  <a:off x="117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8" name="Line 119">
                  <a:extLst>
                    <a:ext uri="{FF2B5EF4-FFF2-40B4-BE49-F238E27FC236}">
                      <a16:creationId xmlns:a16="http://schemas.microsoft.com/office/drawing/2014/main" id="{7C487611-8426-D7FF-8EE1-52F214E3D4FB}"/>
                    </a:ext>
                  </a:extLst>
                </p:cNvPr>
                <p:cNvSpPr>
                  <a:spLocks noChangeShapeType="1"/>
                </p:cNvSpPr>
                <p:nvPr/>
              </p:nvSpPr>
              <p:spPr bwMode="auto">
                <a:xfrm rot="5400000">
                  <a:off x="1127"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29" name="Line 120">
                  <a:extLst>
                    <a:ext uri="{FF2B5EF4-FFF2-40B4-BE49-F238E27FC236}">
                      <a16:creationId xmlns:a16="http://schemas.microsoft.com/office/drawing/2014/main" id="{CC7F6F15-85F0-9085-1285-D470E0DD2443}"/>
                    </a:ext>
                  </a:extLst>
                </p:cNvPr>
                <p:cNvSpPr>
                  <a:spLocks noChangeShapeType="1"/>
                </p:cNvSpPr>
                <p:nvPr/>
              </p:nvSpPr>
              <p:spPr bwMode="auto">
                <a:xfrm rot="5400000">
                  <a:off x="103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0" name="Line 121">
                  <a:extLst>
                    <a:ext uri="{FF2B5EF4-FFF2-40B4-BE49-F238E27FC236}">
                      <a16:creationId xmlns:a16="http://schemas.microsoft.com/office/drawing/2014/main" id="{B3FCE9CF-698D-173C-B2A9-8D4D27DF256F}"/>
                    </a:ext>
                  </a:extLst>
                </p:cNvPr>
                <p:cNvSpPr>
                  <a:spLocks noChangeShapeType="1"/>
                </p:cNvSpPr>
                <p:nvPr/>
              </p:nvSpPr>
              <p:spPr bwMode="auto">
                <a:xfrm rot="5400000">
                  <a:off x="107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1" name="Line 122">
                  <a:extLst>
                    <a:ext uri="{FF2B5EF4-FFF2-40B4-BE49-F238E27FC236}">
                      <a16:creationId xmlns:a16="http://schemas.microsoft.com/office/drawing/2014/main" id="{85475EA5-D9E7-D222-951C-CDBC9CC5DFEF}"/>
                    </a:ext>
                  </a:extLst>
                </p:cNvPr>
                <p:cNvSpPr>
                  <a:spLocks noChangeShapeType="1"/>
                </p:cNvSpPr>
                <p:nvPr/>
              </p:nvSpPr>
              <p:spPr bwMode="auto">
                <a:xfrm rot="5400000">
                  <a:off x="98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2" name="Line 123">
                  <a:extLst>
                    <a:ext uri="{FF2B5EF4-FFF2-40B4-BE49-F238E27FC236}">
                      <a16:creationId xmlns:a16="http://schemas.microsoft.com/office/drawing/2014/main" id="{CF001AB4-B0CD-BB16-8B98-2ED6EC4D6905}"/>
                    </a:ext>
                  </a:extLst>
                </p:cNvPr>
                <p:cNvSpPr>
                  <a:spLocks noChangeShapeType="1"/>
                </p:cNvSpPr>
                <p:nvPr/>
              </p:nvSpPr>
              <p:spPr bwMode="auto">
                <a:xfrm rot="5400000">
                  <a:off x="93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3" name="Line 124">
                  <a:extLst>
                    <a:ext uri="{FF2B5EF4-FFF2-40B4-BE49-F238E27FC236}">
                      <a16:creationId xmlns:a16="http://schemas.microsoft.com/office/drawing/2014/main" id="{4484D4C8-4642-3107-B67B-CAC0786FC20E}"/>
                    </a:ext>
                  </a:extLst>
                </p:cNvPr>
                <p:cNvSpPr>
                  <a:spLocks noChangeShapeType="1"/>
                </p:cNvSpPr>
                <p:nvPr/>
              </p:nvSpPr>
              <p:spPr bwMode="auto">
                <a:xfrm rot="5400000">
                  <a:off x="890"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4" name="Line 125">
                  <a:extLst>
                    <a:ext uri="{FF2B5EF4-FFF2-40B4-BE49-F238E27FC236}">
                      <a16:creationId xmlns:a16="http://schemas.microsoft.com/office/drawing/2014/main" id="{F0BCAC38-9767-55A6-0F43-7A828C633666}"/>
                    </a:ext>
                  </a:extLst>
                </p:cNvPr>
                <p:cNvSpPr>
                  <a:spLocks noChangeShapeType="1"/>
                </p:cNvSpPr>
                <p:nvPr/>
              </p:nvSpPr>
              <p:spPr bwMode="auto">
                <a:xfrm rot="5400000">
                  <a:off x="79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5" name="Line 126">
                  <a:extLst>
                    <a:ext uri="{FF2B5EF4-FFF2-40B4-BE49-F238E27FC236}">
                      <a16:creationId xmlns:a16="http://schemas.microsoft.com/office/drawing/2014/main" id="{4942BDDF-D764-2A1D-7585-EA27E8BDBF98}"/>
                    </a:ext>
                  </a:extLst>
                </p:cNvPr>
                <p:cNvSpPr>
                  <a:spLocks noChangeShapeType="1"/>
                </p:cNvSpPr>
                <p:nvPr/>
              </p:nvSpPr>
              <p:spPr bwMode="auto">
                <a:xfrm rot="5400000">
                  <a:off x="84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6" name="Line 127">
                  <a:extLst>
                    <a:ext uri="{FF2B5EF4-FFF2-40B4-BE49-F238E27FC236}">
                      <a16:creationId xmlns:a16="http://schemas.microsoft.com/office/drawing/2014/main" id="{54BF0ADA-86C2-B80E-7E3C-ECE0216CDF59}"/>
                    </a:ext>
                  </a:extLst>
                </p:cNvPr>
                <p:cNvSpPr>
                  <a:spLocks noChangeShapeType="1"/>
                </p:cNvSpPr>
                <p:nvPr/>
              </p:nvSpPr>
              <p:spPr bwMode="auto">
                <a:xfrm rot="5400000">
                  <a:off x="74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7" name="Line 128">
                  <a:extLst>
                    <a:ext uri="{FF2B5EF4-FFF2-40B4-BE49-F238E27FC236}">
                      <a16:creationId xmlns:a16="http://schemas.microsoft.com/office/drawing/2014/main" id="{74BEDC04-5CA9-29B7-AC8C-9DD1835F1A40}"/>
                    </a:ext>
                  </a:extLst>
                </p:cNvPr>
                <p:cNvSpPr>
                  <a:spLocks noChangeShapeType="1"/>
                </p:cNvSpPr>
                <p:nvPr/>
              </p:nvSpPr>
              <p:spPr bwMode="auto">
                <a:xfrm rot="5400000">
                  <a:off x="69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8" name="Line 129">
                  <a:extLst>
                    <a:ext uri="{FF2B5EF4-FFF2-40B4-BE49-F238E27FC236}">
                      <a16:creationId xmlns:a16="http://schemas.microsoft.com/office/drawing/2014/main" id="{906D7B9B-132D-C789-3AA0-5D549F8F9E63}"/>
                    </a:ext>
                  </a:extLst>
                </p:cNvPr>
                <p:cNvSpPr>
                  <a:spLocks noChangeShapeType="1"/>
                </p:cNvSpPr>
                <p:nvPr/>
              </p:nvSpPr>
              <p:spPr bwMode="auto">
                <a:xfrm rot="5400000">
                  <a:off x="65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39" name="Line 130">
                  <a:extLst>
                    <a:ext uri="{FF2B5EF4-FFF2-40B4-BE49-F238E27FC236}">
                      <a16:creationId xmlns:a16="http://schemas.microsoft.com/office/drawing/2014/main" id="{73F5110D-52BE-05AC-5923-8075D50AF488}"/>
                    </a:ext>
                  </a:extLst>
                </p:cNvPr>
                <p:cNvSpPr>
                  <a:spLocks noChangeShapeType="1"/>
                </p:cNvSpPr>
                <p:nvPr/>
              </p:nvSpPr>
              <p:spPr bwMode="auto">
                <a:xfrm rot="5400000">
                  <a:off x="56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0" name="Line 131">
                  <a:extLst>
                    <a:ext uri="{FF2B5EF4-FFF2-40B4-BE49-F238E27FC236}">
                      <a16:creationId xmlns:a16="http://schemas.microsoft.com/office/drawing/2014/main" id="{F4C1972D-9B1B-E5B1-2D03-BE8D753ED10E}"/>
                    </a:ext>
                  </a:extLst>
                </p:cNvPr>
                <p:cNvSpPr>
                  <a:spLocks noChangeShapeType="1"/>
                </p:cNvSpPr>
                <p:nvPr/>
              </p:nvSpPr>
              <p:spPr bwMode="auto">
                <a:xfrm rot="5400000">
                  <a:off x="59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1" name="Line 132">
                  <a:extLst>
                    <a:ext uri="{FF2B5EF4-FFF2-40B4-BE49-F238E27FC236}">
                      <a16:creationId xmlns:a16="http://schemas.microsoft.com/office/drawing/2014/main" id="{3577D827-05E0-10CF-578A-F016F91BDE70}"/>
                    </a:ext>
                  </a:extLst>
                </p:cNvPr>
                <p:cNvSpPr>
                  <a:spLocks noChangeShapeType="1"/>
                </p:cNvSpPr>
                <p:nvPr/>
              </p:nvSpPr>
              <p:spPr bwMode="auto">
                <a:xfrm rot="5400000">
                  <a:off x="51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2" name="Line 133">
                  <a:extLst>
                    <a:ext uri="{FF2B5EF4-FFF2-40B4-BE49-F238E27FC236}">
                      <a16:creationId xmlns:a16="http://schemas.microsoft.com/office/drawing/2014/main" id="{52CDFA2A-301B-6C53-D618-93A456FC10BA}"/>
                    </a:ext>
                  </a:extLst>
                </p:cNvPr>
                <p:cNvSpPr>
                  <a:spLocks noChangeShapeType="1"/>
                </p:cNvSpPr>
                <p:nvPr/>
              </p:nvSpPr>
              <p:spPr bwMode="auto">
                <a:xfrm rot="5400000">
                  <a:off x="46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3" name="Line 134">
                  <a:extLst>
                    <a:ext uri="{FF2B5EF4-FFF2-40B4-BE49-F238E27FC236}">
                      <a16:creationId xmlns:a16="http://schemas.microsoft.com/office/drawing/2014/main" id="{7A26FEEF-D870-5CC7-AF7C-D2D1CBBB404B}"/>
                    </a:ext>
                  </a:extLst>
                </p:cNvPr>
                <p:cNvSpPr>
                  <a:spLocks noChangeShapeType="1"/>
                </p:cNvSpPr>
                <p:nvPr/>
              </p:nvSpPr>
              <p:spPr bwMode="auto">
                <a:xfrm rot="5400000">
                  <a:off x="422"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4" name="Line 135">
                  <a:extLst>
                    <a:ext uri="{FF2B5EF4-FFF2-40B4-BE49-F238E27FC236}">
                      <a16:creationId xmlns:a16="http://schemas.microsoft.com/office/drawing/2014/main" id="{24EF15CA-E9D1-AEEF-DA77-ACC1BAC653F1}"/>
                    </a:ext>
                  </a:extLst>
                </p:cNvPr>
                <p:cNvSpPr>
                  <a:spLocks noChangeShapeType="1"/>
                </p:cNvSpPr>
                <p:nvPr/>
              </p:nvSpPr>
              <p:spPr bwMode="auto">
                <a:xfrm rot="5400000">
                  <a:off x="31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5" name="Line 136">
                  <a:extLst>
                    <a:ext uri="{FF2B5EF4-FFF2-40B4-BE49-F238E27FC236}">
                      <a16:creationId xmlns:a16="http://schemas.microsoft.com/office/drawing/2014/main" id="{BF2F77FB-F29D-C5E1-68CB-4D64678043DB}"/>
                    </a:ext>
                  </a:extLst>
                </p:cNvPr>
                <p:cNvSpPr>
                  <a:spLocks noChangeShapeType="1"/>
                </p:cNvSpPr>
                <p:nvPr/>
              </p:nvSpPr>
              <p:spPr bwMode="auto">
                <a:xfrm rot="5400000">
                  <a:off x="36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6" name="Line 137">
                  <a:extLst>
                    <a:ext uri="{FF2B5EF4-FFF2-40B4-BE49-F238E27FC236}">
                      <a16:creationId xmlns:a16="http://schemas.microsoft.com/office/drawing/2014/main" id="{B1CE3066-DBBE-4795-9B2B-BE4A132AE406}"/>
                    </a:ext>
                  </a:extLst>
                </p:cNvPr>
                <p:cNvSpPr>
                  <a:spLocks noChangeShapeType="1"/>
                </p:cNvSpPr>
                <p:nvPr/>
              </p:nvSpPr>
              <p:spPr bwMode="auto">
                <a:xfrm rot="5400000">
                  <a:off x="26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7" name="Line 138">
                  <a:extLst>
                    <a:ext uri="{FF2B5EF4-FFF2-40B4-BE49-F238E27FC236}">
                      <a16:creationId xmlns:a16="http://schemas.microsoft.com/office/drawing/2014/main" id="{37085092-63F0-9A13-614A-92899AE84F9D}"/>
                    </a:ext>
                  </a:extLst>
                </p:cNvPr>
                <p:cNvSpPr>
                  <a:spLocks noChangeShapeType="1"/>
                </p:cNvSpPr>
                <p:nvPr/>
              </p:nvSpPr>
              <p:spPr bwMode="auto">
                <a:xfrm rot="5400000">
                  <a:off x="22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448" name="Line 139">
                  <a:extLst>
                    <a:ext uri="{FF2B5EF4-FFF2-40B4-BE49-F238E27FC236}">
                      <a16:creationId xmlns:a16="http://schemas.microsoft.com/office/drawing/2014/main" id="{6BB030F6-5AC2-9011-1536-A96E4BA6640A}"/>
                    </a:ext>
                  </a:extLst>
                </p:cNvPr>
                <p:cNvSpPr>
                  <a:spLocks noChangeShapeType="1"/>
                </p:cNvSpPr>
                <p:nvPr/>
              </p:nvSpPr>
              <p:spPr bwMode="auto">
                <a:xfrm rot="5400000">
                  <a:off x="169"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7300" name="Group 140">
              <a:extLst>
                <a:ext uri="{FF2B5EF4-FFF2-40B4-BE49-F238E27FC236}">
                  <a16:creationId xmlns:a16="http://schemas.microsoft.com/office/drawing/2014/main" id="{52F131E0-B75D-20A0-7058-5AEAD473C3DA}"/>
                </a:ext>
              </a:extLst>
            </p:cNvPr>
            <p:cNvGrpSpPr>
              <a:grpSpLocks/>
            </p:cNvGrpSpPr>
            <p:nvPr/>
          </p:nvGrpSpPr>
          <p:grpSpPr bwMode="auto">
            <a:xfrm>
              <a:off x="2408" y="602"/>
              <a:ext cx="2627" cy="2646"/>
              <a:chOff x="2408" y="575"/>
              <a:chExt cx="2627" cy="2646"/>
            </a:xfrm>
          </p:grpSpPr>
          <p:sp>
            <p:nvSpPr>
              <p:cNvPr id="97379" name="Line 141">
                <a:extLst>
                  <a:ext uri="{FF2B5EF4-FFF2-40B4-BE49-F238E27FC236}">
                    <a16:creationId xmlns:a16="http://schemas.microsoft.com/office/drawing/2014/main" id="{F07FB61E-FB3B-B5F4-E7F9-C5BBD605281A}"/>
                  </a:ext>
                </a:extLst>
              </p:cNvPr>
              <p:cNvSpPr>
                <a:spLocks noChangeShapeType="1"/>
              </p:cNvSpPr>
              <p:nvPr/>
            </p:nvSpPr>
            <p:spPr bwMode="auto">
              <a:xfrm flipV="1">
                <a:off x="2417" y="575"/>
                <a:ext cx="0" cy="2646"/>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80" name="Line 142">
                <a:extLst>
                  <a:ext uri="{FF2B5EF4-FFF2-40B4-BE49-F238E27FC236}">
                    <a16:creationId xmlns:a16="http://schemas.microsoft.com/office/drawing/2014/main" id="{4C2F4DFD-5298-E158-406E-9A6B73F50B23}"/>
                  </a:ext>
                </a:extLst>
              </p:cNvPr>
              <p:cNvSpPr>
                <a:spLocks noChangeShapeType="1"/>
              </p:cNvSpPr>
              <p:nvPr/>
            </p:nvSpPr>
            <p:spPr bwMode="auto">
              <a:xfrm>
                <a:off x="2408" y="3221"/>
                <a:ext cx="2627" cy="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97301" name="Group 143">
              <a:extLst>
                <a:ext uri="{FF2B5EF4-FFF2-40B4-BE49-F238E27FC236}">
                  <a16:creationId xmlns:a16="http://schemas.microsoft.com/office/drawing/2014/main" id="{5D7426C8-285D-8001-2DDD-9A55BE55A294}"/>
                </a:ext>
              </a:extLst>
            </p:cNvPr>
            <p:cNvGrpSpPr>
              <a:grpSpLocks/>
            </p:cNvGrpSpPr>
            <p:nvPr/>
          </p:nvGrpSpPr>
          <p:grpSpPr bwMode="auto">
            <a:xfrm>
              <a:off x="2178" y="401"/>
              <a:ext cx="3192" cy="2951"/>
              <a:chOff x="2178" y="374"/>
              <a:chExt cx="3192" cy="2951"/>
            </a:xfrm>
          </p:grpSpPr>
          <p:sp>
            <p:nvSpPr>
              <p:cNvPr id="97377" name="Text Box 144">
                <a:extLst>
                  <a:ext uri="{FF2B5EF4-FFF2-40B4-BE49-F238E27FC236}">
                    <a16:creationId xmlns:a16="http://schemas.microsoft.com/office/drawing/2014/main" id="{F010B72F-8136-3A8B-640F-D57AB21353C7}"/>
                  </a:ext>
                </a:extLst>
              </p:cNvPr>
              <p:cNvSpPr txBox="1">
                <a:spLocks noChangeArrowheads="1"/>
              </p:cNvSpPr>
              <p:nvPr/>
            </p:nvSpPr>
            <p:spPr bwMode="auto">
              <a:xfrm>
                <a:off x="2178" y="374"/>
                <a:ext cx="48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i="1">
                    <a:latin typeface="Times New Roman" panose="02020603050405020304" pitchFamily="18" charset="0"/>
                    <a:ea typeface="楷体_GB2312"/>
                  </a:rPr>
                  <a:t>I </a:t>
                </a:r>
                <a:r>
                  <a:rPr lang="en-US" altLang="zh-CN" sz="1600">
                    <a:latin typeface="Times New Roman" panose="02020603050405020304" pitchFamily="18" charset="0"/>
                    <a:ea typeface="楷体_GB2312"/>
                  </a:rPr>
                  <a:t>(mA)</a:t>
                </a:r>
                <a:endParaRPr lang="en-US" altLang="zh-CN" sz="2000">
                  <a:latin typeface="Times New Roman" panose="02020603050405020304" pitchFamily="18" charset="0"/>
                  <a:ea typeface="楷体_GB2312"/>
                </a:endParaRPr>
              </a:p>
            </p:txBody>
          </p:sp>
          <p:sp>
            <p:nvSpPr>
              <p:cNvPr id="97378" name="Text Box 145">
                <a:extLst>
                  <a:ext uri="{FF2B5EF4-FFF2-40B4-BE49-F238E27FC236}">
                    <a16:creationId xmlns:a16="http://schemas.microsoft.com/office/drawing/2014/main" id="{6FD65E89-4690-9E3A-108D-490F3CC5140C}"/>
                  </a:ext>
                </a:extLst>
              </p:cNvPr>
              <p:cNvSpPr txBox="1">
                <a:spLocks noChangeArrowheads="1"/>
              </p:cNvSpPr>
              <p:nvPr/>
            </p:nvSpPr>
            <p:spPr bwMode="auto">
              <a:xfrm>
                <a:off x="4952" y="3113"/>
                <a:ext cx="41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i="1">
                    <a:latin typeface="Times New Roman" panose="02020603050405020304" pitchFamily="18" charset="0"/>
                    <a:ea typeface="楷体_GB2312"/>
                  </a:rPr>
                  <a:t>U </a:t>
                </a:r>
                <a:r>
                  <a:rPr lang="en-US" altLang="zh-CN" sz="1600">
                    <a:latin typeface="Times New Roman" panose="02020603050405020304" pitchFamily="18" charset="0"/>
                    <a:ea typeface="楷体_GB2312"/>
                  </a:rPr>
                  <a:t>(V)</a:t>
                </a:r>
                <a:endParaRPr lang="en-US" altLang="zh-CN" sz="2000">
                  <a:latin typeface="Times New Roman" panose="02020603050405020304" pitchFamily="18" charset="0"/>
                  <a:ea typeface="楷体_GB2312"/>
                </a:endParaRPr>
              </a:p>
            </p:txBody>
          </p:sp>
        </p:grpSp>
        <p:grpSp>
          <p:nvGrpSpPr>
            <p:cNvPr id="97302" name="Group 146">
              <a:extLst>
                <a:ext uri="{FF2B5EF4-FFF2-40B4-BE49-F238E27FC236}">
                  <a16:creationId xmlns:a16="http://schemas.microsoft.com/office/drawing/2014/main" id="{7CF079CE-8B2D-3019-238B-495A403CCCF0}"/>
                </a:ext>
              </a:extLst>
            </p:cNvPr>
            <p:cNvGrpSpPr>
              <a:grpSpLocks/>
            </p:cNvGrpSpPr>
            <p:nvPr/>
          </p:nvGrpSpPr>
          <p:grpSpPr bwMode="auto">
            <a:xfrm>
              <a:off x="2165" y="804"/>
              <a:ext cx="2762" cy="2575"/>
              <a:chOff x="2165" y="777"/>
              <a:chExt cx="2762" cy="2575"/>
            </a:xfrm>
          </p:grpSpPr>
          <p:grpSp>
            <p:nvGrpSpPr>
              <p:cNvPr id="97334" name="Group 147">
                <a:extLst>
                  <a:ext uri="{FF2B5EF4-FFF2-40B4-BE49-F238E27FC236}">
                    <a16:creationId xmlns:a16="http://schemas.microsoft.com/office/drawing/2014/main" id="{F90387A0-90D2-3EEB-08E1-2C7C931881A0}"/>
                  </a:ext>
                </a:extLst>
              </p:cNvPr>
              <p:cNvGrpSpPr>
                <a:grpSpLocks/>
              </p:cNvGrpSpPr>
              <p:nvPr/>
            </p:nvGrpSpPr>
            <p:grpSpPr bwMode="auto">
              <a:xfrm>
                <a:off x="2165" y="777"/>
                <a:ext cx="302" cy="2269"/>
                <a:chOff x="2165" y="777"/>
                <a:chExt cx="302" cy="2269"/>
              </a:xfrm>
            </p:grpSpPr>
            <p:sp>
              <p:nvSpPr>
                <p:cNvPr id="97357" name="Line 148">
                  <a:extLst>
                    <a:ext uri="{FF2B5EF4-FFF2-40B4-BE49-F238E27FC236}">
                      <a16:creationId xmlns:a16="http://schemas.microsoft.com/office/drawing/2014/main" id="{1572A2B3-CA75-440C-F5E2-E104018EB249}"/>
                    </a:ext>
                  </a:extLst>
                </p:cNvPr>
                <p:cNvSpPr>
                  <a:spLocks noChangeShapeType="1"/>
                </p:cNvSpPr>
                <p:nvPr/>
              </p:nvSpPr>
              <p:spPr bwMode="auto">
                <a:xfrm rot="5400000">
                  <a:off x="2439" y="1752"/>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8" name="Line 149">
                  <a:extLst>
                    <a:ext uri="{FF2B5EF4-FFF2-40B4-BE49-F238E27FC236}">
                      <a16:creationId xmlns:a16="http://schemas.microsoft.com/office/drawing/2014/main" id="{E7BAC70A-D531-BB10-C604-8E3E287500DB}"/>
                    </a:ext>
                  </a:extLst>
                </p:cNvPr>
                <p:cNvSpPr>
                  <a:spLocks noChangeShapeType="1"/>
                </p:cNvSpPr>
                <p:nvPr/>
              </p:nvSpPr>
              <p:spPr bwMode="auto">
                <a:xfrm rot="5400000">
                  <a:off x="2439" y="224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9" name="Line 150">
                  <a:extLst>
                    <a:ext uri="{FF2B5EF4-FFF2-40B4-BE49-F238E27FC236}">
                      <a16:creationId xmlns:a16="http://schemas.microsoft.com/office/drawing/2014/main" id="{5B1F9D82-ABB8-1AB7-B817-AAA80EBA53BF}"/>
                    </a:ext>
                  </a:extLst>
                </p:cNvPr>
                <p:cNvSpPr>
                  <a:spLocks noChangeShapeType="1"/>
                </p:cNvSpPr>
                <p:nvPr/>
              </p:nvSpPr>
              <p:spPr bwMode="auto">
                <a:xfrm rot="5400000">
                  <a:off x="2439" y="2709"/>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60" name="Line 151">
                  <a:extLst>
                    <a:ext uri="{FF2B5EF4-FFF2-40B4-BE49-F238E27FC236}">
                      <a16:creationId xmlns:a16="http://schemas.microsoft.com/office/drawing/2014/main" id="{853FBAD7-9C38-A3C0-9D20-9365FB6E9949}"/>
                    </a:ext>
                  </a:extLst>
                </p:cNvPr>
                <p:cNvSpPr>
                  <a:spLocks noChangeShapeType="1"/>
                </p:cNvSpPr>
                <p:nvPr/>
              </p:nvSpPr>
              <p:spPr bwMode="auto">
                <a:xfrm rot="5400000">
                  <a:off x="2439" y="80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61" name="Line 152">
                  <a:extLst>
                    <a:ext uri="{FF2B5EF4-FFF2-40B4-BE49-F238E27FC236}">
                      <a16:creationId xmlns:a16="http://schemas.microsoft.com/office/drawing/2014/main" id="{1E7A3414-C883-8B71-E508-78D2398C6EF6}"/>
                    </a:ext>
                  </a:extLst>
                </p:cNvPr>
                <p:cNvSpPr>
                  <a:spLocks noChangeShapeType="1"/>
                </p:cNvSpPr>
                <p:nvPr/>
              </p:nvSpPr>
              <p:spPr bwMode="auto">
                <a:xfrm rot="5400000">
                  <a:off x="2439" y="1272"/>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62" name="Text Box 153">
                  <a:extLst>
                    <a:ext uri="{FF2B5EF4-FFF2-40B4-BE49-F238E27FC236}">
                      <a16:creationId xmlns:a16="http://schemas.microsoft.com/office/drawing/2014/main" id="{3C9ACB93-8247-EC19-CA4D-EB51812BAFC4}"/>
                    </a:ext>
                  </a:extLst>
                </p:cNvPr>
                <p:cNvSpPr txBox="1">
                  <a:spLocks noChangeArrowheads="1"/>
                </p:cNvSpPr>
                <p:nvPr/>
              </p:nvSpPr>
              <p:spPr bwMode="auto">
                <a:xfrm>
                  <a:off x="2213" y="221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8.00</a:t>
                  </a:r>
                  <a:endParaRPr lang="en-US" altLang="zh-CN" sz="2000">
                    <a:latin typeface="Times New Roman" panose="02020603050405020304" pitchFamily="18" charset="0"/>
                    <a:ea typeface="楷体_GB2312"/>
                  </a:endParaRPr>
                </a:p>
              </p:txBody>
            </p:sp>
            <p:sp>
              <p:nvSpPr>
                <p:cNvPr id="97363" name="Text Box 154">
                  <a:extLst>
                    <a:ext uri="{FF2B5EF4-FFF2-40B4-BE49-F238E27FC236}">
                      <a16:creationId xmlns:a16="http://schemas.microsoft.com/office/drawing/2014/main" id="{95326349-9720-88BF-C768-C52E5FB0D0B0}"/>
                    </a:ext>
                  </a:extLst>
                </p:cNvPr>
                <p:cNvSpPr txBox="1">
                  <a:spLocks noChangeArrowheads="1"/>
                </p:cNvSpPr>
                <p:nvPr/>
              </p:nvSpPr>
              <p:spPr bwMode="auto">
                <a:xfrm>
                  <a:off x="2213" y="2679"/>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a:t>
                  </a:r>
                  <a:endParaRPr lang="en-US" altLang="zh-CN" sz="2000">
                    <a:latin typeface="Times New Roman" panose="02020603050405020304" pitchFamily="18" charset="0"/>
                    <a:ea typeface="楷体_GB2312"/>
                  </a:endParaRPr>
                </a:p>
              </p:txBody>
            </p:sp>
            <p:sp>
              <p:nvSpPr>
                <p:cNvPr id="97364" name="Text Box 155">
                  <a:extLst>
                    <a:ext uri="{FF2B5EF4-FFF2-40B4-BE49-F238E27FC236}">
                      <a16:creationId xmlns:a16="http://schemas.microsoft.com/office/drawing/2014/main" id="{EF4F6D6A-C49F-6D0C-B92E-99F2623EAE9F}"/>
                    </a:ext>
                  </a:extLst>
                </p:cNvPr>
                <p:cNvSpPr txBox="1">
                  <a:spLocks noChangeArrowheads="1"/>
                </p:cNvSpPr>
                <p:nvPr/>
              </p:nvSpPr>
              <p:spPr bwMode="auto">
                <a:xfrm>
                  <a:off x="2165" y="77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20.00</a:t>
                  </a:r>
                  <a:endParaRPr lang="en-US" altLang="zh-CN" sz="2000">
                    <a:latin typeface="Times New Roman" panose="02020603050405020304" pitchFamily="18" charset="0"/>
                    <a:ea typeface="楷体_GB2312"/>
                  </a:endParaRPr>
                </a:p>
              </p:txBody>
            </p:sp>
            <p:sp>
              <p:nvSpPr>
                <p:cNvPr id="97365" name="Text Box 156">
                  <a:extLst>
                    <a:ext uri="{FF2B5EF4-FFF2-40B4-BE49-F238E27FC236}">
                      <a16:creationId xmlns:a16="http://schemas.microsoft.com/office/drawing/2014/main" id="{E2255F6D-DEF1-988C-3FF5-54256C6B93BE}"/>
                    </a:ext>
                  </a:extLst>
                </p:cNvPr>
                <p:cNvSpPr txBox="1">
                  <a:spLocks noChangeArrowheads="1"/>
                </p:cNvSpPr>
                <p:nvPr/>
              </p:nvSpPr>
              <p:spPr bwMode="auto">
                <a:xfrm>
                  <a:off x="2165" y="1245"/>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16.00</a:t>
                  </a:r>
                  <a:endParaRPr lang="en-US" altLang="zh-CN" sz="2000">
                    <a:latin typeface="Times New Roman" panose="02020603050405020304" pitchFamily="18" charset="0"/>
                    <a:ea typeface="楷体_GB2312"/>
                  </a:endParaRPr>
                </a:p>
              </p:txBody>
            </p:sp>
            <p:sp>
              <p:nvSpPr>
                <p:cNvPr id="97366" name="Text Box 157">
                  <a:extLst>
                    <a:ext uri="{FF2B5EF4-FFF2-40B4-BE49-F238E27FC236}">
                      <a16:creationId xmlns:a16="http://schemas.microsoft.com/office/drawing/2014/main" id="{29AADA1B-94A8-2EA8-B56F-641D8304867F}"/>
                    </a:ext>
                  </a:extLst>
                </p:cNvPr>
                <p:cNvSpPr txBox="1">
                  <a:spLocks noChangeArrowheads="1"/>
                </p:cNvSpPr>
                <p:nvPr/>
              </p:nvSpPr>
              <p:spPr bwMode="auto">
                <a:xfrm>
                  <a:off x="2177" y="1725"/>
                  <a:ext cx="24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12.00</a:t>
                  </a:r>
                  <a:endParaRPr lang="en-US" altLang="zh-CN" sz="2000">
                    <a:latin typeface="Times New Roman" panose="02020603050405020304" pitchFamily="18" charset="0"/>
                    <a:ea typeface="楷体_GB2312"/>
                  </a:endParaRPr>
                </a:p>
              </p:txBody>
            </p:sp>
            <p:sp>
              <p:nvSpPr>
                <p:cNvPr id="97367" name="Line 158">
                  <a:extLst>
                    <a:ext uri="{FF2B5EF4-FFF2-40B4-BE49-F238E27FC236}">
                      <a16:creationId xmlns:a16="http://schemas.microsoft.com/office/drawing/2014/main" id="{9FA26C07-2528-B525-7AD6-BEB8B4959BCB}"/>
                    </a:ext>
                  </a:extLst>
                </p:cNvPr>
                <p:cNvSpPr>
                  <a:spLocks noChangeShapeType="1"/>
                </p:cNvSpPr>
                <p:nvPr/>
              </p:nvSpPr>
              <p:spPr bwMode="auto">
                <a:xfrm rot="5400000">
                  <a:off x="2439" y="1038"/>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68" name="Text Box 159">
                  <a:extLst>
                    <a:ext uri="{FF2B5EF4-FFF2-40B4-BE49-F238E27FC236}">
                      <a16:creationId xmlns:a16="http://schemas.microsoft.com/office/drawing/2014/main" id="{55346B98-7196-74FC-259C-668FBBFCEDFB}"/>
                    </a:ext>
                  </a:extLst>
                </p:cNvPr>
                <p:cNvSpPr txBox="1">
                  <a:spLocks noChangeArrowheads="1"/>
                </p:cNvSpPr>
                <p:nvPr/>
              </p:nvSpPr>
              <p:spPr bwMode="auto">
                <a:xfrm>
                  <a:off x="2165" y="1011"/>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18.00</a:t>
                  </a:r>
                  <a:endParaRPr lang="en-US" altLang="zh-CN" sz="2000">
                    <a:latin typeface="Times New Roman" panose="02020603050405020304" pitchFamily="18" charset="0"/>
                    <a:ea typeface="楷体_GB2312"/>
                  </a:endParaRPr>
                </a:p>
              </p:txBody>
            </p:sp>
            <p:sp>
              <p:nvSpPr>
                <p:cNvPr id="97369" name="Line 160">
                  <a:extLst>
                    <a:ext uri="{FF2B5EF4-FFF2-40B4-BE49-F238E27FC236}">
                      <a16:creationId xmlns:a16="http://schemas.microsoft.com/office/drawing/2014/main" id="{1D055C2C-7662-A625-71A2-3AC77E9A4302}"/>
                    </a:ext>
                  </a:extLst>
                </p:cNvPr>
                <p:cNvSpPr>
                  <a:spLocks noChangeShapeType="1"/>
                </p:cNvSpPr>
                <p:nvPr/>
              </p:nvSpPr>
              <p:spPr bwMode="auto">
                <a:xfrm rot="5400000">
                  <a:off x="2439" y="1518"/>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70" name="Text Box 161">
                  <a:extLst>
                    <a:ext uri="{FF2B5EF4-FFF2-40B4-BE49-F238E27FC236}">
                      <a16:creationId xmlns:a16="http://schemas.microsoft.com/office/drawing/2014/main" id="{2573F142-44A5-6CEB-457B-92ED9B752506}"/>
                    </a:ext>
                  </a:extLst>
                </p:cNvPr>
                <p:cNvSpPr txBox="1">
                  <a:spLocks noChangeArrowheads="1"/>
                </p:cNvSpPr>
                <p:nvPr/>
              </p:nvSpPr>
              <p:spPr bwMode="auto">
                <a:xfrm>
                  <a:off x="2165" y="1485"/>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14.00</a:t>
                  </a:r>
                  <a:endParaRPr lang="en-US" altLang="zh-CN" sz="2000">
                    <a:latin typeface="Times New Roman" panose="02020603050405020304" pitchFamily="18" charset="0"/>
                    <a:ea typeface="楷体_GB2312"/>
                  </a:endParaRPr>
                </a:p>
              </p:txBody>
            </p:sp>
            <p:sp>
              <p:nvSpPr>
                <p:cNvPr id="97371" name="Line 162">
                  <a:extLst>
                    <a:ext uri="{FF2B5EF4-FFF2-40B4-BE49-F238E27FC236}">
                      <a16:creationId xmlns:a16="http://schemas.microsoft.com/office/drawing/2014/main" id="{6E0E2DEE-565B-87B4-0176-17512852C070}"/>
                    </a:ext>
                  </a:extLst>
                </p:cNvPr>
                <p:cNvSpPr>
                  <a:spLocks noChangeShapeType="1"/>
                </p:cNvSpPr>
                <p:nvPr/>
              </p:nvSpPr>
              <p:spPr bwMode="auto">
                <a:xfrm rot="5400000">
                  <a:off x="2439" y="1998"/>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72" name="Text Box 163">
                  <a:extLst>
                    <a:ext uri="{FF2B5EF4-FFF2-40B4-BE49-F238E27FC236}">
                      <a16:creationId xmlns:a16="http://schemas.microsoft.com/office/drawing/2014/main" id="{D16ED98C-FF9B-B752-2E7C-4101A60E3683}"/>
                    </a:ext>
                  </a:extLst>
                </p:cNvPr>
                <p:cNvSpPr txBox="1">
                  <a:spLocks noChangeArrowheads="1"/>
                </p:cNvSpPr>
                <p:nvPr/>
              </p:nvSpPr>
              <p:spPr bwMode="auto">
                <a:xfrm>
                  <a:off x="2165" y="1971"/>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10.00</a:t>
                  </a:r>
                  <a:endParaRPr lang="en-US" altLang="zh-CN" sz="2000">
                    <a:latin typeface="Times New Roman" panose="02020603050405020304" pitchFamily="18" charset="0"/>
                    <a:ea typeface="楷体_GB2312"/>
                  </a:endParaRPr>
                </a:p>
              </p:txBody>
            </p:sp>
            <p:sp>
              <p:nvSpPr>
                <p:cNvPr id="97373" name="Line 164">
                  <a:extLst>
                    <a:ext uri="{FF2B5EF4-FFF2-40B4-BE49-F238E27FC236}">
                      <a16:creationId xmlns:a16="http://schemas.microsoft.com/office/drawing/2014/main" id="{8964638E-4C87-5FF8-1718-1B8780428CA5}"/>
                    </a:ext>
                  </a:extLst>
                </p:cNvPr>
                <p:cNvSpPr>
                  <a:spLocks noChangeShapeType="1"/>
                </p:cNvSpPr>
                <p:nvPr/>
              </p:nvSpPr>
              <p:spPr bwMode="auto">
                <a:xfrm rot="5400000">
                  <a:off x="2439" y="248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74" name="Text Box 165">
                  <a:extLst>
                    <a:ext uri="{FF2B5EF4-FFF2-40B4-BE49-F238E27FC236}">
                      <a16:creationId xmlns:a16="http://schemas.microsoft.com/office/drawing/2014/main" id="{4D519F3E-0316-C1E6-157B-0C50E37E4D00}"/>
                    </a:ext>
                  </a:extLst>
                </p:cNvPr>
                <p:cNvSpPr txBox="1">
                  <a:spLocks noChangeArrowheads="1"/>
                </p:cNvSpPr>
                <p:nvPr/>
              </p:nvSpPr>
              <p:spPr bwMode="auto">
                <a:xfrm>
                  <a:off x="2213" y="2463"/>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6.00</a:t>
                  </a:r>
                  <a:endParaRPr lang="en-US" altLang="zh-CN" sz="2000">
                    <a:latin typeface="Times New Roman" panose="02020603050405020304" pitchFamily="18" charset="0"/>
                    <a:ea typeface="楷体_GB2312"/>
                  </a:endParaRPr>
                </a:p>
              </p:txBody>
            </p:sp>
            <p:sp>
              <p:nvSpPr>
                <p:cNvPr id="97375" name="Line 166">
                  <a:extLst>
                    <a:ext uri="{FF2B5EF4-FFF2-40B4-BE49-F238E27FC236}">
                      <a16:creationId xmlns:a16="http://schemas.microsoft.com/office/drawing/2014/main" id="{78A2A4D4-5A70-A917-339F-33BC7EE826BB}"/>
                    </a:ext>
                  </a:extLst>
                </p:cNvPr>
                <p:cNvSpPr>
                  <a:spLocks noChangeShapeType="1"/>
                </p:cNvSpPr>
                <p:nvPr/>
              </p:nvSpPr>
              <p:spPr bwMode="auto">
                <a:xfrm rot="5400000">
                  <a:off x="2439" y="2958"/>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76" name="Text Box 167">
                  <a:extLst>
                    <a:ext uri="{FF2B5EF4-FFF2-40B4-BE49-F238E27FC236}">
                      <a16:creationId xmlns:a16="http://schemas.microsoft.com/office/drawing/2014/main" id="{FE9B89E4-28F6-E7DE-1260-AEE7C14B33A5}"/>
                    </a:ext>
                  </a:extLst>
                </p:cNvPr>
                <p:cNvSpPr txBox="1">
                  <a:spLocks noChangeArrowheads="1"/>
                </p:cNvSpPr>
                <p:nvPr/>
              </p:nvSpPr>
              <p:spPr bwMode="auto">
                <a:xfrm>
                  <a:off x="2213" y="2931"/>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a:t>
                  </a:r>
                  <a:endParaRPr lang="en-US" altLang="zh-CN" sz="2000">
                    <a:latin typeface="Times New Roman" panose="02020603050405020304" pitchFamily="18" charset="0"/>
                    <a:ea typeface="楷体_GB2312"/>
                  </a:endParaRPr>
                </a:p>
              </p:txBody>
            </p:sp>
          </p:grpSp>
          <p:grpSp>
            <p:nvGrpSpPr>
              <p:cNvPr id="97335" name="Group 168">
                <a:extLst>
                  <a:ext uri="{FF2B5EF4-FFF2-40B4-BE49-F238E27FC236}">
                    <a16:creationId xmlns:a16="http://schemas.microsoft.com/office/drawing/2014/main" id="{2238E6CE-EBA3-B004-52E8-B208DE883C79}"/>
                  </a:ext>
                </a:extLst>
              </p:cNvPr>
              <p:cNvGrpSpPr>
                <a:grpSpLocks/>
              </p:cNvGrpSpPr>
              <p:nvPr/>
            </p:nvGrpSpPr>
            <p:grpSpPr bwMode="auto">
              <a:xfrm>
                <a:off x="2291" y="3166"/>
                <a:ext cx="2636" cy="186"/>
                <a:chOff x="2291" y="3166"/>
                <a:chExt cx="2636" cy="186"/>
              </a:xfrm>
            </p:grpSpPr>
            <p:sp>
              <p:nvSpPr>
                <p:cNvPr id="97336" name="Line 169">
                  <a:extLst>
                    <a:ext uri="{FF2B5EF4-FFF2-40B4-BE49-F238E27FC236}">
                      <a16:creationId xmlns:a16="http://schemas.microsoft.com/office/drawing/2014/main" id="{0875231F-A08D-FEF6-A77D-4F7D237ED17C}"/>
                    </a:ext>
                  </a:extLst>
                </p:cNvPr>
                <p:cNvSpPr>
                  <a:spLocks noChangeShapeType="1"/>
                </p:cNvSpPr>
                <p:nvPr/>
              </p:nvSpPr>
              <p:spPr bwMode="auto">
                <a:xfrm>
                  <a:off x="4795" y="317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7" name="Line 170">
                  <a:extLst>
                    <a:ext uri="{FF2B5EF4-FFF2-40B4-BE49-F238E27FC236}">
                      <a16:creationId xmlns:a16="http://schemas.microsoft.com/office/drawing/2014/main" id="{C918D9FF-1B1E-8AD7-0B90-7950866D7B9B}"/>
                    </a:ext>
                  </a:extLst>
                </p:cNvPr>
                <p:cNvSpPr>
                  <a:spLocks noChangeShapeType="1"/>
                </p:cNvSpPr>
                <p:nvPr/>
              </p:nvSpPr>
              <p:spPr bwMode="auto">
                <a:xfrm>
                  <a:off x="3838"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8" name="Line 171">
                  <a:extLst>
                    <a:ext uri="{FF2B5EF4-FFF2-40B4-BE49-F238E27FC236}">
                      <a16:creationId xmlns:a16="http://schemas.microsoft.com/office/drawing/2014/main" id="{FD4312E1-40B8-896A-5C4D-1A2BDD568767}"/>
                    </a:ext>
                  </a:extLst>
                </p:cNvPr>
                <p:cNvSpPr>
                  <a:spLocks noChangeShapeType="1"/>
                </p:cNvSpPr>
                <p:nvPr/>
              </p:nvSpPr>
              <p:spPr bwMode="auto">
                <a:xfrm>
                  <a:off x="3349"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9" name="Line 172">
                  <a:extLst>
                    <a:ext uri="{FF2B5EF4-FFF2-40B4-BE49-F238E27FC236}">
                      <a16:creationId xmlns:a16="http://schemas.microsoft.com/office/drawing/2014/main" id="{DC749B2C-E911-53E3-F26E-549AAD08BF0E}"/>
                    </a:ext>
                  </a:extLst>
                </p:cNvPr>
                <p:cNvSpPr>
                  <a:spLocks noChangeShapeType="1"/>
                </p:cNvSpPr>
                <p:nvPr/>
              </p:nvSpPr>
              <p:spPr bwMode="auto">
                <a:xfrm>
                  <a:off x="2881" y="317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0" name="Line 173">
                  <a:extLst>
                    <a:ext uri="{FF2B5EF4-FFF2-40B4-BE49-F238E27FC236}">
                      <a16:creationId xmlns:a16="http://schemas.microsoft.com/office/drawing/2014/main" id="{E53715B7-39D9-7333-5EE6-DFF4FF218FC9}"/>
                    </a:ext>
                  </a:extLst>
                </p:cNvPr>
                <p:cNvSpPr>
                  <a:spLocks noChangeShapeType="1"/>
                </p:cNvSpPr>
                <p:nvPr/>
              </p:nvSpPr>
              <p:spPr bwMode="auto">
                <a:xfrm>
                  <a:off x="4318"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1" name="Text Box 174">
                  <a:extLst>
                    <a:ext uri="{FF2B5EF4-FFF2-40B4-BE49-F238E27FC236}">
                      <a16:creationId xmlns:a16="http://schemas.microsoft.com/office/drawing/2014/main" id="{C2A0069A-E53E-40A3-EBA9-E0AB240D1C74}"/>
                    </a:ext>
                  </a:extLst>
                </p:cNvPr>
                <p:cNvSpPr txBox="1">
                  <a:spLocks noChangeArrowheads="1"/>
                </p:cNvSpPr>
                <p:nvPr/>
              </p:nvSpPr>
              <p:spPr bwMode="auto">
                <a:xfrm>
                  <a:off x="2291" y="316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a:latin typeface="宋体" panose="02010600030101010101" pitchFamily="2" charset="-122"/>
                      <a:ea typeface="楷体_GB2312"/>
                    </a:rPr>
                    <a:t>0</a:t>
                  </a:r>
                  <a:endParaRPr lang="en-US" altLang="zh-CN" sz="1600">
                    <a:latin typeface="Times New Roman" panose="02020603050405020304" pitchFamily="18" charset="0"/>
                    <a:ea typeface="楷体_GB2312"/>
                  </a:endParaRPr>
                </a:p>
              </p:txBody>
            </p:sp>
            <p:sp>
              <p:nvSpPr>
                <p:cNvPr id="97342" name="Text Box 175">
                  <a:extLst>
                    <a:ext uri="{FF2B5EF4-FFF2-40B4-BE49-F238E27FC236}">
                      <a16:creationId xmlns:a16="http://schemas.microsoft.com/office/drawing/2014/main" id="{3E0D183F-24BD-D9C1-938C-B802202AFAE8}"/>
                    </a:ext>
                  </a:extLst>
                </p:cNvPr>
                <p:cNvSpPr txBox="1">
                  <a:spLocks noChangeArrowheads="1"/>
                </p:cNvSpPr>
                <p:nvPr/>
              </p:nvSpPr>
              <p:spPr bwMode="auto">
                <a:xfrm>
                  <a:off x="2807" y="323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a:t>
                  </a:r>
                  <a:endParaRPr lang="en-US" altLang="zh-CN" sz="2000">
                    <a:latin typeface="Times New Roman" panose="02020603050405020304" pitchFamily="18" charset="0"/>
                    <a:ea typeface="楷体_GB2312"/>
                  </a:endParaRPr>
                </a:p>
              </p:txBody>
            </p:sp>
            <p:sp>
              <p:nvSpPr>
                <p:cNvPr id="97343" name="Text Box 176">
                  <a:extLst>
                    <a:ext uri="{FF2B5EF4-FFF2-40B4-BE49-F238E27FC236}">
                      <a16:creationId xmlns:a16="http://schemas.microsoft.com/office/drawing/2014/main" id="{4C9E07BA-E977-B6E9-9F6D-E2888D696E0B}"/>
                    </a:ext>
                  </a:extLst>
                </p:cNvPr>
                <p:cNvSpPr txBox="1">
                  <a:spLocks noChangeArrowheads="1"/>
                </p:cNvSpPr>
                <p:nvPr/>
              </p:nvSpPr>
              <p:spPr bwMode="auto">
                <a:xfrm>
                  <a:off x="3281" y="323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a:t>
                  </a:r>
                  <a:endParaRPr lang="en-US" altLang="zh-CN" sz="2000">
                    <a:latin typeface="Times New Roman" panose="02020603050405020304" pitchFamily="18" charset="0"/>
                    <a:ea typeface="楷体_GB2312"/>
                  </a:endParaRPr>
                </a:p>
              </p:txBody>
            </p:sp>
            <p:sp>
              <p:nvSpPr>
                <p:cNvPr id="97344" name="Text Box 177">
                  <a:extLst>
                    <a:ext uri="{FF2B5EF4-FFF2-40B4-BE49-F238E27FC236}">
                      <a16:creationId xmlns:a16="http://schemas.microsoft.com/office/drawing/2014/main" id="{F172DE33-1C08-7312-58AE-517550AD4ED0}"/>
                    </a:ext>
                  </a:extLst>
                </p:cNvPr>
                <p:cNvSpPr txBox="1">
                  <a:spLocks noChangeArrowheads="1"/>
                </p:cNvSpPr>
                <p:nvPr/>
              </p:nvSpPr>
              <p:spPr bwMode="auto">
                <a:xfrm>
                  <a:off x="3719" y="32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6.00</a:t>
                  </a:r>
                  <a:endParaRPr lang="en-US" altLang="zh-CN" sz="2000">
                    <a:latin typeface="Times New Roman" panose="02020603050405020304" pitchFamily="18" charset="0"/>
                    <a:ea typeface="楷体_GB2312"/>
                  </a:endParaRPr>
                </a:p>
              </p:txBody>
            </p:sp>
            <p:sp>
              <p:nvSpPr>
                <p:cNvPr id="97345" name="Text Box 178">
                  <a:extLst>
                    <a:ext uri="{FF2B5EF4-FFF2-40B4-BE49-F238E27FC236}">
                      <a16:creationId xmlns:a16="http://schemas.microsoft.com/office/drawing/2014/main" id="{3F8CD97C-FCA1-C09D-5652-89CDE60352BA}"/>
                    </a:ext>
                  </a:extLst>
                </p:cNvPr>
                <p:cNvSpPr txBox="1">
                  <a:spLocks noChangeArrowheads="1"/>
                </p:cNvSpPr>
                <p:nvPr/>
              </p:nvSpPr>
              <p:spPr bwMode="auto">
                <a:xfrm>
                  <a:off x="4187" y="3237"/>
                  <a:ext cx="2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8.00</a:t>
                  </a:r>
                  <a:endParaRPr lang="en-US" altLang="zh-CN" sz="2000">
                    <a:latin typeface="Times New Roman" panose="02020603050405020304" pitchFamily="18" charset="0"/>
                    <a:ea typeface="楷体_GB2312"/>
                  </a:endParaRPr>
                </a:p>
              </p:txBody>
            </p:sp>
            <p:sp>
              <p:nvSpPr>
                <p:cNvPr id="97346" name="Text Box 179">
                  <a:extLst>
                    <a:ext uri="{FF2B5EF4-FFF2-40B4-BE49-F238E27FC236}">
                      <a16:creationId xmlns:a16="http://schemas.microsoft.com/office/drawing/2014/main" id="{B47D162B-5286-393C-66F6-3D3A28744E2F}"/>
                    </a:ext>
                  </a:extLst>
                </p:cNvPr>
                <p:cNvSpPr txBox="1">
                  <a:spLocks noChangeArrowheads="1"/>
                </p:cNvSpPr>
                <p:nvPr/>
              </p:nvSpPr>
              <p:spPr bwMode="auto">
                <a:xfrm>
                  <a:off x="4673" y="32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10.00</a:t>
                  </a:r>
                  <a:endParaRPr lang="en-US" altLang="zh-CN" sz="2000">
                    <a:latin typeface="Times New Roman" panose="02020603050405020304" pitchFamily="18" charset="0"/>
                    <a:ea typeface="楷体_GB2312"/>
                  </a:endParaRPr>
                </a:p>
              </p:txBody>
            </p:sp>
            <p:sp>
              <p:nvSpPr>
                <p:cNvPr id="97347" name="Text Box 180">
                  <a:extLst>
                    <a:ext uri="{FF2B5EF4-FFF2-40B4-BE49-F238E27FC236}">
                      <a16:creationId xmlns:a16="http://schemas.microsoft.com/office/drawing/2014/main" id="{F3EFF6E4-668D-BC70-944E-F59C7610ABF6}"/>
                    </a:ext>
                  </a:extLst>
                </p:cNvPr>
                <p:cNvSpPr txBox="1">
                  <a:spLocks noChangeArrowheads="1"/>
                </p:cNvSpPr>
                <p:nvPr/>
              </p:nvSpPr>
              <p:spPr bwMode="auto">
                <a:xfrm>
                  <a:off x="2555" y="323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a:t>
                  </a:r>
                  <a:endParaRPr lang="en-US" altLang="zh-CN" sz="2000">
                    <a:latin typeface="Times New Roman" panose="02020603050405020304" pitchFamily="18" charset="0"/>
                    <a:ea typeface="楷体_GB2312"/>
                  </a:endParaRPr>
                </a:p>
              </p:txBody>
            </p:sp>
            <p:sp>
              <p:nvSpPr>
                <p:cNvPr id="97348" name="Text Box 181">
                  <a:extLst>
                    <a:ext uri="{FF2B5EF4-FFF2-40B4-BE49-F238E27FC236}">
                      <a16:creationId xmlns:a16="http://schemas.microsoft.com/office/drawing/2014/main" id="{361070F3-578F-FD45-B540-D86E5F4236DE}"/>
                    </a:ext>
                  </a:extLst>
                </p:cNvPr>
                <p:cNvSpPr txBox="1">
                  <a:spLocks noChangeArrowheads="1"/>
                </p:cNvSpPr>
                <p:nvPr/>
              </p:nvSpPr>
              <p:spPr bwMode="auto">
                <a:xfrm>
                  <a:off x="3029" y="3237"/>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3.00</a:t>
                  </a:r>
                  <a:endParaRPr lang="en-US" altLang="zh-CN" sz="2000">
                    <a:latin typeface="Times New Roman" panose="02020603050405020304" pitchFamily="18" charset="0"/>
                    <a:ea typeface="楷体_GB2312"/>
                  </a:endParaRPr>
                </a:p>
              </p:txBody>
            </p:sp>
            <p:sp>
              <p:nvSpPr>
                <p:cNvPr id="97349" name="Text Box 182">
                  <a:extLst>
                    <a:ext uri="{FF2B5EF4-FFF2-40B4-BE49-F238E27FC236}">
                      <a16:creationId xmlns:a16="http://schemas.microsoft.com/office/drawing/2014/main" id="{677A0EDE-72A2-C993-D5FD-6F7FB0BA8FA2}"/>
                    </a:ext>
                  </a:extLst>
                </p:cNvPr>
                <p:cNvSpPr txBox="1">
                  <a:spLocks noChangeArrowheads="1"/>
                </p:cNvSpPr>
                <p:nvPr/>
              </p:nvSpPr>
              <p:spPr bwMode="auto">
                <a:xfrm>
                  <a:off x="3467" y="32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5.00</a:t>
                  </a:r>
                  <a:endParaRPr lang="en-US" altLang="zh-CN" sz="2000">
                    <a:latin typeface="Times New Roman" panose="02020603050405020304" pitchFamily="18" charset="0"/>
                    <a:ea typeface="楷体_GB2312"/>
                  </a:endParaRPr>
                </a:p>
              </p:txBody>
            </p:sp>
            <p:sp>
              <p:nvSpPr>
                <p:cNvPr id="97350" name="Text Box 183">
                  <a:extLst>
                    <a:ext uri="{FF2B5EF4-FFF2-40B4-BE49-F238E27FC236}">
                      <a16:creationId xmlns:a16="http://schemas.microsoft.com/office/drawing/2014/main" id="{204F442A-BE62-2326-80FA-D891D17EA32F}"/>
                    </a:ext>
                  </a:extLst>
                </p:cNvPr>
                <p:cNvSpPr txBox="1">
                  <a:spLocks noChangeArrowheads="1"/>
                </p:cNvSpPr>
                <p:nvPr/>
              </p:nvSpPr>
              <p:spPr bwMode="auto">
                <a:xfrm>
                  <a:off x="3935" y="3237"/>
                  <a:ext cx="2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7.00</a:t>
                  </a:r>
                  <a:endParaRPr lang="en-US" altLang="zh-CN" sz="2000">
                    <a:latin typeface="Times New Roman" panose="02020603050405020304" pitchFamily="18" charset="0"/>
                    <a:ea typeface="楷体_GB2312"/>
                  </a:endParaRPr>
                </a:p>
              </p:txBody>
            </p:sp>
            <p:sp>
              <p:nvSpPr>
                <p:cNvPr id="97351" name="Text Box 184">
                  <a:extLst>
                    <a:ext uri="{FF2B5EF4-FFF2-40B4-BE49-F238E27FC236}">
                      <a16:creationId xmlns:a16="http://schemas.microsoft.com/office/drawing/2014/main" id="{89EA42F2-3CFE-21A0-C303-4524C40F5556}"/>
                    </a:ext>
                  </a:extLst>
                </p:cNvPr>
                <p:cNvSpPr txBox="1">
                  <a:spLocks noChangeArrowheads="1"/>
                </p:cNvSpPr>
                <p:nvPr/>
              </p:nvSpPr>
              <p:spPr bwMode="auto">
                <a:xfrm>
                  <a:off x="4421" y="32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9.00</a:t>
                  </a:r>
                  <a:endParaRPr lang="en-US" altLang="zh-CN" sz="2000">
                    <a:latin typeface="Times New Roman" panose="02020603050405020304" pitchFamily="18" charset="0"/>
                    <a:ea typeface="楷体_GB2312"/>
                  </a:endParaRPr>
                </a:p>
              </p:txBody>
            </p:sp>
            <p:sp>
              <p:nvSpPr>
                <p:cNvPr id="97352" name="Line 185">
                  <a:extLst>
                    <a:ext uri="{FF2B5EF4-FFF2-40B4-BE49-F238E27FC236}">
                      <a16:creationId xmlns:a16="http://schemas.microsoft.com/office/drawing/2014/main" id="{9977C8FA-286C-84D7-B80B-FA0CA5473AFC}"/>
                    </a:ext>
                  </a:extLst>
                </p:cNvPr>
                <p:cNvSpPr>
                  <a:spLocks noChangeShapeType="1"/>
                </p:cNvSpPr>
                <p:nvPr/>
              </p:nvSpPr>
              <p:spPr bwMode="auto">
                <a:xfrm>
                  <a:off x="4549" y="317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3" name="Line 186">
                  <a:extLst>
                    <a:ext uri="{FF2B5EF4-FFF2-40B4-BE49-F238E27FC236}">
                      <a16:creationId xmlns:a16="http://schemas.microsoft.com/office/drawing/2014/main" id="{75DA4E88-1B7E-A3A7-2FB9-6677C5CF9271}"/>
                    </a:ext>
                  </a:extLst>
                </p:cNvPr>
                <p:cNvSpPr>
                  <a:spLocks noChangeShapeType="1"/>
                </p:cNvSpPr>
                <p:nvPr/>
              </p:nvSpPr>
              <p:spPr bwMode="auto">
                <a:xfrm>
                  <a:off x="3604"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4" name="Line 187">
                  <a:extLst>
                    <a:ext uri="{FF2B5EF4-FFF2-40B4-BE49-F238E27FC236}">
                      <a16:creationId xmlns:a16="http://schemas.microsoft.com/office/drawing/2014/main" id="{02EE1B08-441A-D9CD-4AC3-1A0DA1D44B2B}"/>
                    </a:ext>
                  </a:extLst>
                </p:cNvPr>
                <p:cNvSpPr>
                  <a:spLocks noChangeShapeType="1"/>
                </p:cNvSpPr>
                <p:nvPr/>
              </p:nvSpPr>
              <p:spPr bwMode="auto">
                <a:xfrm>
                  <a:off x="3115"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5" name="Line 188">
                  <a:extLst>
                    <a:ext uri="{FF2B5EF4-FFF2-40B4-BE49-F238E27FC236}">
                      <a16:creationId xmlns:a16="http://schemas.microsoft.com/office/drawing/2014/main" id="{C7F81B72-AEE0-40EE-CDF9-F80B4659879D}"/>
                    </a:ext>
                  </a:extLst>
                </p:cNvPr>
                <p:cNvSpPr>
                  <a:spLocks noChangeShapeType="1"/>
                </p:cNvSpPr>
                <p:nvPr/>
              </p:nvSpPr>
              <p:spPr bwMode="auto">
                <a:xfrm>
                  <a:off x="2641" y="317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6" name="Line 189">
                  <a:extLst>
                    <a:ext uri="{FF2B5EF4-FFF2-40B4-BE49-F238E27FC236}">
                      <a16:creationId xmlns:a16="http://schemas.microsoft.com/office/drawing/2014/main" id="{EC57AB41-16D2-A506-A15D-33BE17E3CE9E}"/>
                    </a:ext>
                  </a:extLst>
                </p:cNvPr>
                <p:cNvSpPr>
                  <a:spLocks noChangeShapeType="1"/>
                </p:cNvSpPr>
                <p:nvPr/>
              </p:nvSpPr>
              <p:spPr bwMode="auto">
                <a:xfrm>
                  <a:off x="4072" y="317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7303" name="Group 190">
              <a:extLst>
                <a:ext uri="{FF2B5EF4-FFF2-40B4-BE49-F238E27FC236}">
                  <a16:creationId xmlns:a16="http://schemas.microsoft.com/office/drawing/2014/main" id="{11F1F75C-E946-7876-2E4F-65DF8FD37286}"/>
                </a:ext>
              </a:extLst>
            </p:cNvPr>
            <p:cNvGrpSpPr>
              <a:grpSpLocks/>
            </p:cNvGrpSpPr>
            <p:nvPr/>
          </p:nvGrpSpPr>
          <p:grpSpPr bwMode="auto">
            <a:xfrm>
              <a:off x="4182" y="831"/>
              <a:ext cx="34" cy="34"/>
              <a:chOff x="1392" y="2352"/>
              <a:chExt cx="96" cy="96"/>
            </a:xfrm>
          </p:grpSpPr>
          <p:sp>
            <p:nvSpPr>
              <p:cNvPr id="97332" name="Line 191">
                <a:extLst>
                  <a:ext uri="{FF2B5EF4-FFF2-40B4-BE49-F238E27FC236}">
                    <a16:creationId xmlns:a16="http://schemas.microsoft.com/office/drawing/2014/main" id="{DF9F55F0-905F-B561-4025-C79C34CFB201}"/>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3" name="Line 192">
                <a:extLst>
                  <a:ext uri="{FF2B5EF4-FFF2-40B4-BE49-F238E27FC236}">
                    <a16:creationId xmlns:a16="http://schemas.microsoft.com/office/drawing/2014/main" id="{54EF0442-6992-CCBC-5C27-C555D7D46ECD}"/>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04" name="Group 193">
              <a:extLst>
                <a:ext uri="{FF2B5EF4-FFF2-40B4-BE49-F238E27FC236}">
                  <a16:creationId xmlns:a16="http://schemas.microsoft.com/office/drawing/2014/main" id="{4C9A7485-86B9-1BA7-F4A6-8B3C443B1141}"/>
                </a:ext>
              </a:extLst>
            </p:cNvPr>
            <p:cNvGrpSpPr>
              <a:grpSpLocks/>
            </p:cNvGrpSpPr>
            <p:nvPr/>
          </p:nvGrpSpPr>
          <p:grpSpPr bwMode="auto">
            <a:xfrm>
              <a:off x="3996" y="1068"/>
              <a:ext cx="34" cy="34"/>
              <a:chOff x="1392" y="2352"/>
              <a:chExt cx="96" cy="96"/>
            </a:xfrm>
          </p:grpSpPr>
          <p:sp>
            <p:nvSpPr>
              <p:cNvPr id="97330" name="Line 194">
                <a:extLst>
                  <a:ext uri="{FF2B5EF4-FFF2-40B4-BE49-F238E27FC236}">
                    <a16:creationId xmlns:a16="http://schemas.microsoft.com/office/drawing/2014/main" id="{2DF28A95-6365-25A6-5B8F-3E89A228BB0B}"/>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31" name="Line 195">
                <a:extLst>
                  <a:ext uri="{FF2B5EF4-FFF2-40B4-BE49-F238E27FC236}">
                    <a16:creationId xmlns:a16="http://schemas.microsoft.com/office/drawing/2014/main" id="{7318B5B9-359E-18D1-9BD8-EEA45DA60E25}"/>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05" name="Group 196">
              <a:extLst>
                <a:ext uri="{FF2B5EF4-FFF2-40B4-BE49-F238E27FC236}">
                  <a16:creationId xmlns:a16="http://schemas.microsoft.com/office/drawing/2014/main" id="{29AB6365-B3DD-235C-116E-09AD65596D67}"/>
                </a:ext>
              </a:extLst>
            </p:cNvPr>
            <p:cNvGrpSpPr>
              <a:grpSpLocks/>
            </p:cNvGrpSpPr>
            <p:nvPr/>
          </p:nvGrpSpPr>
          <p:grpSpPr bwMode="auto">
            <a:xfrm>
              <a:off x="3810" y="1323"/>
              <a:ext cx="34" cy="34"/>
              <a:chOff x="1392" y="2352"/>
              <a:chExt cx="96" cy="96"/>
            </a:xfrm>
          </p:grpSpPr>
          <p:sp>
            <p:nvSpPr>
              <p:cNvPr id="97328" name="Line 197">
                <a:extLst>
                  <a:ext uri="{FF2B5EF4-FFF2-40B4-BE49-F238E27FC236}">
                    <a16:creationId xmlns:a16="http://schemas.microsoft.com/office/drawing/2014/main" id="{9D8A812C-FD1C-36E2-1C77-30408FBE388C}"/>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9" name="Line 198">
                <a:extLst>
                  <a:ext uri="{FF2B5EF4-FFF2-40B4-BE49-F238E27FC236}">
                    <a16:creationId xmlns:a16="http://schemas.microsoft.com/office/drawing/2014/main" id="{3D485E03-9AA7-CC39-9D24-D1580709BA4A}"/>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06" name="Group 199">
              <a:extLst>
                <a:ext uri="{FF2B5EF4-FFF2-40B4-BE49-F238E27FC236}">
                  <a16:creationId xmlns:a16="http://schemas.microsoft.com/office/drawing/2014/main" id="{7D41F97B-3CD6-1B4F-848A-CA4000BD65FD}"/>
                </a:ext>
              </a:extLst>
            </p:cNvPr>
            <p:cNvGrpSpPr>
              <a:grpSpLocks/>
            </p:cNvGrpSpPr>
            <p:nvPr/>
          </p:nvGrpSpPr>
          <p:grpSpPr bwMode="auto">
            <a:xfrm>
              <a:off x="3643" y="1551"/>
              <a:ext cx="34" cy="34"/>
              <a:chOff x="1392" y="2352"/>
              <a:chExt cx="96" cy="96"/>
            </a:xfrm>
          </p:grpSpPr>
          <p:sp>
            <p:nvSpPr>
              <p:cNvPr id="97326" name="Line 200">
                <a:extLst>
                  <a:ext uri="{FF2B5EF4-FFF2-40B4-BE49-F238E27FC236}">
                    <a16:creationId xmlns:a16="http://schemas.microsoft.com/office/drawing/2014/main" id="{8C060199-B627-E980-F9FD-160F6B4229D2}"/>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7" name="Line 201">
                <a:extLst>
                  <a:ext uri="{FF2B5EF4-FFF2-40B4-BE49-F238E27FC236}">
                    <a16:creationId xmlns:a16="http://schemas.microsoft.com/office/drawing/2014/main" id="{F4FD896C-9408-D07E-AF3A-58B9580BD3BF}"/>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07" name="Group 202">
              <a:extLst>
                <a:ext uri="{FF2B5EF4-FFF2-40B4-BE49-F238E27FC236}">
                  <a16:creationId xmlns:a16="http://schemas.microsoft.com/office/drawing/2014/main" id="{19C992FD-EDF8-AE3F-B95D-BEDB4891DC19}"/>
                </a:ext>
              </a:extLst>
            </p:cNvPr>
            <p:cNvGrpSpPr>
              <a:grpSpLocks/>
            </p:cNvGrpSpPr>
            <p:nvPr/>
          </p:nvGrpSpPr>
          <p:grpSpPr bwMode="auto">
            <a:xfrm>
              <a:off x="3458" y="1788"/>
              <a:ext cx="34" cy="34"/>
              <a:chOff x="1392" y="2352"/>
              <a:chExt cx="96" cy="96"/>
            </a:xfrm>
          </p:grpSpPr>
          <p:sp>
            <p:nvSpPr>
              <p:cNvPr id="97324" name="Line 203">
                <a:extLst>
                  <a:ext uri="{FF2B5EF4-FFF2-40B4-BE49-F238E27FC236}">
                    <a16:creationId xmlns:a16="http://schemas.microsoft.com/office/drawing/2014/main" id="{4AA1DAE5-6E76-E86F-D59F-D8DAD3320061}"/>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5" name="Line 204">
                <a:extLst>
                  <a:ext uri="{FF2B5EF4-FFF2-40B4-BE49-F238E27FC236}">
                    <a16:creationId xmlns:a16="http://schemas.microsoft.com/office/drawing/2014/main" id="{E3D2F15C-3B26-A4BE-9B3E-CF730D8D464A}"/>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08" name="Group 205">
              <a:extLst>
                <a:ext uri="{FF2B5EF4-FFF2-40B4-BE49-F238E27FC236}">
                  <a16:creationId xmlns:a16="http://schemas.microsoft.com/office/drawing/2014/main" id="{05D79E30-788A-9A93-B160-35612EED0788}"/>
                </a:ext>
              </a:extLst>
            </p:cNvPr>
            <p:cNvGrpSpPr>
              <a:grpSpLocks/>
            </p:cNvGrpSpPr>
            <p:nvPr/>
          </p:nvGrpSpPr>
          <p:grpSpPr bwMode="auto">
            <a:xfrm>
              <a:off x="3259" y="2054"/>
              <a:ext cx="34" cy="34"/>
              <a:chOff x="1392" y="2352"/>
              <a:chExt cx="96" cy="96"/>
            </a:xfrm>
          </p:grpSpPr>
          <p:sp>
            <p:nvSpPr>
              <p:cNvPr id="97322" name="Line 206">
                <a:extLst>
                  <a:ext uri="{FF2B5EF4-FFF2-40B4-BE49-F238E27FC236}">
                    <a16:creationId xmlns:a16="http://schemas.microsoft.com/office/drawing/2014/main" id="{D99650C6-85A4-C936-0134-D186970C29B4}"/>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3" name="Line 207">
                <a:extLst>
                  <a:ext uri="{FF2B5EF4-FFF2-40B4-BE49-F238E27FC236}">
                    <a16:creationId xmlns:a16="http://schemas.microsoft.com/office/drawing/2014/main" id="{7743929B-AF6B-F5A9-3653-47DBB77230A0}"/>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09" name="Group 208">
              <a:extLst>
                <a:ext uri="{FF2B5EF4-FFF2-40B4-BE49-F238E27FC236}">
                  <a16:creationId xmlns:a16="http://schemas.microsoft.com/office/drawing/2014/main" id="{59E66847-5646-46C7-5538-926F1F822863}"/>
                </a:ext>
              </a:extLst>
            </p:cNvPr>
            <p:cNvGrpSpPr>
              <a:grpSpLocks/>
            </p:cNvGrpSpPr>
            <p:nvPr/>
          </p:nvGrpSpPr>
          <p:grpSpPr bwMode="auto">
            <a:xfrm>
              <a:off x="3120" y="2249"/>
              <a:ext cx="34" cy="34"/>
              <a:chOff x="1392" y="2352"/>
              <a:chExt cx="96" cy="96"/>
            </a:xfrm>
          </p:grpSpPr>
          <p:sp>
            <p:nvSpPr>
              <p:cNvPr id="97320" name="Line 209">
                <a:extLst>
                  <a:ext uri="{FF2B5EF4-FFF2-40B4-BE49-F238E27FC236}">
                    <a16:creationId xmlns:a16="http://schemas.microsoft.com/office/drawing/2014/main" id="{49708F4D-BEA0-7370-DDC4-A0B5A3C7B333}"/>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1" name="Line 210">
                <a:extLst>
                  <a:ext uri="{FF2B5EF4-FFF2-40B4-BE49-F238E27FC236}">
                    <a16:creationId xmlns:a16="http://schemas.microsoft.com/office/drawing/2014/main" id="{A02E28CA-1A17-CA06-8CF9-6277D2293D0A}"/>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10" name="Group 211">
              <a:extLst>
                <a:ext uri="{FF2B5EF4-FFF2-40B4-BE49-F238E27FC236}">
                  <a16:creationId xmlns:a16="http://schemas.microsoft.com/office/drawing/2014/main" id="{9500BE07-B4AD-FA32-339C-3A8B3107EEBD}"/>
                </a:ext>
              </a:extLst>
            </p:cNvPr>
            <p:cNvGrpSpPr>
              <a:grpSpLocks/>
            </p:cNvGrpSpPr>
            <p:nvPr/>
          </p:nvGrpSpPr>
          <p:grpSpPr bwMode="auto">
            <a:xfrm>
              <a:off x="2934" y="2493"/>
              <a:ext cx="34" cy="34"/>
              <a:chOff x="1392" y="2352"/>
              <a:chExt cx="96" cy="96"/>
            </a:xfrm>
          </p:grpSpPr>
          <p:sp>
            <p:nvSpPr>
              <p:cNvPr id="97318" name="Line 212">
                <a:extLst>
                  <a:ext uri="{FF2B5EF4-FFF2-40B4-BE49-F238E27FC236}">
                    <a16:creationId xmlns:a16="http://schemas.microsoft.com/office/drawing/2014/main" id="{A26FE7C3-5FD2-7A8B-F6FB-9EBE34781BC0}"/>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9" name="Line 213">
                <a:extLst>
                  <a:ext uri="{FF2B5EF4-FFF2-40B4-BE49-F238E27FC236}">
                    <a16:creationId xmlns:a16="http://schemas.microsoft.com/office/drawing/2014/main" id="{EA0DCF3C-B14E-373E-A75F-66F6AC12C145}"/>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11" name="Group 214">
              <a:extLst>
                <a:ext uri="{FF2B5EF4-FFF2-40B4-BE49-F238E27FC236}">
                  <a16:creationId xmlns:a16="http://schemas.microsoft.com/office/drawing/2014/main" id="{57B2EDF8-6DAA-8D9C-9D34-9441194AAFC0}"/>
                </a:ext>
              </a:extLst>
            </p:cNvPr>
            <p:cNvGrpSpPr>
              <a:grpSpLocks/>
            </p:cNvGrpSpPr>
            <p:nvPr/>
          </p:nvGrpSpPr>
          <p:grpSpPr bwMode="auto">
            <a:xfrm>
              <a:off x="2743" y="2739"/>
              <a:ext cx="34" cy="34"/>
              <a:chOff x="1392" y="2352"/>
              <a:chExt cx="96" cy="96"/>
            </a:xfrm>
          </p:grpSpPr>
          <p:sp>
            <p:nvSpPr>
              <p:cNvPr id="97316" name="Line 215">
                <a:extLst>
                  <a:ext uri="{FF2B5EF4-FFF2-40B4-BE49-F238E27FC236}">
                    <a16:creationId xmlns:a16="http://schemas.microsoft.com/office/drawing/2014/main" id="{1A4AD250-AF91-D32A-5D85-C7F5B39C5D4E}"/>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7" name="Line 216">
                <a:extLst>
                  <a:ext uri="{FF2B5EF4-FFF2-40B4-BE49-F238E27FC236}">
                    <a16:creationId xmlns:a16="http://schemas.microsoft.com/office/drawing/2014/main" id="{D004CF51-F31F-82A0-7322-C45D29B085FA}"/>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312" name="Group 217">
              <a:extLst>
                <a:ext uri="{FF2B5EF4-FFF2-40B4-BE49-F238E27FC236}">
                  <a16:creationId xmlns:a16="http://schemas.microsoft.com/office/drawing/2014/main" id="{AA5CC995-BD15-F0F6-BA7C-4B94B4331E47}"/>
                </a:ext>
              </a:extLst>
            </p:cNvPr>
            <p:cNvGrpSpPr>
              <a:grpSpLocks/>
            </p:cNvGrpSpPr>
            <p:nvPr/>
          </p:nvGrpSpPr>
          <p:grpSpPr bwMode="auto">
            <a:xfrm>
              <a:off x="2556" y="2987"/>
              <a:ext cx="34" cy="34"/>
              <a:chOff x="1392" y="2352"/>
              <a:chExt cx="96" cy="96"/>
            </a:xfrm>
          </p:grpSpPr>
          <p:sp>
            <p:nvSpPr>
              <p:cNvPr id="97314" name="Line 218">
                <a:extLst>
                  <a:ext uri="{FF2B5EF4-FFF2-40B4-BE49-F238E27FC236}">
                    <a16:creationId xmlns:a16="http://schemas.microsoft.com/office/drawing/2014/main" id="{A7F3F99C-7C6B-D309-A992-5A909C573E38}"/>
                  </a:ext>
                </a:extLst>
              </p:cNvPr>
              <p:cNvSpPr>
                <a:spLocks noChangeShapeType="1"/>
              </p:cNvSpPr>
              <p:nvPr/>
            </p:nvSpPr>
            <p:spPr bwMode="auto">
              <a:xfrm>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5" name="Line 219">
                <a:extLst>
                  <a:ext uri="{FF2B5EF4-FFF2-40B4-BE49-F238E27FC236}">
                    <a16:creationId xmlns:a16="http://schemas.microsoft.com/office/drawing/2014/main" id="{58986812-76A5-0AA8-87D5-DA7FBCDAEF15}"/>
                  </a:ext>
                </a:extLst>
              </p:cNvPr>
              <p:cNvSpPr>
                <a:spLocks noChangeShapeType="1"/>
              </p:cNvSpPr>
              <p:nvPr/>
            </p:nvSpPr>
            <p:spPr bwMode="auto">
              <a:xfrm rot="5400000">
                <a:off x="1440"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7313" name="Line 220">
              <a:extLst>
                <a:ext uri="{FF2B5EF4-FFF2-40B4-BE49-F238E27FC236}">
                  <a16:creationId xmlns:a16="http://schemas.microsoft.com/office/drawing/2014/main" id="{A746B272-A579-7B17-2413-12E5C06F918E}"/>
                </a:ext>
              </a:extLst>
            </p:cNvPr>
            <p:cNvSpPr>
              <a:spLocks noChangeShapeType="1"/>
            </p:cNvSpPr>
            <p:nvPr/>
          </p:nvSpPr>
          <p:spPr bwMode="auto">
            <a:xfrm flipH="1">
              <a:off x="2412" y="734"/>
              <a:ext cx="1858" cy="25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3645" name="Text Box 221">
            <a:extLst>
              <a:ext uri="{FF2B5EF4-FFF2-40B4-BE49-F238E27FC236}">
                <a16:creationId xmlns:a16="http://schemas.microsoft.com/office/drawing/2014/main" id="{437F6B09-E2A8-37AE-DA83-CA424BBD8A4C}"/>
              </a:ext>
            </a:extLst>
          </p:cNvPr>
          <p:cNvSpPr txBox="1">
            <a:spLocks noChangeArrowheads="1"/>
          </p:cNvSpPr>
          <p:nvPr/>
        </p:nvSpPr>
        <p:spPr bwMode="auto">
          <a:xfrm>
            <a:off x="539750" y="3789363"/>
            <a:ext cx="2752725"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rIns="0" bIns="46800">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2000">
                <a:latin typeface="黑体" panose="02010609060101010101" pitchFamily="49" charset="-122"/>
                <a:ea typeface="黑体" panose="02010609060101010101" pitchFamily="49" charset="-122"/>
              </a:rPr>
              <a:t>6.</a:t>
            </a:r>
            <a:r>
              <a:rPr lang="zh-CN" altLang="en-US" sz="2000">
                <a:latin typeface="黑体" panose="02010609060101010101" pitchFamily="49" charset="-122"/>
                <a:ea typeface="黑体" panose="02010609060101010101" pitchFamily="49" charset="-122"/>
              </a:rPr>
              <a:t>标出图名</a:t>
            </a:r>
            <a:r>
              <a:rPr lang="zh-CN" altLang="en-US" sz="2000">
                <a:latin typeface="Times New Roman" panose="02020603050405020304" pitchFamily="18" charset="0"/>
                <a:ea typeface="黑体" panose="02010609060101010101" pitchFamily="49" charset="-122"/>
              </a:rPr>
              <a:t>：</a:t>
            </a:r>
          </a:p>
          <a:p>
            <a:pPr>
              <a:lnSpc>
                <a:spcPct val="120000"/>
              </a:lnSpc>
              <a:spcBef>
                <a:spcPct val="50000"/>
              </a:spcBef>
              <a:buClrTx/>
              <a:buSzTx/>
              <a:buFont typeface="Arial" panose="020B0604020202020204" pitchFamily="34" charset="0"/>
              <a:buNone/>
            </a:pPr>
            <a:r>
              <a:rPr lang="zh-CN" altLang="en-US" sz="2000">
                <a:latin typeface="Times New Roman" panose="02020603050405020304" pitchFamily="18" charset="0"/>
                <a:ea typeface="黑体" panose="02010609060101010101" pitchFamily="49" charset="-122"/>
              </a:rPr>
              <a:t>       在图线下方或空白位置写出图线的名称及某些必要的说明。</a:t>
            </a:r>
          </a:p>
        </p:txBody>
      </p:sp>
      <p:grpSp>
        <p:nvGrpSpPr>
          <p:cNvPr id="21" name="Group 222">
            <a:extLst>
              <a:ext uri="{FF2B5EF4-FFF2-40B4-BE49-F238E27FC236}">
                <a16:creationId xmlns:a16="http://schemas.microsoft.com/office/drawing/2014/main" id="{E85DF5EA-1625-3E5B-BB70-CD8E024C91C7}"/>
              </a:ext>
            </a:extLst>
          </p:cNvPr>
          <p:cNvGrpSpPr>
            <a:grpSpLocks/>
          </p:cNvGrpSpPr>
          <p:nvPr/>
        </p:nvGrpSpPr>
        <p:grpSpPr bwMode="auto">
          <a:xfrm>
            <a:off x="4152900" y="4492625"/>
            <a:ext cx="1147763" cy="304800"/>
            <a:chOff x="2616" y="2820"/>
            <a:chExt cx="723" cy="192"/>
          </a:xfrm>
        </p:grpSpPr>
        <p:sp>
          <p:nvSpPr>
            <p:cNvPr id="97297" name="Oval 223">
              <a:extLst>
                <a:ext uri="{FF2B5EF4-FFF2-40B4-BE49-F238E27FC236}">
                  <a16:creationId xmlns:a16="http://schemas.microsoft.com/office/drawing/2014/main" id="{9B7D2F91-7E18-0CE6-C5B7-B516D9181DAB}"/>
                </a:ext>
              </a:extLst>
            </p:cNvPr>
            <p:cNvSpPr>
              <a:spLocks noChangeArrowheads="1"/>
            </p:cNvSpPr>
            <p:nvPr/>
          </p:nvSpPr>
          <p:spPr bwMode="auto">
            <a:xfrm>
              <a:off x="2616" y="2884"/>
              <a:ext cx="54" cy="54"/>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000">
                <a:latin typeface="Times New Roman" panose="02020603050405020304" pitchFamily="18" charset="0"/>
                <a:ea typeface="楷体_GB2312"/>
              </a:endParaRPr>
            </a:p>
          </p:txBody>
        </p:sp>
        <p:sp>
          <p:nvSpPr>
            <p:cNvPr id="97298" name="Text Box 224">
              <a:extLst>
                <a:ext uri="{FF2B5EF4-FFF2-40B4-BE49-F238E27FC236}">
                  <a16:creationId xmlns:a16="http://schemas.microsoft.com/office/drawing/2014/main" id="{B0BF968E-725B-333D-4A50-59623249C225}"/>
                </a:ext>
              </a:extLst>
            </p:cNvPr>
            <p:cNvSpPr txBox="1">
              <a:spLocks noChangeArrowheads="1"/>
            </p:cNvSpPr>
            <p:nvPr/>
          </p:nvSpPr>
          <p:spPr bwMode="auto">
            <a:xfrm>
              <a:off x="2654" y="2820"/>
              <a:ext cx="6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1400" i="1">
                  <a:latin typeface="Times New Roman" panose="02020603050405020304" pitchFamily="18" charset="0"/>
                  <a:ea typeface="楷体_GB2312"/>
                </a:rPr>
                <a:t>A</a:t>
              </a:r>
              <a:r>
                <a:rPr lang="en-US" altLang="zh-CN" sz="1400">
                  <a:latin typeface="Times New Roman" panose="02020603050405020304" pitchFamily="18" charset="0"/>
                  <a:ea typeface="楷体_GB2312"/>
                </a:rPr>
                <a:t>(1.00,2.76)</a:t>
              </a:r>
              <a:endParaRPr lang="en-US" altLang="zh-CN" sz="2000">
                <a:latin typeface="Times New Roman" panose="02020603050405020304" pitchFamily="18" charset="0"/>
                <a:ea typeface="楷体_GB2312"/>
              </a:endParaRPr>
            </a:p>
          </p:txBody>
        </p:sp>
      </p:grpSp>
      <p:grpSp>
        <p:nvGrpSpPr>
          <p:cNvPr id="22" name="Group 225">
            <a:extLst>
              <a:ext uri="{FF2B5EF4-FFF2-40B4-BE49-F238E27FC236}">
                <a16:creationId xmlns:a16="http://schemas.microsoft.com/office/drawing/2014/main" id="{71BA2CB8-69B2-793A-C88A-B58B103F01DF}"/>
              </a:ext>
            </a:extLst>
          </p:cNvPr>
          <p:cNvGrpSpPr>
            <a:grpSpLocks/>
          </p:cNvGrpSpPr>
          <p:nvPr/>
        </p:nvGrpSpPr>
        <p:grpSpPr bwMode="auto">
          <a:xfrm>
            <a:off x="6421438" y="1447800"/>
            <a:ext cx="1223962" cy="304800"/>
            <a:chOff x="4036" y="936"/>
            <a:chExt cx="771" cy="192"/>
          </a:xfrm>
        </p:grpSpPr>
        <p:sp>
          <p:nvSpPr>
            <p:cNvPr id="97295" name="Oval 226">
              <a:extLst>
                <a:ext uri="{FF2B5EF4-FFF2-40B4-BE49-F238E27FC236}">
                  <a16:creationId xmlns:a16="http://schemas.microsoft.com/office/drawing/2014/main" id="{E8CA9108-2544-0C83-86CB-0484876E0E19}"/>
                </a:ext>
              </a:extLst>
            </p:cNvPr>
            <p:cNvSpPr>
              <a:spLocks noChangeArrowheads="1"/>
            </p:cNvSpPr>
            <p:nvPr/>
          </p:nvSpPr>
          <p:spPr bwMode="auto">
            <a:xfrm>
              <a:off x="4036" y="1002"/>
              <a:ext cx="54" cy="54"/>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eaLnBrk="1" hangingPunct="1">
                <a:spcBef>
                  <a:spcPct val="0"/>
                </a:spcBef>
                <a:buClrTx/>
                <a:buSzTx/>
                <a:buFont typeface="Arial" panose="020B0604020202020204" pitchFamily="34" charset="0"/>
                <a:buNone/>
              </a:pPr>
              <a:endParaRPr lang="zh-CN" altLang="en-US" sz="2000">
                <a:latin typeface="Times New Roman" panose="02020603050405020304" pitchFamily="18" charset="0"/>
                <a:ea typeface="楷体_GB2312"/>
              </a:endParaRPr>
            </a:p>
          </p:txBody>
        </p:sp>
        <p:sp>
          <p:nvSpPr>
            <p:cNvPr id="97296" name="Text Box 227">
              <a:extLst>
                <a:ext uri="{FF2B5EF4-FFF2-40B4-BE49-F238E27FC236}">
                  <a16:creationId xmlns:a16="http://schemas.microsoft.com/office/drawing/2014/main" id="{DB96EFB3-9B62-B38A-1679-68529CD1FC8F}"/>
                </a:ext>
              </a:extLst>
            </p:cNvPr>
            <p:cNvSpPr txBox="1">
              <a:spLocks noChangeArrowheads="1"/>
            </p:cNvSpPr>
            <p:nvPr/>
          </p:nvSpPr>
          <p:spPr bwMode="auto">
            <a:xfrm>
              <a:off x="4066" y="936"/>
              <a:ext cx="74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en-US" altLang="zh-CN" sz="1400" i="1">
                  <a:latin typeface="Times New Roman" panose="02020603050405020304" pitchFamily="18" charset="0"/>
                  <a:ea typeface="楷体_GB2312"/>
                </a:rPr>
                <a:t>B</a:t>
              </a:r>
              <a:r>
                <a:rPr lang="en-US" altLang="zh-CN" sz="1400">
                  <a:latin typeface="Times New Roman" panose="02020603050405020304" pitchFamily="18" charset="0"/>
                  <a:ea typeface="楷体_GB2312"/>
                </a:rPr>
                <a:t>(7.00,18.58)</a:t>
              </a:r>
            </a:p>
          </p:txBody>
        </p:sp>
      </p:grpSp>
      <p:grpSp>
        <p:nvGrpSpPr>
          <p:cNvPr id="23" name="Group 228">
            <a:extLst>
              <a:ext uri="{FF2B5EF4-FFF2-40B4-BE49-F238E27FC236}">
                <a16:creationId xmlns:a16="http://schemas.microsoft.com/office/drawing/2014/main" id="{6327A0D2-30EA-68A2-1005-4EA86914C668}"/>
              </a:ext>
            </a:extLst>
          </p:cNvPr>
          <p:cNvGrpSpPr>
            <a:grpSpLocks/>
          </p:cNvGrpSpPr>
          <p:nvPr/>
        </p:nvGrpSpPr>
        <p:grpSpPr bwMode="auto">
          <a:xfrm>
            <a:off x="5094288" y="3516313"/>
            <a:ext cx="3065462" cy="752475"/>
            <a:chOff x="3305" y="2114"/>
            <a:chExt cx="1931" cy="408"/>
          </a:xfrm>
        </p:grpSpPr>
        <p:sp>
          <p:nvSpPr>
            <p:cNvPr id="97293" name="Text Box 229">
              <a:extLst>
                <a:ext uri="{FF2B5EF4-FFF2-40B4-BE49-F238E27FC236}">
                  <a16:creationId xmlns:a16="http://schemas.microsoft.com/office/drawing/2014/main" id="{3F6AFB2F-D92A-D9D4-100A-9958386C327A}"/>
                </a:ext>
              </a:extLst>
            </p:cNvPr>
            <p:cNvSpPr txBox="1">
              <a:spLocks noChangeArrowheads="1"/>
            </p:cNvSpPr>
            <p:nvPr/>
          </p:nvSpPr>
          <p:spPr bwMode="auto">
            <a:xfrm>
              <a:off x="3379" y="2114"/>
              <a:ext cx="185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0"/>
                </a:spcBef>
                <a:buClrTx/>
                <a:buSzTx/>
                <a:buFont typeface="Arial" panose="020B0604020202020204" pitchFamily="34" charset="0"/>
                <a:buNone/>
              </a:pPr>
              <a:r>
                <a:rPr lang="zh-CN" altLang="en-US" sz="1400">
                  <a:solidFill>
                    <a:srgbClr val="3D4DC3"/>
                  </a:solidFill>
                  <a:latin typeface="Times New Roman" panose="02020603050405020304" pitchFamily="18" charset="0"/>
                  <a:ea typeface="黑体" panose="02010609060101010101" pitchFamily="49" charset="-122"/>
                </a:rPr>
                <a:t>由图上</a:t>
              </a:r>
              <a:r>
                <a:rPr lang="en-US" altLang="zh-CN" sz="1400" i="1">
                  <a:solidFill>
                    <a:srgbClr val="3D4DC3"/>
                  </a:solidFill>
                  <a:latin typeface="Times New Roman" panose="02020603050405020304" pitchFamily="18" charset="0"/>
                  <a:ea typeface="黑体" panose="02010609060101010101" pitchFamily="49" charset="-122"/>
                </a:rPr>
                <a:t>A</a:t>
              </a:r>
              <a:r>
                <a:rPr lang="zh-CN" altLang="en-US" sz="1400">
                  <a:solidFill>
                    <a:srgbClr val="3D4DC3"/>
                  </a:solidFill>
                  <a:latin typeface="Times New Roman" panose="02020603050405020304" pitchFamily="18" charset="0"/>
                  <a:ea typeface="黑体" panose="02010609060101010101" pitchFamily="49" charset="-122"/>
                </a:rPr>
                <a:t>、</a:t>
              </a:r>
              <a:r>
                <a:rPr lang="en-US" altLang="zh-CN" sz="1400" i="1">
                  <a:solidFill>
                    <a:srgbClr val="3D4DC3"/>
                  </a:solidFill>
                  <a:latin typeface="Times New Roman" panose="02020603050405020304" pitchFamily="18" charset="0"/>
                  <a:ea typeface="黑体" panose="02010609060101010101" pitchFamily="49" charset="-122"/>
                </a:rPr>
                <a:t>B</a:t>
              </a:r>
              <a:r>
                <a:rPr lang="zh-CN" altLang="en-US" sz="1400">
                  <a:solidFill>
                    <a:srgbClr val="3D4DC3"/>
                  </a:solidFill>
                  <a:latin typeface="Times New Roman" panose="02020603050405020304" pitchFamily="18" charset="0"/>
                  <a:ea typeface="黑体" panose="02010609060101010101" pitchFamily="49" charset="-122"/>
                </a:rPr>
                <a:t>两点可得被测电阻</a:t>
              </a:r>
              <a:r>
                <a:rPr lang="en-US" altLang="zh-CN" sz="1400" i="1">
                  <a:solidFill>
                    <a:srgbClr val="3D4DC3"/>
                  </a:solidFill>
                  <a:latin typeface="Times New Roman" panose="02020603050405020304" pitchFamily="18" charset="0"/>
                  <a:ea typeface="黑体" panose="02010609060101010101" pitchFamily="49" charset="-122"/>
                </a:rPr>
                <a:t>R</a:t>
              </a:r>
              <a:r>
                <a:rPr lang="zh-CN" altLang="en-US" sz="1400">
                  <a:solidFill>
                    <a:srgbClr val="3D4DC3"/>
                  </a:solidFill>
                  <a:latin typeface="Times New Roman" panose="02020603050405020304" pitchFamily="18" charset="0"/>
                  <a:ea typeface="黑体" panose="02010609060101010101" pitchFamily="49" charset="-122"/>
                </a:rPr>
                <a:t>为</a:t>
              </a:r>
              <a:r>
                <a:rPr lang="zh-CN" altLang="en-US" sz="1400">
                  <a:solidFill>
                    <a:schemeClr val="accent2"/>
                  </a:solidFill>
                  <a:latin typeface="Times New Roman" panose="02020603050405020304" pitchFamily="18" charset="0"/>
                  <a:ea typeface="黑体" panose="02010609060101010101" pitchFamily="49" charset="-122"/>
                </a:rPr>
                <a:t>：</a:t>
              </a:r>
            </a:p>
          </p:txBody>
        </p:sp>
        <p:graphicFrame>
          <p:nvGraphicFramePr>
            <p:cNvPr id="97294" name="Object 230">
              <a:extLst>
                <a:ext uri="{FF2B5EF4-FFF2-40B4-BE49-F238E27FC236}">
                  <a16:creationId xmlns:a16="http://schemas.microsoft.com/office/drawing/2014/main" id="{A5735C58-A78E-F374-3CC7-4F7749CF72AF}"/>
                </a:ext>
              </a:extLst>
            </p:cNvPr>
            <p:cNvGraphicFramePr>
              <a:graphicFrameLocks noChangeAspect="1"/>
            </p:cNvGraphicFramePr>
            <p:nvPr/>
          </p:nvGraphicFramePr>
          <p:xfrm>
            <a:off x="3305" y="2279"/>
            <a:ext cx="1875" cy="243"/>
          </p:xfrm>
          <a:graphic>
            <a:graphicData uri="http://schemas.openxmlformats.org/presentationml/2006/ole">
              <mc:AlternateContent xmlns:mc="http://schemas.openxmlformats.org/markup-compatibility/2006">
                <mc:Choice xmlns:v="urn:schemas-microsoft-com:vml" Requires="v">
                  <p:oleObj r:id="rId2" imgW="2527300" imgH="431800" progId="">
                    <p:embed/>
                  </p:oleObj>
                </mc:Choice>
                <mc:Fallback>
                  <p:oleObj r:id="rId2" imgW="2527300" imgH="431800" progId="">
                    <p:embed/>
                    <p:pic>
                      <p:nvPicPr>
                        <p:cNvPr id="0" name="Object 230"/>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5" y="2279"/>
                          <a:ext cx="187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03655" name="Text Box 231">
            <a:extLst>
              <a:ext uri="{FF2B5EF4-FFF2-40B4-BE49-F238E27FC236}">
                <a16:creationId xmlns:a16="http://schemas.microsoft.com/office/drawing/2014/main" id="{C005EE01-9A58-6D42-6AD1-AD620CD97005}"/>
              </a:ext>
            </a:extLst>
          </p:cNvPr>
          <p:cNvSpPr txBox="1">
            <a:spLocks noChangeArrowheads="1"/>
          </p:cNvSpPr>
          <p:nvPr/>
        </p:nvSpPr>
        <p:spPr bwMode="auto">
          <a:xfrm>
            <a:off x="1403350" y="5805488"/>
            <a:ext cx="67675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Tx/>
              <a:buSzTx/>
              <a:buFont typeface="Arial" panose="020B0604020202020204" pitchFamily="34" charset="0"/>
              <a:buNone/>
            </a:pPr>
            <a:r>
              <a:rPr lang="zh-CN" altLang="en-US">
                <a:solidFill>
                  <a:srgbClr val="FF0000"/>
                </a:solidFill>
                <a:latin typeface="Times New Roman" panose="02020603050405020304" pitchFamily="18" charset="0"/>
                <a:ea typeface="黑体" panose="02010609060101010101" pitchFamily="49" charset="-122"/>
              </a:rPr>
              <a:t>至此一张图才算完成</a:t>
            </a:r>
          </a:p>
        </p:txBody>
      </p:sp>
      <p:grpSp>
        <p:nvGrpSpPr>
          <p:cNvPr id="24" name="Group 232">
            <a:extLst>
              <a:ext uri="{FF2B5EF4-FFF2-40B4-BE49-F238E27FC236}">
                <a16:creationId xmlns:a16="http://schemas.microsoft.com/office/drawing/2014/main" id="{FA68D56E-92F8-FFB9-67BD-0A0F99B92F39}"/>
              </a:ext>
            </a:extLst>
          </p:cNvPr>
          <p:cNvGrpSpPr>
            <a:grpSpLocks/>
          </p:cNvGrpSpPr>
          <p:nvPr/>
        </p:nvGrpSpPr>
        <p:grpSpPr bwMode="auto">
          <a:xfrm>
            <a:off x="4654550" y="685800"/>
            <a:ext cx="3208338" cy="4278313"/>
            <a:chOff x="2932" y="432"/>
            <a:chExt cx="2021" cy="2695"/>
          </a:xfrm>
        </p:grpSpPr>
        <p:sp>
          <p:nvSpPr>
            <p:cNvPr id="97291" name="Text Box 233">
              <a:extLst>
                <a:ext uri="{FF2B5EF4-FFF2-40B4-BE49-F238E27FC236}">
                  <a16:creationId xmlns:a16="http://schemas.microsoft.com/office/drawing/2014/main" id="{4693FB22-D68E-4058-51F4-EB530344FEFD}"/>
                </a:ext>
              </a:extLst>
            </p:cNvPr>
            <p:cNvSpPr txBox="1">
              <a:spLocks noChangeArrowheads="1"/>
            </p:cNvSpPr>
            <p:nvPr/>
          </p:nvSpPr>
          <p:spPr bwMode="auto">
            <a:xfrm>
              <a:off x="2932" y="432"/>
              <a:ext cx="16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en-US" sz="2000">
                  <a:solidFill>
                    <a:srgbClr val="0000FF"/>
                  </a:solidFill>
                  <a:latin typeface="Times New Roman" panose="02020603050405020304" pitchFamily="18" charset="0"/>
                  <a:ea typeface="黑体" panose="02010609060101010101" pitchFamily="49" charset="-122"/>
                </a:rPr>
                <a:t>电阻伏安特性曲线</a:t>
              </a:r>
              <a:endParaRPr lang="zh-CN" altLang="en-US" sz="2000">
                <a:solidFill>
                  <a:srgbClr val="6666FF"/>
                </a:solidFill>
                <a:latin typeface="Times New Roman" panose="02020603050405020304" pitchFamily="18" charset="0"/>
                <a:ea typeface="黑体" panose="02010609060101010101" pitchFamily="49" charset="-122"/>
              </a:endParaRPr>
            </a:p>
          </p:txBody>
        </p:sp>
        <p:sp>
          <p:nvSpPr>
            <p:cNvPr id="97292" name="Rectangle 234">
              <a:extLst>
                <a:ext uri="{FF2B5EF4-FFF2-40B4-BE49-F238E27FC236}">
                  <a16:creationId xmlns:a16="http://schemas.microsoft.com/office/drawing/2014/main" id="{B9C8DD63-26C8-153E-E401-D5A2807D704F}"/>
                </a:ext>
              </a:extLst>
            </p:cNvPr>
            <p:cNvSpPr>
              <a:spLocks noChangeArrowheads="1"/>
            </p:cNvSpPr>
            <p:nvPr/>
          </p:nvSpPr>
          <p:spPr bwMode="auto">
            <a:xfrm>
              <a:off x="4224" y="2832"/>
              <a:ext cx="72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nSpc>
                  <a:spcPct val="130000"/>
                </a:lnSpc>
                <a:spcBef>
                  <a:spcPct val="0"/>
                </a:spcBef>
                <a:buClr>
                  <a:schemeClr val="tx1"/>
                </a:buClr>
                <a:buSzTx/>
                <a:buFont typeface="Arial" panose="020B0604020202020204" pitchFamily="34" charset="0"/>
                <a:buNone/>
              </a:pPr>
              <a:r>
                <a:rPr lang="zh-CN" altLang="en-US" sz="1900">
                  <a:solidFill>
                    <a:srgbClr val="0000FF"/>
                  </a:solidFill>
                  <a:latin typeface="黑体" panose="02010609060101010101" pitchFamily="49" charset="-122"/>
                  <a:ea typeface="黑体" panose="02010609060101010101" pitchFamily="49" charset="-122"/>
                </a:rPr>
                <a:t>作者：</a:t>
              </a:r>
              <a:r>
                <a:rPr lang="en-US" altLang="zh-CN" sz="1900">
                  <a:solidFill>
                    <a:srgbClr val="0000FF"/>
                  </a:solidFill>
                  <a:latin typeface="黑体" panose="02010609060101010101" pitchFamily="49" charset="-122"/>
                  <a:ea typeface="黑体" panose="02010609060101010101" pitchFamily="49" charset="-122"/>
                </a:rPr>
                <a:t>xx</a:t>
              </a:r>
              <a:endParaRPr lang="en-US" altLang="zh-CN" sz="1900">
                <a:latin typeface="黑体" panose="02010609060101010101" pitchFamily="49" charset="-122"/>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3427"/>
                                        </p:tgtEl>
                                        <p:attrNameLst>
                                          <p:attrName>style.visibility</p:attrName>
                                        </p:attrNameLst>
                                      </p:cBhvr>
                                      <p:to>
                                        <p:strVal val="visible"/>
                                      </p:to>
                                    </p:set>
                                    <p:animEffect transition="in" filter="checkerboard(across)">
                                      <p:cBhvr>
                                        <p:cTn id="7" dur="500"/>
                                        <p:tgtEl>
                                          <p:spTgt spid="1034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strips(downRight)">
                                      <p:cBhvr>
                                        <p:cTn id="12" dur="500"/>
                                        <p:tgtEl>
                                          <p:spTgt spid="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strips(downRight)">
                                      <p:cBhvr>
                                        <p:cTn id="17" dur="500"/>
                                        <p:tgtEl>
                                          <p:spTgt spid="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linds(horizontal)">
                                      <p:cBhvr>
                                        <p:cTn id="22" dur="500"/>
                                        <p:tgtEl>
                                          <p:spTgt spid="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5" fill="hold" nodeType="clickEffect">
                                  <p:stCondLst>
                                    <p:cond delay="0"/>
                                  </p:stCondLst>
                                  <p:childTnLst>
                                    <p:set>
                                      <p:cBhvr>
                                        <p:cTn id="26" dur="1" fill="hold">
                                          <p:stCondLst>
                                            <p:cond delay="0"/>
                                          </p:stCondLst>
                                        </p:cTn>
                                        <p:tgtEl>
                                          <p:spTgt spid="103645"/>
                                        </p:tgtEl>
                                        <p:attrNameLst>
                                          <p:attrName>style.visibility</p:attrName>
                                        </p:attrNameLst>
                                      </p:cBhvr>
                                      <p:to>
                                        <p:strVal val="visible"/>
                                      </p:to>
                                    </p:set>
                                    <p:animEffect transition="in" filter="checkerboard(down)">
                                      <p:cBhvr>
                                        <p:cTn id="27" dur="500"/>
                                        <p:tgtEl>
                                          <p:spTgt spid="1036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linds(horizontal)">
                                      <p:cBhvr>
                                        <p:cTn id="32" dur="500"/>
                                        <p:tgtEl>
                                          <p:spTgt spid="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03655"/>
                                        </p:tgtEl>
                                        <p:attrNameLst>
                                          <p:attrName>style.visibility</p:attrName>
                                        </p:attrNameLst>
                                      </p:cBhvr>
                                      <p:to>
                                        <p:strVal val="visible"/>
                                      </p:to>
                                    </p:set>
                                    <p:anim calcmode="lin" valueType="num">
                                      <p:cBhvr additive="base">
                                        <p:cTn id="37" dur="500" fill="hold"/>
                                        <p:tgtEl>
                                          <p:spTgt spid="103655"/>
                                        </p:tgtEl>
                                        <p:attrNameLst>
                                          <p:attrName>ppt_x</p:attrName>
                                        </p:attrNameLst>
                                      </p:cBhvr>
                                      <p:tavLst>
                                        <p:tav tm="0">
                                          <p:val>
                                            <p:strVal val="0-#ppt_w/2"/>
                                          </p:val>
                                        </p:tav>
                                        <p:tav tm="100000">
                                          <p:val>
                                            <p:strVal val="#ppt_x"/>
                                          </p:val>
                                        </p:tav>
                                      </p:tavLst>
                                    </p:anim>
                                    <p:anim calcmode="lin" valueType="num">
                                      <p:cBhvr additive="base">
                                        <p:cTn id="38" dur="500" fill="hold"/>
                                        <p:tgtEl>
                                          <p:spTgt spid="1036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p:bldP spid="103645" grpId="0"/>
      <p:bldP spid="10365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a:extLst>
              <a:ext uri="{FF2B5EF4-FFF2-40B4-BE49-F238E27FC236}">
                <a16:creationId xmlns:a16="http://schemas.microsoft.com/office/drawing/2014/main" id="{E79B8E89-E5A3-E918-38B9-9FAC0280C17C}"/>
              </a:ext>
            </a:extLst>
          </p:cNvPr>
          <p:cNvSpPr txBox="1">
            <a:spLocks noChangeArrowheads="1"/>
          </p:cNvSpPr>
          <p:nvPr/>
        </p:nvSpPr>
        <p:spPr bwMode="auto">
          <a:xfrm>
            <a:off x="1095375" y="785813"/>
            <a:ext cx="2974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spcBef>
                <a:spcPct val="50000"/>
              </a:spcBef>
              <a:buClr>
                <a:srgbClr val="FF3300"/>
              </a:buClr>
              <a:buSzTx/>
              <a:buFontTx/>
              <a:buChar char="●"/>
            </a:pPr>
            <a:r>
              <a:rPr lang="zh-CN" altLang="zh-CN" sz="2800">
                <a:solidFill>
                  <a:schemeClr val="accent2"/>
                </a:solidFill>
                <a:latin typeface="Times New Roman" panose="02020603050405020304" pitchFamily="18" charset="0"/>
                <a:ea typeface="黑体" panose="02010609060101010101" pitchFamily="49" charset="-122"/>
              </a:rPr>
              <a:t>不当图例展示</a:t>
            </a:r>
            <a:r>
              <a:rPr lang="zh-CN" altLang="zh-CN" sz="2000">
                <a:solidFill>
                  <a:schemeClr val="accent2"/>
                </a:solidFill>
                <a:latin typeface="Times New Roman" panose="02020603050405020304" pitchFamily="18" charset="0"/>
                <a:ea typeface="黑体" panose="02010609060101010101" pitchFamily="49" charset="-122"/>
              </a:rPr>
              <a:t>：</a:t>
            </a:r>
            <a:endParaRPr lang="zh-CN" altLang="en-US" sz="2000">
              <a:solidFill>
                <a:schemeClr val="accent2"/>
              </a:solidFill>
              <a:latin typeface="Times New Roman" panose="02020603050405020304" pitchFamily="18" charset="0"/>
              <a:ea typeface="黑体" panose="02010609060101010101" pitchFamily="49" charset="-122"/>
            </a:endParaRPr>
          </a:p>
        </p:txBody>
      </p:sp>
      <p:grpSp>
        <p:nvGrpSpPr>
          <p:cNvPr id="2" name="Group 3">
            <a:extLst>
              <a:ext uri="{FF2B5EF4-FFF2-40B4-BE49-F238E27FC236}">
                <a16:creationId xmlns:a16="http://schemas.microsoft.com/office/drawing/2014/main" id="{5AEC76EE-5971-371A-CF0E-E7CB57DC07F5}"/>
              </a:ext>
            </a:extLst>
          </p:cNvPr>
          <p:cNvGrpSpPr>
            <a:grpSpLocks/>
          </p:cNvGrpSpPr>
          <p:nvPr/>
        </p:nvGrpSpPr>
        <p:grpSpPr bwMode="auto">
          <a:xfrm>
            <a:off x="673100" y="1497013"/>
            <a:ext cx="5507038" cy="4189412"/>
            <a:chOff x="424" y="943"/>
            <a:chExt cx="3469" cy="2639"/>
          </a:xfrm>
        </p:grpSpPr>
        <p:grpSp>
          <p:nvGrpSpPr>
            <p:cNvPr id="98309" name="Group 4">
              <a:extLst>
                <a:ext uri="{FF2B5EF4-FFF2-40B4-BE49-F238E27FC236}">
                  <a16:creationId xmlns:a16="http://schemas.microsoft.com/office/drawing/2014/main" id="{EEB8D1DA-92EE-6A2F-87FE-A79CD8DAC199}"/>
                </a:ext>
              </a:extLst>
            </p:cNvPr>
            <p:cNvGrpSpPr>
              <a:grpSpLocks/>
            </p:cNvGrpSpPr>
            <p:nvPr/>
          </p:nvGrpSpPr>
          <p:grpSpPr bwMode="auto">
            <a:xfrm>
              <a:off x="442" y="1321"/>
              <a:ext cx="3350" cy="2244"/>
              <a:chOff x="216" y="576"/>
              <a:chExt cx="5027" cy="3366"/>
            </a:xfrm>
          </p:grpSpPr>
          <p:grpSp>
            <p:nvGrpSpPr>
              <p:cNvPr id="98356" name="Group 5">
                <a:extLst>
                  <a:ext uri="{FF2B5EF4-FFF2-40B4-BE49-F238E27FC236}">
                    <a16:creationId xmlns:a16="http://schemas.microsoft.com/office/drawing/2014/main" id="{A9B8EB90-5A50-E03F-D2E4-02B0F62BAFB6}"/>
                  </a:ext>
                </a:extLst>
              </p:cNvPr>
              <p:cNvGrpSpPr>
                <a:grpSpLocks/>
              </p:cNvGrpSpPr>
              <p:nvPr/>
            </p:nvGrpSpPr>
            <p:grpSpPr bwMode="auto">
              <a:xfrm>
                <a:off x="223" y="576"/>
                <a:ext cx="5020" cy="3364"/>
                <a:chOff x="223" y="963"/>
                <a:chExt cx="5020" cy="3124"/>
              </a:xfrm>
            </p:grpSpPr>
            <p:sp>
              <p:nvSpPr>
                <p:cNvPr id="98428" name="Line 6">
                  <a:extLst>
                    <a:ext uri="{FF2B5EF4-FFF2-40B4-BE49-F238E27FC236}">
                      <a16:creationId xmlns:a16="http://schemas.microsoft.com/office/drawing/2014/main" id="{9B5FBBB4-0C7F-1D39-3E96-92C736CA2379}"/>
                    </a:ext>
                  </a:extLst>
                </p:cNvPr>
                <p:cNvSpPr>
                  <a:spLocks noChangeShapeType="1"/>
                </p:cNvSpPr>
                <p:nvPr/>
              </p:nvSpPr>
              <p:spPr bwMode="auto">
                <a:xfrm rot="5400000">
                  <a:off x="1785"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9" name="Line 7">
                  <a:extLst>
                    <a:ext uri="{FF2B5EF4-FFF2-40B4-BE49-F238E27FC236}">
                      <a16:creationId xmlns:a16="http://schemas.microsoft.com/office/drawing/2014/main" id="{30BA6478-09C7-F8C7-8C8F-45F49B64E29F}"/>
                    </a:ext>
                  </a:extLst>
                </p:cNvPr>
                <p:cNvSpPr>
                  <a:spLocks noChangeShapeType="1"/>
                </p:cNvSpPr>
                <p:nvPr/>
              </p:nvSpPr>
              <p:spPr bwMode="auto">
                <a:xfrm rot="5400000">
                  <a:off x="168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0" name="Line 8">
                  <a:extLst>
                    <a:ext uri="{FF2B5EF4-FFF2-40B4-BE49-F238E27FC236}">
                      <a16:creationId xmlns:a16="http://schemas.microsoft.com/office/drawing/2014/main" id="{6EF0742D-7D0B-7F67-1137-7E9A1795D544}"/>
                    </a:ext>
                  </a:extLst>
                </p:cNvPr>
                <p:cNvSpPr>
                  <a:spLocks noChangeShapeType="1"/>
                </p:cNvSpPr>
                <p:nvPr/>
              </p:nvSpPr>
              <p:spPr bwMode="auto">
                <a:xfrm rot="5400000">
                  <a:off x="172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1" name="Line 9">
                  <a:extLst>
                    <a:ext uri="{FF2B5EF4-FFF2-40B4-BE49-F238E27FC236}">
                      <a16:creationId xmlns:a16="http://schemas.microsoft.com/office/drawing/2014/main" id="{54E543C5-C4B2-EB97-9DB5-3EDB5163CA96}"/>
                    </a:ext>
                  </a:extLst>
                </p:cNvPr>
                <p:cNvSpPr>
                  <a:spLocks noChangeShapeType="1"/>
                </p:cNvSpPr>
                <p:nvPr/>
              </p:nvSpPr>
              <p:spPr bwMode="auto">
                <a:xfrm rot="5400000">
                  <a:off x="163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2" name="Line 10">
                  <a:extLst>
                    <a:ext uri="{FF2B5EF4-FFF2-40B4-BE49-F238E27FC236}">
                      <a16:creationId xmlns:a16="http://schemas.microsoft.com/office/drawing/2014/main" id="{9F146D59-A064-43DF-EAD3-D078BB34B08D}"/>
                    </a:ext>
                  </a:extLst>
                </p:cNvPr>
                <p:cNvSpPr>
                  <a:spLocks noChangeShapeType="1"/>
                </p:cNvSpPr>
                <p:nvPr/>
              </p:nvSpPr>
              <p:spPr bwMode="auto">
                <a:xfrm rot="5400000">
                  <a:off x="158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3" name="Line 11">
                  <a:extLst>
                    <a:ext uri="{FF2B5EF4-FFF2-40B4-BE49-F238E27FC236}">
                      <a16:creationId xmlns:a16="http://schemas.microsoft.com/office/drawing/2014/main" id="{68EC88AD-B168-BEDD-906E-6E70506CF817}"/>
                    </a:ext>
                  </a:extLst>
                </p:cNvPr>
                <p:cNvSpPr>
                  <a:spLocks noChangeShapeType="1"/>
                </p:cNvSpPr>
                <p:nvPr/>
              </p:nvSpPr>
              <p:spPr bwMode="auto">
                <a:xfrm rot="5400000">
                  <a:off x="1532"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4" name="Line 12">
                  <a:extLst>
                    <a:ext uri="{FF2B5EF4-FFF2-40B4-BE49-F238E27FC236}">
                      <a16:creationId xmlns:a16="http://schemas.microsoft.com/office/drawing/2014/main" id="{23C7E2F9-7596-EFD6-538D-C362560753B2}"/>
                    </a:ext>
                  </a:extLst>
                </p:cNvPr>
                <p:cNvSpPr>
                  <a:spLocks noChangeShapeType="1"/>
                </p:cNvSpPr>
                <p:nvPr/>
              </p:nvSpPr>
              <p:spPr bwMode="auto">
                <a:xfrm rot="5400000">
                  <a:off x="142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5" name="Line 13">
                  <a:extLst>
                    <a:ext uri="{FF2B5EF4-FFF2-40B4-BE49-F238E27FC236}">
                      <a16:creationId xmlns:a16="http://schemas.microsoft.com/office/drawing/2014/main" id="{FF6EED35-5DF6-67FC-FFF5-868380E231F8}"/>
                    </a:ext>
                  </a:extLst>
                </p:cNvPr>
                <p:cNvSpPr>
                  <a:spLocks noChangeShapeType="1"/>
                </p:cNvSpPr>
                <p:nvPr/>
              </p:nvSpPr>
              <p:spPr bwMode="auto">
                <a:xfrm rot="5400000">
                  <a:off x="147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6" name="Line 14">
                  <a:extLst>
                    <a:ext uri="{FF2B5EF4-FFF2-40B4-BE49-F238E27FC236}">
                      <a16:creationId xmlns:a16="http://schemas.microsoft.com/office/drawing/2014/main" id="{C6304C1B-8B4A-B483-DA65-8D396BAEA985}"/>
                    </a:ext>
                  </a:extLst>
                </p:cNvPr>
                <p:cNvSpPr>
                  <a:spLocks noChangeShapeType="1"/>
                </p:cNvSpPr>
                <p:nvPr/>
              </p:nvSpPr>
              <p:spPr bwMode="auto">
                <a:xfrm rot="5400000">
                  <a:off x="138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7" name="Line 15">
                  <a:extLst>
                    <a:ext uri="{FF2B5EF4-FFF2-40B4-BE49-F238E27FC236}">
                      <a16:creationId xmlns:a16="http://schemas.microsoft.com/office/drawing/2014/main" id="{C2CF7BB8-5939-FCC2-3554-89D9A03B7E87}"/>
                    </a:ext>
                  </a:extLst>
                </p:cNvPr>
                <p:cNvSpPr>
                  <a:spLocks noChangeShapeType="1"/>
                </p:cNvSpPr>
                <p:nvPr/>
              </p:nvSpPr>
              <p:spPr bwMode="auto">
                <a:xfrm rot="5400000">
                  <a:off x="134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8" name="Line 16">
                  <a:extLst>
                    <a:ext uri="{FF2B5EF4-FFF2-40B4-BE49-F238E27FC236}">
                      <a16:creationId xmlns:a16="http://schemas.microsoft.com/office/drawing/2014/main" id="{C5B95324-F642-B620-ECF1-A037B69EDD89}"/>
                    </a:ext>
                  </a:extLst>
                </p:cNvPr>
                <p:cNvSpPr>
                  <a:spLocks noChangeShapeType="1"/>
                </p:cNvSpPr>
                <p:nvPr/>
              </p:nvSpPr>
              <p:spPr bwMode="auto">
                <a:xfrm rot="5400000">
                  <a:off x="1297"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39" name="Line 17">
                  <a:extLst>
                    <a:ext uri="{FF2B5EF4-FFF2-40B4-BE49-F238E27FC236}">
                      <a16:creationId xmlns:a16="http://schemas.microsoft.com/office/drawing/2014/main" id="{398024BB-51CB-43A4-93BD-7199FA98F783}"/>
                    </a:ext>
                  </a:extLst>
                </p:cNvPr>
                <p:cNvSpPr>
                  <a:spLocks noChangeShapeType="1"/>
                </p:cNvSpPr>
                <p:nvPr/>
              </p:nvSpPr>
              <p:spPr bwMode="auto">
                <a:xfrm rot="5400000">
                  <a:off x="119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0" name="Line 18">
                  <a:extLst>
                    <a:ext uri="{FF2B5EF4-FFF2-40B4-BE49-F238E27FC236}">
                      <a16:creationId xmlns:a16="http://schemas.microsoft.com/office/drawing/2014/main" id="{4ADE51DF-373C-8D92-5CFA-6C562ED22640}"/>
                    </a:ext>
                  </a:extLst>
                </p:cNvPr>
                <p:cNvSpPr>
                  <a:spLocks noChangeShapeType="1"/>
                </p:cNvSpPr>
                <p:nvPr/>
              </p:nvSpPr>
              <p:spPr bwMode="auto">
                <a:xfrm rot="5400000">
                  <a:off x="124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1" name="Line 19">
                  <a:extLst>
                    <a:ext uri="{FF2B5EF4-FFF2-40B4-BE49-F238E27FC236}">
                      <a16:creationId xmlns:a16="http://schemas.microsoft.com/office/drawing/2014/main" id="{01699FFE-E759-3643-1D9B-E1253617C403}"/>
                    </a:ext>
                  </a:extLst>
                </p:cNvPr>
                <p:cNvSpPr>
                  <a:spLocks noChangeShapeType="1"/>
                </p:cNvSpPr>
                <p:nvPr/>
              </p:nvSpPr>
              <p:spPr bwMode="auto">
                <a:xfrm rot="5400000">
                  <a:off x="114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2" name="Line 20">
                  <a:extLst>
                    <a:ext uri="{FF2B5EF4-FFF2-40B4-BE49-F238E27FC236}">
                      <a16:creationId xmlns:a16="http://schemas.microsoft.com/office/drawing/2014/main" id="{7D5F0B3C-CB1B-F7AD-DC6B-1DCD293C2F7A}"/>
                    </a:ext>
                  </a:extLst>
                </p:cNvPr>
                <p:cNvSpPr>
                  <a:spLocks noChangeShapeType="1"/>
                </p:cNvSpPr>
                <p:nvPr/>
              </p:nvSpPr>
              <p:spPr bwMode="auto">
                <a:xfrm rot="5400000">
                  <a:off x="110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3" name="Line 21">
                  <a:extLst>
                    <a:ext uri="{FF2B5EF4-FFF2-40B4-BE49-F238E27FC236}">
                      <a16:creationId xmlns:a16="http://schemas.microsoft.com/office/drawing/2014/main" id="{82AD8567-1B78-BD63-ECAA-0D1B99C6A59E}"/>
                    </a:ext>
                  </a:extLst>
                </p:cNvPr>
                <p:cNvSpPr>
                  <a:spLocks noChangeShapeType="1"/>
                </p:cNvSpPr>
                <p:nvPr/>
              </p:nvSpPr>
              <p:spPr bwMode="auto">
                <a:xfrm rot="5400000">
                  <a:off x="105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4" name="Line 22">
                  <a:extLst>
                    <a:ext uri="{FF2B5EF4-FFF2-40B4-BE49-F238E27FC236}">
                      <a16:creationId xmlns:a16="http://schemas.microsoft.com/office/drawing/2014/main" id="{B61414ED-BEDE-3F89-B3E0-267A7DDF9BA6}"/>
                    </a:ext>
                  </a:extLst>
                </p:cNvPr>
                <p:cNvSpPr>
                  <a:spLocks noChangeShapeType="1"/>
                </p:cNvSpPr>
                <p:nvPr/>
              </p:nvSpPr>
              <p:spPr bwMode="auto">
                <a:xfrm rot="5400000">
                  <a:off x="95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5" name="Line 23">
                  <a:extLst>
                    <a:ext uri="{FF2B5EF4-FFF2-40B4-BE49-F238E27FC236}">
                      <a16:creationId xmlns:a16="http://schemas.microsoft.com/office/drawing/2014/main" id="{B9102C4E-8E8E-8EBC-66EB-52A205883923}"/>
                    </a:ext>
                  </a:extLst>
                </p:cNvPr>
                <p:cNvSpPr>
                  <a:spLocks noChangeShapeType="1"/>
                </p:cNvSpPr>
                <p:nvPr/>
              </p:nvSpPr>
              <p:spPr bwMode="auto">
                <a:xfrm rot="5400000">
                  <a:off x="100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6" name="Line 24">
                  <a:extLst>
                    <a:ext uri="{FF2B5EF4-FFF2-40B4-BE49-F238E27FC236}">
                      <a16:creationId xmlns:a16="http://schemas.microsoft.com/office/drawing/2014/main" id="{B5F9B001-0886-B4EB-7EF3-5C3F71F5B336}"/>
                    </a:ext>
                  </a:extLst>
                </p:cNvPr>
                <p:cNvSpPr>
                  <a:spLocks noChangeShapeType="1"/>
                </p:cNvSpPr>
                <p:nvPr/>
              </p:nvSpPr>
              <p:spPr bwMode="auto">
                <a:xfrm rot="5400000">
                  <a:off x="90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7" name="Line 25">
                  <a:extLst>
                    <a:ext uri="{FF2B5EF4-FFF2-40B4-BE49-F238E27FC236}">
                      <a16:creationId xmlns:a16="http://schemas.microsoft.com/office/drawing/2014/main" id="{B04747F6-E078-E955-6CC6-7E0031D9AE33}"/>
                    </a:ext>
                  </a:extLst>
                </p:cNvPr>
                <p:cNvSpPr>
                  <a:spLocks noChangeShapeType="1"/>
                </p:cNvSpPr>
                <p:nvPr/>
              </p:nvSpPr>
              <p:spPr bwMode="auto">
                <a:xfrm rot="5400000">
                  <a:off x="87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8" name="Line 26">
                  <a:extLst>
                    <a:ext uri="{FF2B5EF4-FFF2-40B4-BE49-F238E27FC236}">
                      <a16:creationId xmlns:a16="http://schemas.microsoft.com/office/drawing/2014/main" id="{21D846CF-2A9B-AB58-1E3F-23DE4BB9F777}"/>
                    </a:ext>
                  </a:extLst>
                </p:cNvPr>
                <p:cNvSpPr>
                  <a:spLocks noChangeShapeType="1"/>
                </p:cNvSpPr>
                <p:nvPr/>
              </p:nvSpPr>
              <p:spPr bwMode="auto">
                <a:xfrm rot="5400000">
                  <a:off x="817"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49" name="Line 27">
                  <a:extLst>
                    <a:ext uri="{FF2B5EF4-FFF2-40B4-BE49-F238E27FC236}">
                      <a16:creationId xmlns:a16="http://schemas.microsoft.com/office/drawing/2014/main" id="{4C33920E-7FED-B04C-16D3-128224E13952}"/>
                    </a:ext>
                  </a:extLst>
                </p:cNvPr>
                <p:cNvSpPr>
                  <a:spLocks noChangeShapeType="1"/>
                </p:cNvSpPr>
                <p:nvPr/>
              </p:nvSpPr>
              <p:spPr bwMode="auto">
                <a:xfrm rot="5400000">
                  <a:off x="72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0" name="Line 28">
                  <a:extLst>
                    <a:ext uri="{FF2B5EF4-FFF2-40B4-BE49-F238E27FC236}">
                      <a16:creationId xmlns:a16="http://schemas.microsoft.com/office/drawing/2014/main" id="{DA7DE356-6E63-2EAD-F0C3-755D314D1952}"/>
                    </a:ext>
                  </a:extLst>
                </p:cNvPr>
                <p:cNvSpPr>
                  <a:spLocks noChangeShapeType="1"/>
                </p:cNvSpPr>
                <p:nvPr/>
              </p:nvSpPr>
              <p:spPr bwMode="auto">
                <a:xfrm rot="5400000">
                  <a:off x="77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1" name="Line 29">
                  <a:extLst>
                    <a:ext uri="{FF2B5EF4-FFF2-40B4-BE49-F238E27FC236}">
                      <a16:creationId xmlns:a16="http://schemas.microsoft.com/office/drawing/2014/main" id="{6264EA72-BE47-A30D-ED22-DF2D1B13D922}"/>
                    </a:ext>
                  </a:extLst>
                </p:cNvPr>
                <p:cNvSpPr>
                  <a:spLocks noChangeShapeType="1"/>
                </p:cNvSpPr>
                <p:nvPr/>
              </p:nvSpPr>
              <p:spPr bwMode="auto">
                <a:xfrm rot="5400000">
                  <a:off x="67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2" name="Line 30">
                  <a:extLst>
                    <a:ext uri="{FF2B5EF4-FFF2-40B4-BE49-F238E27FC236}">
                      <a16:creationId xmlns:a16="http://schemas.microsoft.com/office/drawing/2014/main" id="{0628DC87-A99B-6E0F-12FF-68D697D557BA}"/>
                    </a:ext>
                  </a:extLst>
                </p:cNvPr>
                <p:cNvSpPr>
                  <a:spLocks noChangeShapeType="1"/>
                </p:cNvSpPr>
                <p:nvPr/>
              </p:nvSpPr>
              <p:spPr bwMode="auto">
                <a:xfrm rot="5400000">
                  <a:off x="61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3" name="Line 31">
                  <a:extLst>
                    <a:ext uri="{FF2B5EF4-FFF2-40B4-BE49-F238E27FC236}">
                      <a16:creationId xmlns:a16="http://schemas.microsoft.com/office/drawing/2014/main" id="{BD53BFE8-4CCE-1C4F-64FE-E96170BB43F2}"/>
                    </a:ext>
                  </a:extLst>
                </p:cNvPr>
                <p:cNvSpPr>
                  <a:spLocks noChangeShapeType="1"/>
                </p:cNvSpPr>
                <p:nvPr/>
              </p:nvSpPr>
              <p:spPr bwMode="auto">
                <a:xfrm rot="5400000">
                  <a:off x="57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4" name="Line 32">
                  <a:extLst>
                    <a:ext uri="{FF2B5EF4-FFF2-40B4-BE49-F238E27FC236}">
                      <a16:creationId xmlns:a16="http://schemas.microsoft.com/office/drawing/2014/main" id="{6AA21C07-EE9D-6E23-37B4-F83AAB66FC1B}"/>
                    </a:ext>
                  </a:extLst>
                </p:cNvPr>
                <p:cNvSpPr>
                  <a:spLocks noChangeShapeType="1"/>
                </p:cNvSpPr>
                <p:nvPr/>
              </p:nvSpPr>
              <p:spPr bwMode="auto">
                <a:xfrm rot="5400000">
                  <a:off x="47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5" name="Line 33">
                  <a:extLst>
                    <a:ext uri="{FF2B5EF4-FFF2-40B4-BE49-F238E27FC236}">
                      <a16:creationId xmlns:a16="http://schemas.microsoft.com/office/drawing/2014/main" id="{60DC0178-B53E-A32D-BB71-D59FBBD02FD4}"/>
                    </a:ext>
                  </a:extLst>
                </p:cNvPr>
                <p:cNvSpPr>
                  <a:spLocks noChangeShapeType="1"/>
                </p:cNvSpPr>
                <p:nvPr/>
              </p:nvSpPr>
              <p:spPr bwMode="auto">
                <a:xfrm rot="5400000">
                  <a:off x="52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6" name="Line 34">
                  <a:extLst>
                    <a:ext uri="{FF2B5EF4-FFF2-40B4-BE49-F238E27FC236}">
                      <a16:creationId xmlns:a16="http://schemas.microsoft.com/office/drawing/2014/main" id="{E0F9C357-9E66-4B4F-7E8C-9BBC1CB26E86}"/>
                    </a:ext>
                  </a:extLst>
                </p:cNvPr>
                <p:cNvSpPr>
                  <a:spLocks noChangeShapeType="1"/>
                </p:cNvSpPr>
                <p:nvPr/>
              </p:nvSpPr>
              <p:spPr bwMode="auto">
                <a:xfrm rot="5400000">
                  <a:off x="42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7" name="Line 35">
                  <a:extLst>
                    <a:ext uri="{FF2B5EF4-FFF2-40B4-BE49-F238E27FC236}">
                      <a16:creationId xmlns:a16="http://schemas.microsoft.com/office/drawing/2014/main" id="{B0390454-36F1-3142-4369-303085E75606}"/>
                    </a:ext>
                  </a:extLst>
                </p:cNvPr>
                <p:cNvSpPr>
                  <a:spLocks noChangeShapeType="1"/>
                </p:cNvSpPr>
                <p:nvPr/>
              </p:nvSpPr>
              <p:spPr bwMode="auto">
                <a:xfrm rot="5400000">
                  <a:off x="38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8" name="Line 36">
                  <a:extLst>
                    <a:ext uri="{FF2B5EF4-FFF2-40B4-BE49-F238E27FC236}">
                      <a16:creationId xmlns:a16="http://schemas.microsoft.com/office/drawing/2014/main" id="{D8C5E607-B89A-F992-DE6C-9177ED30F699}"/>
                    </a:ext>
                  </a:extLst>
                </p:cNvPr>
                <p:cNvSpPr>
                  <a:spLocks noChangeShapeType="1"/>
                </p:cNvSpPr>
                <p:nvPr/>
              </p:nvSpPr>
              <p:spPr bwMode="auto">
                <a:xfrm rot="5400000">
                  <a:off x="339"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59" name="Line 37">
                  <a:extLst>
                    <a:ext uri="{FF2B5EF4-FFF2-40B4-BE49-F238E27FC236}">
                      <a16:creationId xmlns:a16="http://schemas.microsoft.com/office/drawing/2014/main" id="{BDFDFE1B-A82E-5496-3005-4ECEEF19E893}"/>
                    </a:ext>
                  </a:extLst>
                </p:cNvPr>
                <p:cNvSpPr>
                  <a:spLocks noChangeShapeType="1"/>
                </p:cNvSpPr>
                <p:nvPr/>
              </p:nvSpPr>
              <p:spPr bwMode="auto">
                <a:xfrm rot="5400000">
                  <a:off x="23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0" name="Line 38">
                  <a:extLst>
                    <a:ext uri="{FF2B5EF4-FFF2-40B4-BE49-F238E27FC236}">
                      <a16:creationId xmlns:a16="http://schemas.microsoft.com/office/drawing/2014/main" id="{5F6009A7-A69C-59BB-085A-E86DE5977BC6}"/>
                    </a:ext>
                  </a:extLst>
                </p:cNvPr>
                <p:cNvSpPr>
                  <a:spLocks noChangeShapeType="1"/>
                </p:cNvSpPr>
                <p:nvPr/>
              </p:nvSpPr>
              <p:spPr bwMode="auto">
                <a:xfrm rot="5400000">
                  <a:off x="28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1" name="Line 39">
                  <a:extLst>
                    <a:ext uri="{FF2B5EF4-FFF2-40B4-BE49-F238E27FC236}">
                      <a16:creationId xmlns:a16="http://schemas.microsoft.com/office/drawing/2014/main" id="{69A27296-AB38-1296-E760-BB477D45C578}"/>
                    </a:ext>
                  </a:extLst>
                </p:cNvPr>
                <p:cNvSpPr>
                  <a:spLocks noChangeShapeType="1"/>
                </p:cNvSpPr>
                <p:nvPr/>
              </p:nvSpPr>
              <p:spPr bwMode="auto">
                <a:xfrm rot="5400000">
                  <a:off x="19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2" name="Line 40">
                  <a:extLst>
                    <a:ext uri="{FF2B5EF4-FFF2-40B4-BE49-F238E27FC236}">
                      <a16:creationId xmlns:a16="http://schemas.microsoft.com/office/drawing/2014/main" id="{B051F1CD-65F5-FC15-5466-2FD5EE11A95F}"/>
                    </a:ext>
                  </a:extLst>
                </p:cNvPr>
                <p:cNvSpPr>
                  <a:spLocks noChangeShapeType="1"/>
                </p:cNvSpPr>
                <p:nvPr/>
              </p:nvSpPr>
              <p:spPr bwMode="auto">
                <a:xfrm rot="5400000">
                  <a:off x="14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3" name="Line 41">
                  <a:extLst>
                    <a:ext uri="{FF2B5EF4-FFF2-40B4-BE49-F238E27FC236}">
                      <a16:creationId xmlns:a16="http://schemas.microsoft.com/office/drawing/2014/main" id="{E587BDD6-64AF-0123-8352-237CAEFD7B12}"/>
                    </a:ext>
                  </a:extLst>
                </p:cNvPr>
                <p:cNvSpPr>
                  <a:spLocks noChangeShapeType="1"/>
                </p:cNvSpPr>
                <p:nvPr/>
              </p:nvSpPr>
              <p:spPr bwMode="auto">
                <a:xfrm rot="5400000">
                  <a:off x="10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4" name="Line 42">
                  <a:extLst>
                    <a:ext uri="{FF2B5EF4-FFF2-40B4-BE49-F238E27FC236}">
                      <a16:creationId xmlns:a16="http://schemas.microsoft.com/office/drawing/2014/main" id="{533104F9-6BA4-A821-F288-E967F27A7767}"/>
                    </a:ext>
                  </a:extLst>
                </p:cNvPr>
                <p:cNvSpPr>
                  <a:spLocks noChangeShapeType="1"/>
                </p:cNvSpPr>
                <p:nvPr/>
              </p:nvSpPr>
              <p:spPr bwMode="auto">
                <a:xfrm rot="5400000">
                  <a:off x="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5" name="Line 43">
                  <a:extLst>
                    <a:ext uri="{FF2B5EF4-FFF2-40B4-BE49-F238E27FC236}">
                      <a16:creationId xmlns:a16="http://schemas.microsoft.com/office/drawing/2014/main" id="{E5FA5142-8634-AEAF-8C4F-EBE78D6B4E34}"/>
                    </a:ext>
                  </a:extLst>
                </p:cNvPr>
                <p:cNvSpPr>
                  <a:spLocks noChangeShapeType="1"/>
                </p:cNvSpPr>
                <p:nvPr/>
              </p:nvSpPr>
              <p:spPr bwMode="auto">
                <a:xfrm rot="5400000">
                  <a:off x="4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6" name="Line 44">
                  <a:extLst>
                    <a:ext uri="{FF2B5EF4-FFF2-40B4-BE49-F238E27FC236}">
                      <a16:creationId xmlns:a16="http://schemas.microsoft.com/office/drawing/2014/main" id="{16C35C53-4BB2-65D4-59A8-3C40F6A231FD}"/>
                    </a:ext>
                  </a:extLst>
                </p:cNvPr>
                <p:cNvSpPr>
                  <a:spLocks noChangeShapeType="1"/>
                </p:cNvSpPr>
                <p:nvPr/>
              </p:nvSpPr>
              <p:spPr bwMode="auto">
                <a:xfrm rot="5400000">
                  <a:off x="-4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7" name="Line 45">
                  <a:extLst>
                    <a:ext uri="{FF2B5EF4-FFF2-40B4-BE49-F238E27FC236}">
                      <a16:creationId xmlns:a16="http://schemas.microsoft.com/office/drawing/2014/main" id="{38AE29BD-938B-FB5A-6D2C-625366DEE14B}"/>
                    </a:ext>
                  </a:extLst>
                </p:cNvPr>
                <p:cNvSpPr>
                  <a:spLocks noChangeShapeType="1"/>
                </p:cNvSpPr>
                <p:nvPr/>
              </p:nvSpPr>
              <p:spPr bwMode="auto">
                <a:xfrm rot="5400000">
                  <a:off x="-9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8" name="Line 46">
                  <a:extLst>
                    <a:ext uri="{FF2B5EF4-FFF2-40B4-BE49-F238E27FC236}">
                      <a16:creationId xmlns:a16="http://schemas.microsoft.com/office/drawing/2014/main" id="{871F41FD-AF00-A7AF-78AF-7E09F0A19BBD}"/>
                    </a:ext>
                  </a:extLst>
                </p:cNvPr>
                <p:cNvSpPr>
                  <a:spLocks noChangeShapeType="1"/>
                </p:cNvSpPr>
                <p:nvPr/>
              </p:nvSpPr>
              <p:spPr bwMode="auto">
                <a:xfrm rot="5400000">
                  <a:off x="-146"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69" name="Line 47">
                  <a:extLst>
                    <a:ext uri="{FF2B5EF4-FFF2-40B4-BE49-F238E27FC236}">
                      <a16:creationId xmlns:a16="http://schemas.microsoft.com/office/drawing/2014/main" id="{345A6630-5807-6D82-9165-ECE1DD017D7F}"/>
                    </a:ext>
                  </a:extLst>
                </p:cNvPr>
                <p:cNvSpPr>
                  <a:spLocks noChangeShapeType="1"/>
                </p:cNvSpPr>
                <p:nvPr/>
              </p:nvSpPr>
              <p:spPr bwMode="auto">
                <a:xfrm rot="5400000">
                  <a:off x="-24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0" name="Line 48">
                  <a:extLst>
                    <a:ext uri="{FF2B5EF4-FFF2-40B4-BE49-F238E27FC236}">
                      <a16:creationId xmlns:a16="http://schemas.microsoft.com/office/drawing/2014/main" id="{EF78F4B0-0304-DDDF-FEB9-02CDDF0EF14F}"/>
                    </a:ext>
                  </a:extLst>
                </p:cNvPr>
                <p:cNvSpPr>
                  <a:spLocks noChangeShapeType="1"/>
                </p:cNvSpPr>
                <p:nvPr/>
              </p:nvSpPr>
              <p:spPr bwMode="auto">
                <a:xfrm rot="5400000">
                  <a:off x="-19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1" name="Line 49">
                  <a:extLst>
                    <a:ext uri="{FF2B5EF4-FFF2-40B4-BE49-F238E27FC236}">
                      <a16:creationId xmlns:a16="http://schemas.microsoft.com/office/drawing/2014/main" id="{C2C0C74A-CE09-23F7-848A-8F91E812EB0B}"/>
                    </a:ext>
                  </a:extLst>
                </p:cNvPr>
                <p:cNvSpPr>
                  <a:spLocks noChangeShapeType="1"/>
                </p:cNvSpPr>
                <p:nvPr/>
              </p:nvSpPr>
              <p:spPr bwMode="auto">
                <a:xfrm rot="5400000">
                  <a:off x="-29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2" name="Line 50">
                  <a:extLst>
                    <a:ext uri="{FF2B5EF4-FFF2-40B4-BE49-F238E27FC236}">
                      <a16:creationId xmlns:a16="http://schemas.microsoft.com/office/drawing/2014/main" id="{37BCB433-F72B-73EB-7B5A-731B7DBF04EC}"/>
                    </a:ext>
                  </a:extLst>
                </p:cNvPr>
                <p:cNvSpPr>
                  <a:spLocks noChangeShapeType="1"/>
                </p:cNvSpPr>
                <p:nvPr/>
              </p:nvSpPr>
              <p:spPr bwMode="auto">
                <a:xfrm rot="5400000">
                  <a:off x="-33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3" name="Line 51">
                  <a:extLst>
                    <a:ext uri="{FF2B5EF4-FFF2-40B4-BE49-F238E27FC236}">
                      <a16:creationId xmlns:a16="http://schemas.microsoft.com/office/drawing/2014/main" id="{1E9B1A53-4F3E-30B2-6212-54F6D5ECC967}"/>
                    </a:ext>
                  </a:extLst>
                </p:cNvPr>
                <p:cNvSpPr>
                  <a:spLocks noChangeShapeType="1"/>
                </p:cNvSpPr>
                <p:nvPr/>
              </p:nvSpPr>
              <p:spPr bwMode="auto">
                <a:xfrm rot="5400000">
                  <a:off x="-381"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4" name="Line 52">
                  <a:extLst>
                    <a:ext uri="{FF2B5EF4-FFF2-40B4-BE49-F238E27FC236}">
                      <a16:creationId xmlns:a16="http://schemas.microsoft.com/office/drawing/2014/main" id="{56756378-FA04-49D4-2D40-351E8C7A37B0}"/>
                    </a:ext>
                  </a:extLst>
                </p:cNvPr>
                <p:cNvSpPr>
                  <a:spLocks noChangeShapeType="1"/>
                </p:cNvSpPr>
                <p:nvPr/>
              </p:nvSpPr>
              <p:spPr bwMode="auto">
                <a:xfrm rot="5400000">
                  <a:off x="-47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5" name="Line 53">
                  <a:extLst>
                    <a:ext uri="{FF2B5EF4-FFF2-40B4-BE49-F238E27FC236}">
                      <a16:creationId xmlns:a16="http://schemas.microsoft.com/office/drawing/2014/main" id="{C365F996-6D89-F1D7-3B55-A2E42B289BAE}"/>
                    </a:ext>
                  </a:extLst>
                </p:cNvPr>
                <p:cNvSpPr>
                  <a:spLocks noChangeShapeType="1"/>
                </p:cNvSpPr>
                <p:nvPr/>
              </p:nvSpPr>
              <p:spPr bwMode="auto">
                <a:xfrm rot="5400000">
                  <a:off x="-43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6" name="Line 54">
                  <a:extLst>
                    <a:ext uri="{FF2B5EF4-FFF2-40B4-BE49-F238E27FC236}">
                      <a16:creationId xmlns:a16="http://schemas.microsoft.com/office/drawing/2014/main" id="{3324A34E-6759-4FEA-CCFA-B0E1C4755E17}"/>
                    </a:ext>
                  </a:extLst>
                </p:cNvPr>
                <p:cNvSpPr>
                  <a:spLocks noChangeShapeType="1"/>
                </p:cNvSpPr>
                <p:nvPr/>
              </p:nvSpPr>
              <p:spPr bwMode="auto">
                <a:xfrm rot="5400000">
                  <a:off x="-52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7" name="Line 55">
                  <a:extLst>
                    <a:ext uri="{FF2B5EF4-FFF2-40B4-BE49-F238E27FC236}">
                      <a16:creationId xmlns:a16="http://schemas.microsoft.com/office/drawing/2014/main" id="{D5EF245C-F573-18A9-037E-329734A52C2C}"/>
                    </a:ext>
                  </a:extLst>
                </p:cNvPr>
                <p:cNvSpPr>
                  <a:spLocks noChangeShapeType="1"/>
                </p:cNvSpPr>
                <p:nvPr/>
              </p:nvSpPr>
              <p:spPr bwMode="auto">
                <a:xfrm rot="5400000">
                  <a:off x="-57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8" name="Line 56">
                  <a:extLst>
                    <a:ext uri="{FF2B5EF4-FFF2-40B4-BE49-F238E27FC236}">
                      <a16:creationId xmlns:a16="http://schemas.microsoft.com/office/drawing/2014/main" id="{B099471B-950D-8E2F-BE0D-ADAE7146F99C}"/>
                    </a:ext>
                  </a:extLst>
                </p:cNvPr>
                <p:cNvSpPr>
                  <a:spLocks noChangeShapeType="1"/>
                </p:cNvSpPr>
                <p:nvPr/>
              </p:nvSpPr>
              <p:spPr bwMode="auto">
                <a:xfrm rot="5400000">
                  <a:off x="-618"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79" name="Line 57">
                  <a:extLst>
                    <a:ext uri="{FF2B5EF4-FFF2-40B4-BE49-F238E27FC236}">
                      <a16:creationId xmlns:a16="http://schemas.microsoft.com/office/drawing/2014/main" id="{631F0A52-B2DD-9289-CD38-4A786C653446}"/>
                    </a:ext>
                  </a:extLst>
                </p:cNvPr>
                <p:cNvSpPr>
                  <a:spLocks noChangeShapeType="1"/>
                </p:cNvSpPr>
                <p:nvPr/>
              </p:nvSpPr>
              <p:spPr bwMode="auto">
                <a:xfrm rot="5400000">
                  <a:off x="-71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0" name="Line 58">
                  <a:extLst>
                    <a:ext uri="{FF2B5EF4-FFF2-40B4-BE49-F238E27FC236}">
                      <a16:creationId xmlns:a16="http://schemas.microsoft.com/office/drawing/2014/main" id="{7BD6C9B0-25D7-4C30-011C-B52B3C1BDB9B}"/>
                    </a:ext>
                  </a:extLst>
                </p:cNvPr>
                <p:cNvSpPr>
                  <a:spLocks noChangeShapeType="1"/>
                </p:cNvSpPr>
                <p:nvPr/>
              </p:nvSpPr>
              <p:spPr bwMode="auto">
                <a:xfrm rot="5400000">
                  <a:off x="-66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1" name="Line 59">
                  <a:extLst>
                    <a:ext uri="{FF2B5EF4-FFF2-40B4-BE49-F238E27FC236}">
                      <a16:creationId xmlns:a16="http://schemas.microsoft.com/office/drawing/2014/main" id="{981E3289-9273-9B35-7203-97E1E611F870}"/>
                    </a:ext>
                  </a:extLst>
                </p:cNvPr>
                <p:cNvSpPr>
                  <a:spLocks noChangeShapeType="1"/>
                </p:cNvSpPr>
                <p:nvPr/>
              </p:nvSpPr>
              <p:spPr bwMode="auto">
                <a:xfrm rot="5400000">
                  <a:off x="-76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2" name="Line 60">
                  <a:extLst>
                    <a:ext uri="{FF2B5EF4-FFF2-40B4-BE49-F238E27FC236}">
                      <a16:creationId xmlns:a16="http://schemas.microsoft.com/office/drawing/2014/main" id="{EAB8E5A1-A346-BA16-344D-8744B7BAC347}"/>
                    </a:ext>
                  </a:extLst>
                </p:cNvPr>
                <p:cNvSpPr>
                  <a:spLocks noChangeShapeType="1"/>
                </p:cNvSpPr>
                <p:nvPr/>
              </p:nvSpPr>
              <p:spPr bwMode="auto">
                <a:xfrm rot="5400000">
                  <a:off x="-81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3" name="Line 61">
                  <a:extLst>
                    <a:ext uri="{FF2B5EF4-FFF2-40B4-BE49-F238E27FC236}">
                      <a16:creationId xmlns:a16="http://schemas.microsoft.com/office/drawing/2014/main" id="{03D2B125-D228-ABB1-FAC1-E2F4602F1A7B}"/>
                    </a:ext>
                  </a:extLst>
                </p:cNvPr>
                <p:cNvSpPr>
                  <a:spLocks noChangeShapeType="1"/>
                </p:cNvSpPr>
                <p:nvPr/>
              </p:nvSpPr>
              <p:spPr bwMode="auto">
                <a:xfrm rot="5400000">
                  <a:off x="-85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4" name="Line 62">
                  <a:extLst>
                    <a:ext uri="{FF2B5EF4-FFF2-40B4-BE49-F238E27FC236}">
                      <a16:creationId xmlns:a16="http://schemas.microsoft.com/office/drawing/2014/main" id="{5E4F5E4E-DB66-6F6B-F26D-B4A5E26D2CE8}"/>
                    </a:ext>
                  </a:extLst>
                </p:cNvPr>
                <p:cNvSpPr>
                  <a:spLocks noChangeShapeType="1"/>
                </p:cNvSpPr>
                <p:nvPr/>
              </p:nvSpPr>
              <p:spPr bwMode="auto">
                <a:xfrm rot="5400000">
                  <a:off x="-94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5" name="Line 63">
                  <a:extLst>
                    <a:ext uri="{FF2B5EF4-FFF2-40B4-BE49-F238E27FC236}">
                      <a16:creationId xmlns:a16="http://schemas.microsoft.com/office/drawing/2014/main" id="{D9FF4754-0CF5-29C1-B147-B65FADC3E47F}"/>
                    </a:ext>
                  </a:extLst>
                </p:cNvPr>
                <p:cNvSpPr>
                  <a:spLocks noChangeShapeType="1"/>
                </p:cNvSpPr>
                <p:nvPr/>
              </p:nvSpPr>
              <p:spPr bwMode="auto">
                <a:xfrm rot="5400000">
                  <a:off x="-91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6" name="Line 64">
                  <a:extLst>
                    <a:ext uri="{FF2B5EF4-FFF2-40B4-BE49-F238E27FC236}">
                      <a16:creationId xmlns:a16="http://schemas.microsoft.com/office/drawing/2014/main" id="{45A8A949-ECCE-35A4-D724-F19BF68C3575}"/>
                    </a:ext>
                  </a:extLst>
                </p:cNvPr>
                <p:cNvSpPr>
                  <a:spLocks noChangeShapeType="1"/>
                </p:cNvSpPr>
                <p:nvPr/>
              </p:nvSpPr>
              <p:spPr bwMode="auto">
                <a:xfrm rot="5400000">
                  <a:off x="-99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7" name="Line 65">
                  <a:extLst>
                    <a:ext uri="{FF2B5EF4-FFF2-40B4-BE49-F238E27FC236}">
                      <a16:creationId xmlns:a16="http://schemas.microsoft.com/office/drawing/2014/main" id="{1855353E-D3DC-57DC-385A-B614BD91BEC9}"/>
                    </a:ext>
                  </a:extLst>
                </p:cNvPr>
                <p:cNvSpPr>
                  <a:spLocks noChangeShapeType="1"/>
                </p:cNvSpPr>
                <p:nvPr/>
              </p:nvSpPr>
              <p:spPr bwMode="auto">
                <a:xfrm rot="5400000">
                  <a:off x="-104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8" name="Line 66">
                  <a:extLst>
                    <a:ext uri="{FF2B5EF4-FFF2-40B4-BE49-F238E27FC236}">
                      <a16:creationId xmlns:a16="http://schemas.microsoft.com/office/drawing/2014/main" id="{DA42AB0D-AEF1-0616-0605-317E45DC73DE}"/>
                    </a:ext>
                  </a:extLst>
                </p:cNvPr>
                <p:cNvSpPr>
                  <a:spLocks noChangeShapeType="1"/>
                </p:cNvSpPr>
                <p:nvPr/>
              </p:nvSpPr>
              <p:spPr bwMode="auto">
                <a:xfrm rot="5400000">
                  <a:off x="-1086"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89" name="Line 67">
                  <a:extLst>
                    <a:ext uri="{FF2B5EF4-FFF2-40B4-BE49-F238E27FC236}">
                      <a16:creationId xmlns:a16="http://schemas.microsoft.com/office/drawing/2014/main" id="{39174170-4EFD-53C7-3D95-CA325B1F5E6E}"/>
                    </a:ext>
                  </a:extLst>
                </p:cNvPr>
                <p:cNvSpPr>
                  <a:spLocks noChangeShapeType="1"/>
                </p:cNvSpPr>
                <p:nvPr/>
              </p:nvSpPr>
              <p:spPr bwMode="auto">
                <a:xfrm rot="5400000">
                  <a:off x="-119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0" name="Line 68">
                  <a:extLst>
                    <a:ext uri="{FF2B5EF4-FFF2-40B4-BE49-F238E27FC236}">
                      <a16:creationId xmlns:a16="http://schemas.microsoft.com/office/drawing/2014/main" id="{18D386F9-4345-06E3-F09E-0283AD6C23B5}"/>
                    </a:ext>
                  </a:extLst>
                </p:cNvPr>
                <p:cNvSpPr>
                  <a:spLocks noChangeShapeType="1"/>
                </p:cNvSpPr>
                <p:nvPr/>
              </p:nvSpPr>
              <p:spPr bwMode="auto">
                <a:xfrm rot="5400000">
                  <a:off x="-114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1" name="Line 69">
                  <a:extLst>
                    <a:ext uri="{FF2B5EF4-FFF2-40B4-BE49-F238E27FC236}">
                      <a16:creationId xmlns:a16="http://schemas.microsoft.com/office/drawing/2014/main" id="{0C50AC6D-703A-C04B-6C18-FEE6FB5519CC}"/>
                    </a:ext>
                  </a:extLst>
                </p:cNvPr>
                <p:cNvSpPr>
                  <a:spLocks noChangeShapeType="1"/>
                </p:cNvSpPr>
                <p:nvPr/>
              </p:nvSpPr>
              <p:spPr bwMode="auto">
                <a:xfrm rot="5400000">
                  <a:off x="-124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2" name="Line 70">
                  <a:extLst>
                    <a:ext uri="{FF2B5EF4-FFF2-40B4-BE49-F238E27FC236}">
                      <a16:creationId xmlns:a16="http://schemas.microsoft.com/office/drawing/2014/main" id="{8652E1AE-A04F-50E8-AB2A-A20CF6D89518}"/>
                    </a:ext>
                  </a:extLst>
                </p:cNvPr>
                <p:cNvSpPr>
                  <a:spLocks noChangeShapeType="1"/>
                </p:cNvSpPr>
                <p:nvPr/>
              </p:nvSpPr>
              <p:spPr bwMode="auto">
                <a:xfrm rot="5400000">
                  <a:off x="-128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3" name="Line 71">
                  <a:extLst>
                    <a:ext uri="{FF2B5EF4-FFF2-40B4-BE49-F238E27FC236}">
                      <a16:creationId xmlns:a16="http://schemas.microsoft.com/office/drawing/2014/main" id="{BA3A12D3-AF90-37BB-42CE-6A573FD388C8}"/>
                    </a:ext>
                  </a:extLst>
                </p:cNvPr>
                <p:cNvSpPr>
                  <a:spLocks noChangeShapeType="1"/>
                </p:cNvSpPr>
                <p:nvPr/>
              </p:nvSpPr>
              <p:spPr bwMode="auto">
                <a:xfrm rot="5400000">
                  <a:off x="-1339"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4" name="Line 72">
                  <a:extLst>
                    <a:ext uri="{FF2B5EF4-FFF2-40B4-BE49-F238E27FC236}">
                      <a16:creationId xmlns:a16="http://schemas.microsoft.com/office/drawing/2014/main" id="{8302A740-70F8-86C4-F35E-3363D1694E23}"/>
                    </a:ext>
                  </a:extLst>
                </p:cNvPr>
                <p:cNvSpPr>
                  <a:spLocks noChangeShapeType="1"/>
                </p:cNvSpPr>
                <p:nvPr/>
              </p:nvSpPr>
              <p:spPr bwMode="auto">
                <a:xfrm rot="5400000">
                  <a:off x="2730"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5" name="Line 73">
                  <a:extLst>
                    <a:ext uri="{FF2B5EF4-FFF2-40B4-BE49-F238E27FC236}">
                      <a16:creationId xmlns:a16="http://schemas.microsoft.com/office/drawing/2014/main" id="{0412CC7B-949D-1F19-D741-08D02EAD6512}"/>
                    </a:ext>
                  </a:extLst>
                </p:cNvPr>
                <p:cNvSpPr>
                  <a:spLocks noChangeShapeType="1"/>
                </p:cNvSpPr>
                <p:nvPr/>
              </p:nvSpPr>
              <p:spPr bwMode="auto">
                <a:xfrm rot="5400000">
                  <a:off x="263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6" name="Line 74">
                  <a:extLst>
                    <a:ext uri="{FF2B5EF4-FFF2-40B4-BE49-F238E27FC236}">
                      <a16:creationId xmlns:a16="http://schemas.microsoft.com/office/drawing/2014/main" id="{10F4E8C6-8273-9C64-7C75-CAD2D1FA0C7B}"/>
                    </a:ext>
                  </a:extLst>
                </p:cNvPr>
                <p:cNvSpPr>
                  <a:spLocks noChangeShapeType="1"/>
                </p:cNvSpPr>
                <p:nvPr/>
              </p:nvSpPr>
              <p:spPr bwMode="auto">
                <a:xfrm rot="5400000">
                  <a:off x="267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7" name="Line 75">
                  <a:extLst>
                    <a:ext uri="{FF2B5EF4-FFF2-40B4-BE49-F238E27FC236}">
                      <a16:creationId xmlns:a16="http://schemas.microsoft.com/office/drawing/2014/main" id="{74E7E7AD-77F6-F5DF-8B7E-9CD4679F9C54}"/>
                    </a:ext>
                  </a:extLst>
                </p:cNvPr>
                <p:cNvSpPr>
                  <a:spLocks noChangeShapeType="1"/>
                </p:cNvSpPr>
                <p:nvPr/>
              </p:nvSpPr>
              <p:spPr bwMode="auto">
                <a:xfrm rot="5400000">
                  <a:off x="258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8" name="Line 76">
                  <a:extLst>
                    <a:ext uri="{FF2B5EF4-FFF2-40B4-BE49-F238E27FC236}">
                      <a16:creationId xmlns:a16="http://schemas.microsoft.com/office/drawing/2014/main" id="{16029646-446F-6068-FE5D-79E7E60D3E29}"/>
                    </a:ext>
                  </a:extLst>
                </p:cNvPr>
                <p:cNvSpPr>
                  <a:spLocks noChangeShapeType="1"/>
                </p:cNvSpPr>
                <p:nvPr/>
              </p:nvSpPr>
              <p:spPr bwMode="auto">
                <a:xfrm rot="5400000">
                  <a:off x="253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99" name="Line 77">
                  <a:extLst>
                    <a:ext uri="{FF2B5EF4-FFF2-40B4-BE49-F238E27FC236}">
                      <a16:creationId xmlns:a16="http://schemas.microsoft.com/office/drawing/2014/main" id="{A28DA38E-A066-4D2B-0F89-4A811EC521F7}"/>
                    </a:ext>
                  </a:extLst>
                </p:cNvPr>
                <p:cNvSpPr>
                  <a:spLocks noChangeShapeType="1"/>
                </p:cNvSpPr>
                <p:nvPr/>
              </p:nvSpPr>
              <p:spPr bwMode="auto">
                <a:xfrm rot="5400000">
                  <a:off x="249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0" name="Line 78">
                  <a:extLst>
                    <a:ext uri="{FF2B5EF4-FFF2-40B4-BE49-F238E27FC236}">
                      <a16:creationId xmlns:a16="http://schemas.microsoft.com/office/drawing/2014/main" id="{760BFDFC-629A-FD0D-723E-292B853B3B6F}"/>
                    </a:ext>
                  </a:extLst>
                </p:cNvPr>
                <p:cNvSpPr>
                  <a:spLocks noChangeShapeType="1"/>
                </p:cNvSpPr>
                <p:nvPr/>
              </p:nvSpPr>
              <p:spPr bwMode="auto">
                <a:xfrm rot="5400000">
                  <a:off x="239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1" name="Line 79">
                  <a:extLst>
                    <a:ext uri="{FF2B5EF4-FFF2-40B4-BE49-F238E27FC236}">
                      <a16:creationId xmlns:a16="http://schemas.microsoft.com/office/drawing/2014/main" id="{84C1F05A-59E8-CDDC-90A3-F4576E09AB43}"/>
                    </a:ext>
                  </a:extLst>
                </p:cNvPr>
                <p:cNvSpPr>
                  <a:spLocks noChangeShapeType="1"/>
                </p:cNvSpPr>
                <p:nvPr/>
              </p:nvSpPr>
              <p:spPr bwMode="auto">
                <a:xfrm rot="5400000">
                  <a:off x="244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2" name="Line 80">
                  <a:extLst>
                    <a:ext uri="{FF2B5EF4-FFF2-40B4-BE49-F238E27FC236}">
                      <a16:creationId xmlns:a16="http://schemas.microsoft.com/office/drawing/2014/main" id="{5FD7D684-21D3-2023-EB97-F52781187735}"/>
                    </a:ext>
                  </a:extLst>
                </p:cNvPr>
                <p:cNvSpPr>
                  <a:spLocks noChangeShapeType="1"/>
                </p:cNvSpPr>
                <p:nvPr/>
              </p:nvSpPr>
              <p:spPr bwMode="auto">
                <a:xfrm rot="5400000">
                  <a:off x="2349"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3" name="Line 81">
                  <a:extLst>
                    <a:ext uri="{FF2B5EF4-FFF2-40B4-BE49-F238E27FC236}">
                      <a16:creationId xmlns:a16="http://schemas.microsoft.com/office/drawing/2014/main" id="{97C21C9C-18FE-6AC5-B3FD-0E5595F0D490}"/>
                    </a:ext>
                  </a:extLst>
                </p:cNvPr>
                <p:cNvSpPr>
                  <a:spLocks noChangeShapeType="1"/>
                </p:cNvSpPr>
                <p:nvPr/>
              </p:nvSpPr>
              <p:spPr bwMode="auto">
                <a:xfrm rot="5400000">
                  <a:off x="230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4" name="Line 82">
                  <a:extLst>
                    <a:ext uri="{FF2B5EF4-FFF2-40B4-BE49-F238E27FC236}">
                      <a16:creationId xmlns:a16="http://schemas.microsoft.com/office/drawing/2014/main" id="{EBE77287-60E7-112D-F4F7-897C419D90C9}"/>
                    </a:ext>
                  </a:extLst>
                </p:cNvPr>
                <p:cNvSpPr>
                  <a:spLocks noChangeShapeType="1"/>
                </p:cNvSpPr>
                <p:nvPr/>
              </p:nvSpPr>
              <p:spPr bwMode="auto">
                <a:xfrm rot="5400000">
                  <a:off x="2258"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5" name="Line 83">
                  <a:extLst>
                    <a:ext uri="{FF2B5EF4-FFF2-40B4-BE49-F238E27FC236}">
                      <a16:creationId xmlns:a16="http://schemas.microsoft.com/office/drawing/2014/main" id="{28B9DA4A-ADAF-1EB2-6C0C-A21981FD51F7}"/>
                    </a:ext>
                  </a:extLst>
                </p:cNvPr>
                <p:cNvSpPr>
                  <a:spLocks noChangeShapeType="1"/>
                </p:cNvSpPr>
                <p:nvPr/>
              </p:nvSpPr>
              <p:spPr bwMode="auto">
                <a:xfrm rot="5400000">
                  <a:off x="216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6" name="Line 84">
                  <a:extLst>
                    <a:ext uri="{FF2B5EF4-FFF2-40B4-BE49-F238E27FC236}">
                      <a16:creationId xmlns:a16="http://schemas.microsoft.com/office/drawing/2014/main" id="{CAB26106-0B51-AFDF-E3B3-F4A1BD27ADCD}"/>
                    </a:ext>
                  </a:extLst>
                </p:cNvPr>
                <p:cNvSpPr>
                  <a:spLocks noChangeShapeType="1"/>
                </p:cNvSpPr>
                <p:nvPr/>
              </p:nvSpPr>
              <p:spPr bwMode="auto">
                <a:xfrm rot="5400000">
                  <a:off x="220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7" name="Line 85">
                  <a:extLst>
                    <a:ext uri="{FF2B5EF4-FFF2-40B4-BE49-F238E27FC236}">
                      <a16:creationId xmlns:a16="http://schemas.microsoft.com/office/drawing/2014/main" id="{10774CFE-FC7B-E15E-7AAD-627C987C377A}"/>
                    </a:ext>
                  </a:extLst>
                </p:cNvPr>
                <p:cNvSpPr>
                  <a:spLocks noChangeShapeType="1"/>
                </p:cNvSpPr>
                <p:nvPr/>
              </p:nvSpPr>
              <p:spPr bwMode="auto">
                <a:xfrm rot="5400000">
                  <a:off x="211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8" name="Line 86">
                  <a:extLst>
                    <a:ext uri="{FF2B5EF4-FFF2-40B4-BE49-F238E27FC236}">
                      <a16:creationId xmlns:a16="http://schemas.microsoft.com/office/drawing/2014/main" id="{00961442-AE50-2E92-588F-C2C54E161CC7}"/>
                    </a:ext>
                  </a:extLst>
                </p:cNvPr>
                <p:cNvSpPr>
                  <a:spLocks noChangeShapeType="1"/>
                </p:cNvSpPr>
                <p:nvPr/>
              </p:nvSpPr>
              <p:spPr bwMode="auto">
                <a:xfrm rot="5400000">
                  <a:off x="206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09" name="Line 87">
                  <a:extLst>
                    <a:ext uri="{FF2B5EF4-FFF2-40B4-BE49-F238E27FC236}">
                      <a16:creationId xmlns:a16="http://schemas.microsoft.com/office/drawing/2014/main" id="{AAF973D8-AA55-2BDF-00AB-58F4B6E00226}"/>
                    </a:ext>
                  </a:extLst>
                </p:cNvPr>
                <p:cNvSpPr>
                  <a:spLocks noChangeShapeType="1"/>
                </p:cNvSpPr>
                <p:nvPr/>
              </p:nvSpPr>
              <p:spPr bwMode="auto">
                <a:xfrm rot="5400000">
                  <a:off x="2025"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0" name="Line 88">
                  <a:extLst>
                    <a:ext uri="{FF2B5EF4-FFF2-40B4-BE49-F238E27FC236}">
                      <a16:creationId xmlns:a16="http://schemas.microsoft.com/office/drawing/2014/main" id="{DC262020-EE05-C5C4-57B7-1114707BC931}"/>
                    </a:ext>
                  </a:extLst>
                </p:cNvPr>
                <p:cNvSpPr>
                  <a:spLocks noChangeShapeType="1"/>
                </p:cNvSpPr>
                <p:nvPr/>
              </p:nvSpPr>
              <p:spPr bwMode="auto">
                <a:xfrm rot="5400000">
                  <a:off x="192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1" name="Line 89">
                  <a:extLst>
                    <a:ext uri="{FF2B5EF4-FFF2-40B4-BE49-F238E27FC236}">
                      <a16:creationId xmlns:a16="http://schemas.microsoft.com/office/drawing/2014/main" id="{5B8B3F6A-C938-E105-0B58-CAF61A02F464}"/>
                    </a:ext>
                  </a:extLst>
                </p:cNvPr>
                <p:cNvSpPr>
                  <a:spLocks noChangeShapeType="1"/>
                </p:cNvSpPr>
                <p:nvPr/>
              </p:nvSpPr>
              <p:spPr bwMode="auto">
                <a:xfrm rot="5400000">
                  <a:off x="196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2" name="Line 90">
                  <a:extLst>
                    <a:ext uri="{FF2B5EF4-FFF2-40B4-BE49-F238E27FC236}">
                      <a16:creationId xmlns:a16="http://schemas.microsoft.com/office/drawing/2014/main" id="{0C250269-0CA7-B8FD-1046-4E3D8DF37387}"/>
                    </a:ext>
                  </a:extLst>
                </p:cNvPr>
                <p:cNvSpPr>
                  <a:spLocks noChangeShapeType="1"/>
                </p:cNvSpPr>
                <p:nvPr/>
              </p:nvSpPr>
              <p:spPr bwMode="auto">
                <a:xfrm rot="5400000">
                  <a:off x="187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3" name="Line 91">
                  <a:extLst>
                    <a:ext uri="{FF2B5EF4-FFF2-40B4-BE49-F238E27FC236}">
                      <a16:creationId xmlns:a16="http://schemas.microsoft.com/office/drawing/2014/main" id="{7D38B3BA-F14A-9D8A-D061-F1907FC859BF}"/>
                    </a:ext>
                  </a:extLst>
                </p:cNvPr>
                <p:cNvSpPr>
                  <a:spLocks noChangeShapeType="1"/>
                </p:cNvSpPr>
                <p:nvPr/>
              </p:nvSpPr>
              <p:spPr bwMode="auto">
                <a:xfrm rot="5400000">
                  <a:off x="182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4" name="Line 92">
                  <a:extLst>
                    <a:ext uri="{FF2B5EF4-FFF2-40B4-BE49-F238E27FC236}">
                      <a16:creationId xmlns:a16="http://schemas.microsoft.com/office/drawing/2014/main" id="{72BAF983-8785-758C-8644-1C6ED0DA642B}"/>
                    </a:ext>
                  </a:extLst>
                </p:cNvPr>
                <p:cNvSpPr>
                  <a:spLocks noChangeShapeType="1"/>
                </p:cNvSpPr>
                <p:nvPr/>
              </p:nvSpPr>
              <p:spPr bwMode="auto">
                <a:xfrm rot="5400000">
                  <a:off x="3681"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5" name="Line 93">
                  <a:extLst>
                    <a:ext uri="{FF2B5EF4-FFF2-40B4-BE49-F238E27FC236}">
                      <a16:creationId xmlns:a16="http://schemas.microsoft.com/office/drawing/2014/main" id="{ADF6CD89-575E-E8DD-5957-A0B7E9821412}"/>
                    </a:ext>
                  </a:extLst>
                </p:cNvPr>
                <p:cNvSpPr>
                  <a:spLocks noChangeShapeType="1"/>
                </p:cNvSpPr>
                <p:nvPr/>
              </p:nvSpPr>
              <p:spPr bwMode="auto">
                <a:xfrm rot="5400000">
                  <a:off x="358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6" name="Line 94">
                  <a:extLst>
                    <a:ext uri="{FF2B5EF4-FFF2-40B4-BE49-F238E27FC236}">
                      <a16:creationId xmlns:a16="http://schemas.microsoft.com/office/drawing/2014/main" id="{CB422FA9-0818-53BC-60CF-2940343C70C4}"/>
                    </a:ext>
                  </a:extLst>
                </p:cNvPr>
                <p:cNvSpPr>
                  <a:spLocks noChangeShapeType="1"/>
                </p:cNvSpPr>
                <p:nvPr/>
              </p:nvSpPr>
              <p:spPr bwMode="auto">
                <a:xfrm rot="5400000">
                  <a:off x="362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7" name="Line 95">
                  <a:extLst>
                    <a:ext uri="{FF2B5EF4-FFF2-40B4-BE49-F238E27FC236}">
                      <a16:creationId xmlns:a16="http://schemas.microsoft.com/office/drawing/2014/main" id="{FE9727EC-A81F-8032-5D44-0609B6B6BDEE}"/>
                    </a:ext>
                  </a:extLst>
                </p:cNvPr>
                <p:cNvSpPr>
                  <a:spLocks noChangeShapeType="1"/>
                </p:cNvSpPr>
                <p:nvPr/>
              </p:nvSpPr>
              <p:spPr bwMode="auto">
                <a:xfrm rot="5400000">
                  <a:off x="353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8" name="Line 96">
                  <a:extLst>
                    <a:ext uri="{FF2B5EF4-FFF2-40B4-BE49-F238E27FC236}">
                      <a16:creationId xmlns:a16="http://schemas.microsoft.com/office/drawing/2014/main" id="{8A9AF753-5107-78B2-898B-4C17AE0E6115}"/>
                    </a:ext>
                  </a:extLst>
                </p:cNvPr>
                <p:cNvSpPr>
                  <a:spLocks noChangeShapeType="1"/>
                </p:cNvSpPr>
                <p:nvPr/>
              </p:nvSpPr>
              <p:spPr bwMode="auto">
                <a:xfrm rot="5400000">
                  <a:off x="3489"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9" name="Line 97">
                  <a:extLst>
                    <a:ext uri="{FF2B5EF4-FFF2-40B4-BE49-F238E27FC236}">
                      <a16:creationId xmlns:a16="http://schemas.microsoft.com/office/drawing/2014/main" id="{2F6AFC4E-AC0E-F70F-2703-B9FDEB0BBBEC}"/>
                    </a:ext>
                  </a:extLst>
                </p:cNvPr>
                <p:cNvSpPr>
                  <a:spLocks noChangeShapeType="1"/>
                </p:cNvSpPr>
                <p:nvPr/>
              </p:nvSpPr>
              <p:spPr bwMode="auto">
                <a:xfrm rot="5400000">
                  <a:off x="3444"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0" name="Line 98">
                  <a:extLst>
                    <a:ext uri="{FF2B5EF4-FFF2-40B4-BE49-F238E27FC236}">
                      <a16:creationId xmlns:a16="http://schemas.microsoft.com/office/drawing/2014/main" id="{C5C552AF-AF82-CE17-2A85-17D411D5699B}"/>
                    </a:ext>
                  </a:extLst>
                </p:cNvPr>
                <p:cNvSpPr>
                  <a:spLocks noChangeShapeType="1"/>
                </p:cNvSpPr>
                <p:nvPr/>
              </p:nvSpPr>
              <p:spPr bwMode="auto">
                <a:xfrm rot="5400000">
                  <a:off x="3349"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1" name="Line 99">
                  <a:extLst>
                    <a:ext uri="{FF2B5EF4-FFF2-40B4-BE49-F238E27FC236}">
                      <a16:creationId xmlns:a16="http://schemas.microsoft.com/office/drawing/2014/main" id="{7A5AC34F-40AF-6FCC-F095-973D5722E4C0}"/>
                    </a:ext>
                  </a:extLst>
                </p:cNvPr>
                <p:cNvSpPr>
                  <a:spLocks noChangeShapeType="1"/>
                </p:cNvSpPr>
                <p:nvPr/>
              </p:nvSpPr>
              <p:spPr bwMode="auto">
                <a:xfrm rot="5400000">
                  <a:off x="339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2" name="Line 100">
                  <a:extLst>
                    <a:ext uri="{FF2B5EF4-FFF2-40B4-BE49-F238E27FC236}">
                      <a16:creationId xmlns:a16="http://schemas.microsoft.com/office/drawing/2014/main" id="{05A474E0-BE06-0F45-268F-0BB6DFC542C8}"/>
                    </a:ext>
                  </a:extLst>
                </p:cNvPr>
                <p:cNvSpPr>
                  <a:spLocks noChangeShapeType="1"/>
                </p:cNvSpPr>
                <p:nvPr/>
              </p:nvSpPr>
              <p:spPr bwMode="auto">
                <a:xfrm rot="5400000">
                  <a:off x="330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3" name="Line 101">
                  <a:extLst>
                    <a:ext uri="{FF2B5EF4-FFF2-40B4-BE49-F238E27FC236}">
                      <a16:creationId xmlns:a16="http://schemas.microsoft.com/office/drawing/2014/main" id="{B5B661D6-A96B-3660-9B46-6C47EF6D6AC4}"/>
                    </a:ext>
                  </a:extLst>
                </p:cNvPr>
                <p:cNvSpPr>
                  <a:spLocks noChangeShapeType="1"/>
                </p:cNvSpPr>
                <p:nvPr/>
              </p:nvSpPr>
              <p:spPr bwMode="auto">
                <a:xfrm rot="5400000">
                  <a:off x="325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4" name="Line 102">
                  <a:extLst>
                    <a:ext uri="{FF2B5EF4-FFF2-40B4-BE49-F238E27FC236}">
                      <a16:creationId xmlns:a16="http://schemas.microsoft.com/office/drawing/2014/main" id="{773FB011-2F4B-D482-D28C-FFD3C7F957F0}"/>
                    </a:ext>
                  </a:extLst>
                </p:cNvPr>
                <p:cNvSpPr>
                  <a:spLocks noChangeShapeType="1"/>
                </p:cNvSpPr>
                <p:nvPr/>
              </p:nvSpPr>
              <p:spPr bwMode="auto">
                <a:xfrm rot="5400000">
                  <a:off x="3209"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5" name="Line 103">
                  <a:extLst>
                    <a:ext uri="{FF2B5EF4-FFF2-40B4-BE49-F238E27FC236}">
                      <a16:creationId xmlns:a16="http://schemas.microsoft.com/office/drawing/2014/main" id="{28E9073B-7952-3A2A-F112-595EB626D260}"/>
                    </a:ext>
                  </a:extLst>
                </p:cNvPr>
                <p:cNvSpPr>
                  <a:spLocks noChangeShapeType="1"/>
                </p:cNvSpPr>
                <p:nvPr/>
              </p:nvSpPr>
              <p:spPr bwMode="auto">
                <a:xfrm rot="5400000">
                  <a:off x="311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6" name="Line 104">
                  <a:extLst>
                    <a:ext uri="{FF2B5EF4-FFF2-40B4-BE49-F238E27FC236}">
                      <a16:creationId xmlns:a16="http://schemas.microsoft.com/office/drawing/2014/main" id="{0F75C8BE-E406-3007-B4C4-4289C6E36044}"/>
                    </a:ext>
                  </a:extLst>
                </p:cNvPr>
                <p:cNvSpPr>
                  <a:spLocks noChangeShapeType="1"/>
                </p:cNvSpPr>
                <p:nvPr/>
              </p:nvSpPr>
              <p:spPr bwMode="auto">
                <a:xfrm rot="5400000">
                  <a:off x="315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7" name="Line 105">
                  <a:extLst>
                    <a:ext uri="{FF2B5EF4-FFF2-40B4-BE49-F238E27FC236}">
                      <a16:creationId xmlns:a16="http://schemas.microsoft.com/office/drawing/2014/main" id="{3673A71E-9541-4579-B4D5-36D950F1F31A}"/>
                    </a:ext>
                  </a:extLst>
                </p:cNvPr>
                <p:cNvSpPr>
                  <a:spLocks noChangeShapeType="1"/>
                </p:cNvSpPr>
                <p:nvPr/>
              </p:nvSpPr>
              <p:spPr bwMode="auto">
                <a:xfrm rot="5400000">
                  <a:off x="306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8" name="Line 106">
                  <a:extLst>
                    <a:ext uri="{FF2B5EF4-FFF2-40B4-BE49-F238E27FC236}">
                      <a16:creationId xmlns:a16="http://schemas.microsoft.com/office/drawing/2014/main" id="{BAAA4CC1-AE03-2FE3-1E84-335B7DBB41D1}"/>
                    </a:ext>
                  </a:extLst>
                </p:cNvPr>
                <p:cNvSpPr>
                  <a:spLocks noChangeShapeType="1"/>
                </p:cNvSpPr>
                <p:nvPr/>
              </p:nvSpPr>
              <p:spPr bwMode="auto">
                <a:xfrm rot="5400000">
                  <a:off x="301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29" name="Line 107">
                  <a:extLst>
                    <a:ext uri="{FF2B5EF4-FFF2-40B4-BE49-F238E27FC236}">
                      <a16:creationId xmlns:a16="http://schemas.microsoft.com/office/drawing/2014/main" id="{235E970E-4A53-BD61-855B-9B8EBE2D407F}"/>
                    </a:ext>
                  </a:extLst>
                </p:cNvPr>
                <p:cNvSpPr>
                  <a:spLocks noChangeShapeType="1"/>
                </p:cNvSpPr>
                <p:nvPr/>
              </p:nvSpPr>
              <p:spPr bwMode="auto">
                <a:xfrm rot="5400000">
                  <a:off x="2976"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30" name="Line 108">
                  <a:extLst>
                    <a:ext uri="{FF2B5EF4-FFF2-40B4-BE49-F238E27FC236}">
                      <a16:creationId xmlns:a16="http://schemas.microsoft.com/office/drawing/2014/main" id="{E70B9460-F78E-0B4D-AEAD-6C625683AD33}"/>
                    </a:ext>
                  </a:extLst>
                </p:cNvPr>
                <p:cNvSpPr>
                  <a:spLocks noChangeShapeType="1"/>
                </p:cNvSpPr>
                <p:nvPr/>
              </p:nvSpPr>
              <p:spPr bwMode="auto">
                <a:xfrm rot="5400000">
                  <a:off x="287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31" name="Line 109">
                  <a:extLst>
                    <a:ext uri="{FF2B5EF4-FFF2-40B4-BE49-F238E27FC236}">
                      <a16:creationId xmlns:a16="http://schemas.microsoft.com/office/drawing/2014/main" id="{CA58684A-3174-55FA-D176-3B180ECAB002}"/>
                    </a:ext>
                  </a:extLst>
                </p:cNvPr>
                <p:cNvSpPr>
                  <a:spLocks noChangeShapeType="1"/>
                </p:cNvSpPr>
                <p:nvPr/>
              </p:nvSpPr>
              <p:spPr bwMode="auto">
                <a:xfrm rot="5400000">
                  <a:off x="291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32" name="Line 110">
                  <a:extLst>
                    <a:ext uri="{FF2B5EF4-FFF2-40B4-BE49-F238E27FC236}">
                      <a16:creationId xmlns:a16="http://schemas.microsoft.com/office/drawing/2014/main" id="{4B555D4F-884E-07D7-4D97-CC20CEAB14F0}"/>
                    </a:ext>
                  </a:extLst>
                </p:cNvPr>
                <p:cNvSpPr>
                  <a:spLocks noChangeShapeType="1"/>
                </p:cNvSpPr>
                <p:nvPr/>
              </p:nvSpPr>
              <p:spPr bwMode="auto">
                <a:xfrm rot="5400000">
                  <a:off x="282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33" name="Line 111">
                  <a:extLst>
                    <a:ext uri="{FF2B5EF4-FFF2-40B4-BE49-F238E27FC236}">
                      <a16:creationId xmlns:a16="http://schemas.microsoft.com/office/drawing/2014/main" id="{AD5FA074-BA8A-4E5E-0E30-161C37A5E424}"/>
                    </a:ext>
                  </a:extLst>
                </p:cNvPr>
                <p:cNvSpPr>
                  <a:spLocks noChangeShapeType="1"/>
                </p:cNvSpPr>
                <p:nvPr/>
              </p:nvSpPr>
              <p:spPr bwMode="auto">
                <a:xfrm rot="5400000">
                  <a:off x="277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8357" name="Line 112">
                <a:extLst>
                  <a:ext uri="{FF2B5EF4-FFF2-40B4-BE49-F238E27FC236}">
                    <a16:creationId xmlns:a16="http://schemas.microsoft.com/office/drawing/2014/main" id="{9865F2A0-CDF0-7D5D-88CF-9196757AB520}"/>
                  </a:ext>
                </a:extLst>
              </p:cNvPr>
              <p:cNvSpPr>
                <a:spLocks noChangeShapeType="1"/>
              </p:cNvSpPr>
              <p:nvPr/>
            </p:nvSpPr>
            <p:spPr bwMode="auto">
              <a:xfrm>
                <a:off x="216" y="578"/>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58" name="Line 113">
                <a:extLst>
                  <a:ext uri="{FF2B5EF4-FFF2-40B4-BE49-F238E27FC236}">
                    <a16:creationId xmlns:a16="http://schemas.microsoft.com/office/drawing/2014/main" id="{D04F0332-7459-C75C-D6F0-50206F481912}"/>
                  </a:ext>
                </a:extLst>
              </p:cNvPr>
              <p:cNvSpPr>
                <a:spLocks noChangeShapeType="1"/>
              </p:cNvSpPr>
              <p:nvPr/>
            </p:nvSpPr>
            <p:spPr bwMode="auto">
              <a:xfrm>
                <a:off x="216" y="674"/>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59" name="Line 114">
                <a:extLst>
                  <a:ext uri="{FF2B5EF4-FFF2-40B4-BE49-F238E27FC236}">
                    <a16:creationId xmlns:a16="http://schemas.microsoft.com/office/drawing/2014/main" id="{2518F457-CE13-9665-EC44-9A2C2B73D783}"/>
                  </a:ext>
                </a:extLst>
              </p:cNvPr>
              <p:cNvSpPr>
                <a:spLocks noChangeShapeType="1"/>
              </p:cNvSpPr>
              <p:nvPr/>
            </p:nvSpPr>
            <p:spPr bwMode="auto">
              <a:xfrm>
                <a:off x="216" y="62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0" name="Line 115">
                <a:extLst>
                  <a:ext uri="{FF2B5EF4-FFF2-40B4-BE49-F238E27FC236}">
                    <a16:creationId xmlns:a16="http://schemas.microsoft.com/office/drawing/2014/main" id="{09A03D45-0F62-CD7D-A602-03461187F378}"/>
                  </a:ext>
                </a:extLst>
              </p:cNvPr>
              <p:cNvSpPr>
                <a:spLocks noChangeShapeType="1"/>
              </p:cNvSpPr>
              <p:nvPr/>
            </p:nvSpPr>
            <p:spPr bwMode="auto">
              <a:xfrm>
                <a:off x="216" y="723"/>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1" name="Line 116">
                <a:extLst>
                  <a:ext uri="{FF2B5EF4-FFF2-40B4-BE49-F238E27FC236}">
                    <a16:creationId xmlns:a16="http://schemas.microsoft.com/office/drawing/2014/main" id="{E147BD7F-B63A-80F3-A09D-0913F2876D78}"/>
                  </a:ext>
                </a:extLst>
              </p:cNvPr>
              <p:cNvSpPr>
                <a:spLocks noChangeShapeType="1"/>
              </p:cNvSpPr>
              <p:nvPr/>
            </p:nvSpPr>
            <p:spPr bwMode="auto">
              <a:xfrm>
                <a:off x="216" y="761"/>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2" name="Line 117">
                <a:extLst>
                  <a:ext uri="{FF2B5EF4-FFF2-40B4-BE49-F238E27FC236}">
                    <a16:creationId xmlns:a16="http://schemas.microsoft.com/office/drawing/2014/main" id="{78CBAE52-9C1F-E19D-10B4-0354A8A15A0E}"/>
                  </a:ext>
                </a:extLst>
              </p:cNvPr>
              <p:cNvSpPr>
                <a:spLocks noChangeShapeType="1"/>
              </p:cNvSpPr>
              <p:nvPr/>
            </p:nvSpPr>
            <p:spPr bwMode="auto">
              <a:xfrm>
                <a:off x="216" y="822"/>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3" name="Line 118">
                <a:extLst>
                  <a:ext uri="{FF2B5EF4-FFF2-40B4-BE49-F238E27FC236}">
                    <a16:creationId xmlns:a16="http://schemas.microsoft.com/office/drawing/2014/main" id="{0CD658B5-1CB5-B6E0-A49B-03D18E9AA3B3}"/>
                  </a:ext>
                </a:extLst>
              </p:cNvPr>
              <p:cNvSpPr>
                <a:spLocks noChangeShapeType="1"/>
              </p:cNvSpPr>
              <p:nvPr/>
            </p:nvSpPr>
            <p:spPr bwMode="auto">
              <a:xfrm>
                <a:off x="216" y="919"/>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4" name="Line 119">
                <a:extLst>
                  <a:ext uri="{FF2B5EF4-FFF2-40B4-BE49-F238E27FC236}">
                    <a16:creationId xmlns:a16="http://schemas.microsoft.com/office/drawing/2014/main" id="{FBF0F6AF-A20B-1978-E0C8-9EA3230023FB}"/>
                  </a:ext>
                </a:extLst>
              </p:cNvPr>
              <p:cNvSpPr>
                <a:spLocks noChangeShapeType="1"/>
              </p:cNvSpPr>
              <p:nvPr/>
            </p:nvSpPr>
            <p:spPr bwMode="auto">
              <a:xfrm>
                <a:off x="216" y="862"/>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5" name="Line 120">
                <a:extLst>
                  <a:ext uri="{FF2B5EF4-FFF2-40B4-BE49-F238E27FC236}">
                    <a16:creationId xmlns:a16="http://schemas.microsoft.com/office/drawing/2014/main" id="{C0E914B7-17C7-B0C6-1F63-A42DBCC58766}"/>
                  </a:ext>
                </a:extLst>
              </p:cNvPr>
              <p:cNvSpPr>
                <a:spLocks noChangeShapeType="1"/>
              </p:cNvSpPr>
              <p:nvPr/>
            </p:nvSpPr>
            <p:spPr bwMode="auto">
              <a:xfrm>
                <a:off x="216" y="968"/>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6" name="Line 121">
                <a:extLst>
                  <a:ext uri="{FF2B5EF4-FFF2-40B4-BE49-F238E27FC236}">
                    <a16:creationId xmlns:a16="http://schemas.microsoft.com/office/drawing/2014/main" id="{4E5A6A00-A704-0A46-06C9-329E72F8DEAC}"/>
                  </a:ext>
                </a:extLst>
              </p:cNvPr>
              <p:cNvSpPr>
                <a:spLocks noChangeShapeType="1"/>
              </p:cNvSpPr>
              <p:nvPr/>
            </p:nvSpPr>
            <p:spPr bwMode="auto">
              <a:xfrm>
                <a:off x="216" y="100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7" name="Line 122">
                <a:extLst>
                  <a:ext uri="{FF2B5EF4-FFF2-40B4-BE49-F238E27FC236}">
                    <a16:creationId xmlns:a16="http://schemas.microsoft.com/office/drawing/2014/main" id="{3DC8825A-3A57-DE52-B037-4FC914C53F29}"/>
                  </a:ext>
                </a:extLst>
              </p:cNvPr>
              <p:cNvSpPr>
                <a:spLocks noChangeShapeType="1"/>
              </p:cNvSpPr>
              <p:nvPr/>
            </p:nvSpPr>
            <p:spPr bwMode="auto">
              <a:xfrm>
                <a:off x="216" y="1067"/>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8" name="Line 123">
                <a:extLst>
                  <a:ext uri="{FF2B5EF4-FFF2-40B4-BE49-F238E27FC236}">
                    <a16:creationId xmlns:a16="http://schemas.microsoft.com/office/drawing/2014/main" id="{FC9DD819-240F-7060-762A-7EBCF02DC9D2}"/>
                  </a:ext>
                </a:extLst>
              </p:cNvPr>
              <p:cNvSpPr>
                <a:spLocks noChangeShapeType="1"/>
              </p:cNvSpPr>
              <p:nvPr/>
            </p:nvSpPr>
            <p:spPr bwMode="auto">
              <a:xfrm>
                <a:off x="216" y="1154"/>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69" name="Line 124">
                <a:extLst>
                  <a:ext uri="{FF2B5EF4-FFF2-40B4-BE49-F238E27FC236}">
                    <a16:creationId xmlns:a16="http://schemas.microsoft.com/office/drawing/2014/main" id="{8C42F4F4-971C-E946-61C9-FDC91834E447}"/>
                  </a:ext>
                </a:extLst>
              </p:cNvPr>
              <p:cNvSpPr>
                <a:spLocks noChangeShapeType="1"/>
              </p:cNvSpPr>
              <p:nvPr/>
            </p:nvSpPr>
            <p:spPr bwMode="auto">
              <a:xfrm>
                <a:off x="216" y="110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0" name="Line 125">
                <a:extLst>
                  <a:ext uri="{FF2B5EF4-FFF2-40B4-BE49-F238E27FC236}">
                    <a16:creationId xmlns:a16="http://schemas.microsoft.com/office/drawing/2014/main" id="{050E6C41-2A3E-8860-0C87-C3324E207031}"/>
                  </a:ext>
                </a:extLst>
              </p:cNvPr>
              <p:cNvSpPr>
                <a:spLocks noChangeShapeType="1"/>
              </p:cNvSpPr>
              <p:nvPr/>
            </p:nvSpPr>
            <p:spPr bwMode="auto">
              <a:xfrm>
                <a:off x="216" y="1203"/>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1" name="Line 126">
                <a:extLst>
                  <a:ext uri="{FF2B5EF4-FFF2-40B4-BE49-F238E27FC236}">
                    <a16:creationId xmlns:a16="http://schemas.microsoft.com/office/drawing/2014/main" id="{BD3AFB35-D870-73ED-C5FF-70C87A9B0A56}"/>
                  </a:ext>
                </a:extLst>
              </p:cNvPr>
              <p:cNvSpPr>
                <a:spLocks noChangeShapeType="1"/>
              </p:cNvSpPr>
              <p:nvPr/>
            </p:nvSpPr>
            <p:spPr bwMode="auto">
              <a:xfrm>
                <a:off x="216" y="125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2" name="Line 127">
                <a:extLst>
                  <a:ext uri="{FF2B5EF4-FFF2-40B4-BE49-F238E27FC236}">
                    <a16:creationId xmlns:a16="http://schemas.microsoft.com/office/drawing/2014/main" id="{0A99BF10-B932-5483-0C33-7C58049985A3}"/>
                  </a:ext>
                </a:extLst>
              </p:cNvPr>
              <p:cNvSpPr>
                <a:spLocks noChangeShapeType="1"/>
              </p:cNvSpPr>
              <p:nvPr/>
            </p:nvSpPr>
            <p:spPr bwMode="auto">
              <a:xfrm>
                <a:off x="216" y="1302"/>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3" name="Line 128">
                <a:extLst>
                  <a:ext uri="{FF2B5EF4-FFF2-40B4-BE49-F238E27FC236}">
                    <a16:creationId xmlns:a16="http://schemas.microsoft.com/office/drawing/2014/main" id="{EBB9C787-0EE2-FE10-4825-A262E5E078F8}"/>
                  </a:ext>
                </a:extLst>
              </p:cNvPr>
              <p:cNvSpPr>
                <a:spLocks noChangeShapeType="1"/>
              </p:cNvSpPr>
              <p:nvPr/>
            </p:nvSpPr>
            <p:spPr bwMode="auto">
              <a:xfrm>
                <a:off x="216" y="1399"/>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4" name="Line 129">
                <a:extLst>
                  <a:ext uri="{FF2B5EF4-FFF2-40B4-BE49-F238E27FC236}">
                    <a16:creationId xmlns:a16="http://schemas.microsoft.com/office/drawing/2014/main" id="{BCD334A8-3C35-9342-656B-F0C07E8256EE}"/>
                  </a:ext>
                </a:extLst>
              </p:cNvPr>
              <p:cNvSpPr>
                <a:spLocks noChangeShapeType="1"/>
              </p:cNvSpPr>
              <p:nvPr/>
            </p:nvSpPr>
            <p:spPr bwMode="auto">
              <a:xfrm>
                <a:off x="216" y="1351"/>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5" name="Line 130">
                <a:extLst>
                  <a:ext uri="{FF2B5EF4-FFF2-40B4-BE49-F238E27FC236}">
                    <a16:creationId xmlns:a16="http://schemas.microsoft.com/office/drawing/2014/main" id="{D4035239-E27F-CB81-70BF-E42E07755D6F}"/>
                  </a:ext>
                </a:extLst>
              </p:cNvPr>
              <p:cNvSpPr>
                <a:spLocks noChangeShapeType="1"/>
              </p:cNvSpPr>
              <p:nvPr/>
            </p:nvSpPr>
            <p:spPr bwMode="auto">
              <a:xfrm>
                <a:off x="216" y="1448"/>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6" name="Line 131">
                <a:extLst>
                  <a:ext uri="{FF2B5EF4-FFF2-40B4-BE49-F238E27FC236}">
                    <a16:creationId xmlns:a16="http://schemas.microsoft.com/office/drawing/2014/main" id="{C4F3407E-BD4B-99F6-2295-8CA28ADF35B5}"/>
                  </a:ext>
                </a:extLst>
              </p:cNvPr>
              <p:cNvSpPr>
                <a:spLocks noChangeShapeType="1"/>
              </p:cNvSpPr>
              <p:nvPr/>
            </p:nvSpPr>
            <p:spPr bwMode="auto">
              <a:xfrm>
                <a:off x="216" y="1495"/>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7" name="Line 132">
                <a:extLst>
                  <a:ext uri="{FF2B5EF4-FFF2-40B4-BE49-F238E27FC236}">
                    <a16:creationId xmlns:a16="http://schemas.microsoft.com/office/drawing/2014/main" id="{9FA769C9-D0DE-C4AA-879F-CB1CABAE9FD3}"/>
                  </a:ext>
                </a:extLst>
              </p:cNvPr>
              <p:cNvSpPr>
                <a:spLocks noChangeShapeType="1"/>
              </p:cNvSpPr>
              <p:nvPr/>
            </p:nvSpPr>
            <p:spPr bwMode="auto">
              <a:xfrm>
                <a:off x="216" y="1538"/>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8" name="Line 133">
                <a:extLst>
                  <a:ext uri="{FF2B5EF4-FFF2-40B4-BE49-F238E27FC236}">
                    <a16:creationId xmlns:a16="http://schemas.microsoft.com/office/drawing/2014/main" id="{9BD3B219-A9E4-EBB2-4C37-FB96A8E40ECA}"/>
                  </a:ext>
                </a:extLst>
              </p:cNvPr>
              <p:cNvSpPr>
                <a:spLocks noChangeShapeType="1"/>
              </p:cNvSpPr>
              <p:nvPr/>
            </p:nvSpPr>
            <p:spPr bwMode="auto">
              <a:xfrm>
                <a:off x="216" y="1634"/>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79" name="Line 134">
                <a:extLst>
                  <a:ext uri="{FF2B5EF4-FFF2-40B4-BE49-F238E27FC236}">
                    <a16:creationId xmlns:a16="http://schemas.microsoft.com/office/drawing/2014/main" id="{044C2935-1B0E-B71A-ED0E-CBCF5C1FEA28}"/>
                  </a:ext>
                </a:extLst>
              </p:cNvPr>
              <p:cNvSpPr>
                <a:spLocks noChangeShapeType="1"/>
              </p:cNvSpPr>
              <p:nvPr/>
            </p:nvSpPr>
            <p:spPr bwMode="auto">
              <a:xfrm>
                <a:off x="216" y="158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0" name="Line 135">
                <a:extLst>
                  <a:ext uri="{FF2B5EF4-FFF2-40B4-BE49-F238E27FC236}">
                    <a16:creationId xmlns:a16="http://schemas.microsoft.com/office/drawing/2014/main" id="{E9E86972-CD8A-D77B-BA9C-F1C5F71C6D7A}"/>
                  </a:ext>
                </a:extLst>
              </p:cNvPr>
              <p:cNvSpPr>
                <a:spLocks noChangeShapeType="1"/>
              </p:cNvSpPr>
              <p:nvPr/>
            </p:nvSpPr>
            <p:spPr bwMode="auto">
              <a:xfrm>
                <a:off x="216" y="1683"/>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1" name="Line 136">
                <a:extLst>
                  <a:ext uri="{FF2B5EF4-FFF2-40B4-BE49-F238E27FC236}">
                    <a16:creationId xmlns:a16="http://schemas.microsoft.com/office/drawing/2014/main" id="{10068241-A3AE-09F7-879C-9D9B43BFEC1D}"/>
                  </a:ext>
                </a:extLst>
              </p:cNvPr>
              <p:cNvSpPr>
                <a:spLocks noChangeShapeType="1"/>
              </p:cNvSpPr>
              <p:nvPr/>
            </p:nvSpPr>
            <p:spPr bwMode="auto">
              <a:xfrm>
                <a:off x="216" y="173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2" name="Line 137">
                <a:extLst>
                  <a:ext uri="{FF2B5EF4-FFF2-40B4-BE49-F238E27FC236}">
                    <a16:creationId xmlns:a16="http://schemas.microsoft.com/office/drawing/2014/main" id="{C968930A-F979-722A-208D-4B1AA58BEDC9}"/>
                  </a:ext>
                </a:extLst>
              </p:cNvPr>
              <p:cNvSpPr>
                <a:spLocks noChangeShapeType="1"/>
              </p:cNvSpPr>
              <p:nvPr/>
            </p:nvSpPr>
            <p:spPr bwMode="auto">
              <a:xfrm>
                <a:off x="216" y="1782"/>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3" name="Line 138">
                <a:extLst>
                  <a:ext uri="{FF2B5EF4-FFF2-40B4-BE49-F238E27FC236}">
                    <a16:creationId xmlns:a16="http://schemas.microsoft.com/office/drawing/2014/main" id="{90C01BAA-CCFB-C8E4-8A9E-31A0FE364F27}"/>
                  </a:ext>
                </a:extLst>
              </p:cNvPr>
              <p:cNvSpPr>
                <a:spLocks noChangeShapeType="1"/>
              </p:cNvSpPr>
              <p:nvPr/>
            </p:nvSpPr>
            <p:spPr bwMode="auto">
              <a:xfrm>
                <a:off x="216" y="187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4" name="Line 139">
                <a:extLst>
                  <a:ext uri="{FF2B5EF4-FFF2-40B4-BE49-F238E27FC236}">
                    <a16:creationId xmlns:a16="http://schemas.microsoft.com/office/drawing/2014/main" id="{4A4862B2-BD98-8B0A-5AA0-5A6801C9A70B}"/>
                  </a:ext>
                </a:extLst>
              </p:cNvPr>
              <p:cNvSpPr>
                <a:spLocks noChangeShapeType="1"/>
              </p:cNvSpPr>
              <p:nvPr/>
            </p:nvSpPr>
            <p:spPr bwMode="auto">
              <a:xfrm>
                <a:off x="216" y="183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5" name="Line 140">
                <a:extLst>
                  <a:ext uri="{FF2B5EF4-FFF2-40B4-BE49-F238E27FC236}">
                    <a16:creationId xmlns:a16="http://schemas.microsoft.com/office/drawing/2014/main" id="{680DDC26-91EF-87CA-7295-9FA53C1109B1}"/>
                  </a:ext>
                </a:extLst>
              </p:cNvPr>
              <p:cNvSpPr>
                <a:spLocks noChangeShapeType="1"/>
              </p:cNvSpPr>
              <p:nvPr/>
            </p:nvSpPr>
            <p:spPr bwMode="auto">
              <a:xfrm>
                <a:off x="216" y="1919"/>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6" name="Line 141">
                <a:extLst>
                  <a:ext uri="{FF2B5EF4-FFF2-40B4-BE49-F238E27FC236}">
                    <a16:creationId xmlns:a16="http://schemas.microsoft.com/office/drawing/2014/main" id="{8C429246-33FC-047C-0329-6636497A77B3}"/>
                  </a:ext>
                </a:extLst>
              </p:cNvPr>
              <p:cNvSpPr>
                <a:spLocks noChangeShapeType="1"/>
              </p:cNvSpPr>
              <p:nvPr/>
            </p:nvSpPr>
            <p:spPr bwMode="auto">
              <a:xfrm>
                <a:off x="216" y="196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7" name="Line 142">
                <a:extLst>
                  <a:ext uri="{FF2B5EF4-FFF2-40B4-BE49-F238E27FC236}">
                    <a16:creationId xmlns:a16="http://schemas.microsoft.com/office/drawing/2014/main" id="{4E693592-E252-165C-80D5-A95DD595BF98}"/>
                  </a:ext>
                </a:extLst>
              </p:cNvPr>
              <p:cNvSpPr>
                <a:spLocks noChangeShapeType="1"/>
              </p:cNvSpPr>
              <p:nvPr/>
            </p:nvSpPr>
            <p:spPr bwMode="auto">
              <a:xfrm>
                <a:off x="216" y="2018"/>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8" name="Line 143">
                <a:extLst>
                  <a:ext uri="{FF2B5EF4-FFF2-40B4-BE49-F238E27FC236}">
                    <a16:creationId xmlns:a16="http://schemas.microsoft.com/office/drawing/2014/main" id="{F58F2095-BC20-75BB-B4E3-A375A8C0C928}"/>
                  </a:ext>
                </a:extLst>
              </p:cNvPr>
              <p:cNvSpPr>
                <a:spLocks noChangeShapeType="1"/>
              </p:cNvSpPr>
              <p:nvPr/>
            </p:nvSpPr>
            <p:spPr bwMode="auto">
              <a:xfrm>
                <a:off x="216" y="2114"/>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89" name="Line 144">
                <a:extLst>
                  <a:ext uri="{FF2B5EF4-FFF2-40B4-BE49-F238E27FC236}">
                    <a16:creationId xmlns:a16="http://schemas.microsoft.com/office/drawing/2014/main" id="{24CE713B-7B09-FA37-7736-130C4CA42189}"/>
                  </a:ext>
                </a:extLst>
              </p:cNvPr>
              <p:cNvSpPr>
                <a:spLocks noChangeShapeType="1"/>
              </p:cNvSpPr>
              <p:nvPr/>
            </p:nvSpPr>
            <p:spPr bwMode="auto">
              <a:xfrm>
                <a:off x="216" y="206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0" name="Line 145">
                <a:extLst>
                  <a:ext uri="{FF2B5EF4-FFF2-40B4-BE49-F238E27FC236}">
                    <a16:creationId xmlns:a16="http://schemas.microsoft.com/office/drawing/2014/main" id="{1AF8CB19-D589-767C-CDBF-AAE8E0827149}"/>
                  </a:ext>
                </a:extLst>
              </p:cNvPr>
              <p:cNvSpPr>
                <a:spLocks noChangeShapeType="1"/>
              </p:cNvSpPr>
              <p:nvPr/>
            </p:nvSpPr>
            <p:spPr bwMode="auto">
              <a:xfrm>
                <a:off x="216" y="2163"/>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1" name="Line 146">
                <a:extLst>
                  <a:ext uri="{FF2B5EF4-FFF2-40B4-BE49-F238E27FC236}">
                    <a16:creationId xmlns:a16="http://schemas.microsoft.com/office/drawing/2014/main" id="{1EDA4202-1910-B362-856F-E1D98AA3A8D7}"/>
                  </a:ext>
                </a:extLst>
              </p:cNvPr>
              <p:cNvSpPr>
                <a:spLocks noChangeShapeType="1"/>
              </p:cNvSpPr>
              <p:nvPr/>
            </p:nvSpPr>
            <p:spPr bwMode="auto">
              <a:xfrm>
                <a:off x="216" y="221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2" name="Line 147">
                <a:extLst>
                  <a:ext uri="{FF2B5EF4-FFF2-40B4-BE49-F238E27FC236}">
                    <a16:creationId xmlns:a16="http://schemas.microsoft.com/office/drawing/2014/main" id="{6D7E1E40-B866-21FB-5DB4-3677F888CDB1}"/>
                  </a:ext>
                </a:extLst>
              </p:cNvPr>
              <p:cNvSpPr>
                <a:spLocks noChangeShapeType="1"/>
              </p:cNvSpPr>
              <p:nvPr/>
            </p:nvSpPr>
            <p:spPr bwMode="auto">
              <a:xfrm>
                <a:off x="216" y="2262"/>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3" name="Line 148">
                <a:extLst>
                  <a:ext uri="{FF2B5EF4-FFF2-40B4-BE49-F238E27FC236}">
                    <a16:creationId xmlns:a16="http://schemas.microsoft.com/office/drawing/2014/main" id="{B449D194-9CCB-F8F6-523C-C066239C42F0}"/>
                  </a:ext>
                </a:extLst>
              </p:cNvPr>
              <p:cNvSpPr>
                <a:spLocks noChangeShapeType="1"/>
              </p:cNvSpPr>
              <p:nvPr/>
            </p:nvSpPr>
            <p:spPr bwMode="auto">
              <a:xfrm>
                <a:off x="216" y="2358"/>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4" name="Line 149">
                <a:extLst>
                  <a:ext uri="{FF2B5EF4-FFF2-40B4-BE49-F238E27FC236}">
                    <a16:creationId xmlns:a16="http://schemas.microsoft.com/office/drawing/2014/main" id="{6D123103-AC75-735C-B271-4670FEAD71C5}"/>
                  </a:ext>
                </a:extLst>
              </p:cNvPr>
              <p:cNvSpPr>
                <a:spLocks noChangeShapeType="1"/>
              </p:cNvSpPr>
              <p:nvPr/>
            </p:nvSpPr>
            <p:spPr bwMode="auto">
              <a:xfrm>
                <a:off x="216" y="231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5" name="Line 150">
                <a:extLst>
                  <a:ext uri="{FF2B5EF4-FFF2-40B4-BE49-F238E27FC236}">
                    <a16:creationId xmlns:a16="http://schemas.microsoft.com/office/drawing/2014/main" id="{4610D266-4FFC-A94E-0977-506DA35C4673}"/>
                  </a:ext>
                </a:extLst>
              </p:cNvPr>
              <p:cNvSpPr>
                <a:spLocks noChangeShapeType="1"/>
              </p:cNvSpPr>
              <p:nvPr/>
            </p:nvSpPr>
            <p:spPr bwMode="auto">
              <a:xfrm>
                <a:off x="216" y="2408"/>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6" name="Line 151">
                <a:extLst>
                  <a:ext uri="{FF2B5EF4-FFF2-40B4-BE49-F238E27FC236}">
                    <a16:creationId xmlns:a16="http://schemas.microsoft.com/office/drawing/2014/main" id="{52520283-5985-C514-DB8B-5E477F4AD9A4}"/>
                  </a:ext>
                </a:extLst>
              </p:cNvPr>
              <p:cNvSpPr>
                <a:spLocks noChangeShapeType="1"/>
              </p:cNvSpPr>
              <p:nvPr/>
            </p:nvSpPr>
            <p:spPr bwMode="auto">
              <a:xfrm>
                <a:off x="216" y="2455"/>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7" name="Line 152">
                <a:extLst>
                  <a:ext uri="{FF2B5EF4-FFF2-40B4-BE49-F238E27FC236}">
                    <a16:creationId xmlns:a16="http://schemas.microsoft.com/office/drawing/2014/main" id="{78FF1901-6AC2-D027-EC04-1BD198083DEB}"/>
                  </a:ext>
                </a:extLst>
              </p:cNvPr>
              <p:cNvSpPr>
                <a:spLocks noChangeShapeType="1"/>
              </p:cNvSpPr>
              <p:nvPr/>
            </p:nvSpPr>
            <p:spPr bwMode="auto">
              <a:xfrm>
                <a:off x="216" y="2507"/>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8" name="Line 153">
                <a:extLst>
                  <a:ext uri="{FF2B5EF4-FFF2-40B4-BE49-F238E27FC236}">
                    <a16:creationId xmlns:a16="http://schemas.microsoft.com/office/drawing/2014/main" id="{B6506FD7-7089-5B73-39CD-4DE50D4B0342}"/>
                  </a:ext>
                </a:extLst>
              </p:cNvPr>
              <p:cNvSpPr>
                <a:spLocks noChangeShapeType="1"/>
              </p:cNvSpPr>
              <p:nvPr/>
            </p:nvSpPr>
            <p:spPr bwMode="auto">
              <a:xfrm>
                <a:off x="216" y="2602"/>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99" name="Line 154">
                <a:extLst>
                  <a:ext uri="{FF2B5EF4-FFF2-40B4-BE49-F238E27FC236}">
                    <a16:creationId xmlns:a16="http://schemas.microsoft.com/office/drawing/2014/main" id="{6B1C72F4-B881-F3FA-E3B6-EC2FB7C4E6BF}"/>
                  </a:ext>
                </a:extLst>
              </p:cNvPr>
              <p:cNvSpPr>
                <a:spLocks noChangeShapeType="1"/>
              </p:cNvSpPr>
              <p:nvPr/>
            </p:nvSpPr>
            <p:spPr bwMode="auto">
              <a:xfrm>
                <a:off x="216" y="2554"/>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0" name="Line 155">
                <a:extLst>
                  <a:ext uri="{FF2B5EF4-FFF2-40B4-BE49-F238E27FC236}">
                    <a16:creationId xmlns:a16="http://schemas.microsoft.com/office/drawing/2014/main" id="{31C4654C-CC0F-A41E-64DF-F25F879B32C2}"/>
                  </a:ext>
                </a:extLst>
              </p:cNvPr>
              <p:cNvSpPr>
                <a:spLocks noChangeShapeType="1"/>
              </p:cNvSpPr>
              <p:nvPr/>
            </p:nvSpPr>
            <p:spPr bwMode="auto">
              <a:xfrm>
                <a:off x="216" y="2651"/>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1" name="Line 156">
                <a:extLst>
                  <a:ext uri="{FF2B5EF4-FFF2-40B4-BE49-F238E27FC236}">
                    <a16:creationId xmlns:a16="http://schemas.microsoft.com/office/drawing/2014/main" id="{7344004E-2D53-2A82-D13D-6A810FFF37EF}"/>
                  </a:ext>
                </a:extLst>
              </p:cNvPr>
              <p:cNvSpPr>
                <a:spLocks noChangeShapeType="1"/>
              </p:cNvSpPr>
              <p:nvPr/>
            </p:nvSpPr>
            <p:spPr bwMode="auto">
              <a:xfrm>
                <a:off x="216" y="2698"/>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2" name="Line 157">
                <a:extLst>
                  <a:ext uri="{FF2B5EF4-FFF2-40B4-BE49-F238E27FC236}">
                    <a16:creationId xmlns:a16="http://schemas.microsoft.com/office/drawing/2014/main" id="{5027715F-BCF2-21BA-D537-EF030D048FCC}"/>
                  </a:ext>
                </a:extLst>
              </p:cNvPr>
              <p:cNvSpPr>
                <a:spLocks noChangeShapeType="1"/>
              </p:cNvSpPr>
              <p:nvPr/>
            </p:nvSpPr>
            <p:spPr bwMode="auto">
              <a:xfrm>
                <a:off x="216" y="2751"/>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3" name="Line 158">
                <a:extLst>
                  <a:ext uri="{FF2B5EF4-FFF2-40B4-BE49-F238E27FC236}">
                    <a16:creationId xmlns:a16="http://schemas.microsoft.com/office/drawing/2014/main" id="{6ED9AEFE-5E49-8565-B58D-085BBB560C34}"/>
                  </a:ext>
                </a:extLst>
              </p:cNvPr>
              <p:cNvSpPr>
                <a:spLocks noChangeShapeType="1"/>
              </p:cNvSpPr>
              <p:nvPr/>
            </p:nvSpPr>
            <p:spPr bwMode="auto">
              <a:xfrm>
                <a:off x="216" y="2838"/>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4" name="Line 159">
                <a:extLst>
                  <a:ext uri="{FF2B5EF4-FFF2-40B4-BE49-F238E27FC236}">
                    <a16:creationId xmlns:a16="http://schemas.microsoft.com/office/drawing/2014/main" id="{8017BD33-4C18-4AD2-D8F0-A859BA60139A}"/>
                  </a:ext>
                </a:extLst>
              </p:cNvPr>
              <p:cNvSpPr>
                <a:spLocks noChangeShapeType="1"/>
              </p:cNvSpPr>
              <p:nvPr/>
            </p:nvSpPr>
            <p:spPr bwMode="auto">
              <a:xfrm>
                <a:off x="216" y="279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5" name="Line 160">
                <a:extLst>
                  <a:ext uri="{FF2B5EF4-FFF2-40B4-BE49-F238E27FC236}">
                    <a16:creationId xmlns:a16="http://schemas.microsoft.com/office/drawing/2014/main" id="{B566D4E4-EB22-DA10-8062-11149A6E043B}"/>
                  </a:ext>
                </a:extLst>
              </p:cNvPr>
              <p:cNvSpPr>
                <a:spLocks noChangeShapeType="1"/>
              </p:cNvSpPr>
              <p:nvPr/>
            </p:nvSpPr>
            <p:spPr bwMode="auto">
              <a:xfrm>
                <a:off x="216" y="2878"/>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6" name="Line 161">
                <a:extLst>
                  <a:ext uri="{FF2B5EF4-FFF2-40B4-BE49-F238E27FC236}">
                    <a16:creationId xmlns:a16="http://schemas.microsoft.com/office/drawing/2014/main" id="{DE8C4374-432B-38FE-3C5D-A4A025FBBD26}"/>
                  </a:ext>
                </a:extLst>
              </p:cNvPr>
              <p:cNvSpPr>
                <a:spLocks noChangeShapeType="1"/>
              </p:cNvSpPr>
              <p:nvPr/>
            </p:nvSpPr>
            <p:spPr bwMode="auto">
              <a:xfrm>
                <a:off x="216" y="2925"/>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7" name="Line 162">
                <a:extLst>
                  <a:ext uri="{FF2B5EF4-FFF2-40B4-BE49-F238E27FC236}">
                    <a16:creationId xmlns:a16="http://schemas.microsoft.com/office/drawing/2014/main" id="{60009C97-E848-9A94-692A-14A6776675E0}"/>
                  </a:ext>
                </a:extLst>
              </p:cNvPr>
              <p:cNvSpPr>
                <a:spLocks noChangeShapeType="1"/>
              </p:cNvSpPr>
              <p:nvPr/>
            </p:nvSpPr>
            <p:spPr bwMode="auto">
              <a:xfrm>
                <a:off x="216" y="2978"/>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8" name="Line 163">
                <a:extLst>
                  <a:ext uri="{FF2B5EF4-FFF2-40B4-BE49-F238E27FC236}">
                    <a16:creationId xmlns:a16="http://schemas.microsoft.com/office/drawing/2014/main" id="{130A7EBB-9E9B-F708-16FC-34ED0B07980B}"/>
                  </a:ext>
                </a:extLst>
              </p:cNvPr>
              <p:cNvSpPr>
                <a:spLocks noChangeShapeType="1"/>
              </p:cNvSpPr>
              <p:nvPr/>
            </p:nvSpPr>
            <p:spPr bwMode="auto">
              <a:xfrm>
                <a:off x="216" y="3074"/>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09" name="Line 164">
                <a:extLst>
                  <a:ext uri="{FF2B5EF4-FFF2-40B4-BE49-F238E27FC236}">
                    <a16:creationId xmlns:a16="http://schemas.microsoft.com/office/drawing/2014/main" id="{BA0A8D19-974C-BD52-1894-5248FCF90D96}"/>
                  </a:ext>
                </a:extLst>
              </p:cNvPr>
              <p:cNvSpPr>
                <a:spLocks noChangeShapeType="1"/>
              </p:cNvSpPr>
              <p:nvPr/>
            </p:nvSpPr>
            <p:spPr bwMode="auto">
              <a:xfrm>
                <a:off x="216" y="302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0" name="Line 165">
                <a:extLst>
                  <a:ext uri="{FF2B5EF4-FFF2-40B4-BE49-F238E27FC236}">
                    <a16:creationId xmlns:a16="http://schemas.microsoft.com/office/drawing/2014/main" id="{D2EC418A-8B7E-B56C-4793-FFEB55126875}"/>
                  </a:ext>
                </a:extLst>
              </p:cNvPr>
              <p:cNvSpPr>
                <a:spLocks noChangeShapeType="1"/>
              </p:cNvSpPr>
              <p:nvPr/>
            </p:nvSpPr>
            <p:spPr bwMode="auto">
              <a:xfrm>
                <a:off x="216" y="3123"/>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1" name="Line 166">
                <a:extLst>
                  <a:ext uri="{FF2B5EF4-FFF2-40B4-BE49-F238E27FC236}">
                    <a16:creationId xmlns:a16="http://schemas.microsoft.com/office/drawing/2014/main" id="{0A5D1785-B1CF-3E57-F7D0-2F169C03FAC5}"/>
                  </a:ext>
                </a:extLst>
              </p:cNvPr>
              <p:cNvSpPr>
                <a:spLocks noChangeShapeType="1"/>
              </p:cNvSpPr>
              <p:nvPr/>
            </p:nvSpPr>
            <p:spPr bwMode="auto">
              <a:xfrm>
                <a:off x="216" y="317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2" name="Line 167">
                <a:extLst>
                  <a:ext uri="{FF2B5EF4-FFF2-40B4-BE49-F238E27FC236}">
                    <a16:creationId xmlns:a16="http://schemas.microsoft.com/office/drawing/2014/main" id="{719A7491-30F5-F35B-BC09-24F0D5A62A27}"/>
                  </a:ext>
                </a:extLst>
              </p:cNvPr>
              <p:cNvSpPr>
                <a:spLocks noChangeShapeType="1"/>
              </p:cNvSpPr>
              <p:nvPr/>
            </p:nvSpPr>
            <p:spPr bwMode="auto">
              <a:xfrm>
                <a:off x="216" y="3222"/>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3" name="Line 168">
                <a:extLst>
                  <a:ext uri="{FF2B5EF4-FFF2-40B4-BE49-F238E27FC236}">
                    <a16:creationId xmlns:a16="http://schemas.microsoft.com/office/drawing/2014/main" id="{B9BC0646-6454-DE3F-1C0D-EC3625EC5005}"/>
                  </a:ext>
                </a:extLst>
              </p:cNvPr>
              <p:cNvSpPr>
                <a:spLocks noChangeShapeType="1"/>
              </p:cNvSpPr>
              <p:nvPr/>
            </p:nvSpPr>
            <p:spPr bwMode="auto">
              <a:xfrm>
                <a:off x="216" y="3318"/>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4" name="Line 169">
                <a:extLst>
                  <a:ext uri="{FF2B5EF4-FFF2-40B4-BE49-F238E27FC236}">
                    <a16:creationId xmlns:a16="http://schemas.microsoft.com/office/drawing/2014/main" id="{2BC4B9A9-034E-7D9D-CECA-7A399C2DDAA9}"/>
                  </a:ext>
                </a:extLst>
              </p:cNvPr>
              <p:cNvSpPr>
                <a:spLocks noChangeShapeType="1"/>
              </p:cNvSpPr>
              <p:nvPr/>
            </p:nvSpPr>
            <p:spPr bwMode="auto">
              <a:xfrm>
                <a:off x="216" y="3270"/>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5" name="Line 170">
                <a:extLst>
                  <a:ext uri="{FF2B5EF4-FFF2-40B4-BE49-F238E27FC236}">
                    <a16:creationId xmlns:a16="http://schemas.microsoft.com/office/drawing/2014/main" id="{F3E8AEE9-5BE9-0A64-E88D-7093BBD0B617}"/>
                  </a:ext>
                </a:extLst>
              </p:cNvPr>
              <p:cNvSpPr>
                <a:spLocks noChangeShapeType="1"/>
              </p:cNvSpPr>
              <p:nvPr/>
            </p:nvSpPr>
            <p:spPr bwMode="auto">
              <a:xfrm>
                <a:off x="216" y="3367"/>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6" name="Line 171">
                <a:extLst>
                  <a:ext uri="{FF2B5EF4-FFF2-40B4-BE49-F238E27FC236}">
                    <a16:creationId xmlns:a16="http://schemas.microsoft.com/office/drawing/2014/main" id="{909D4BEC-F5FD-09AF-4D1E-C1FE9C57DC3E}"/>
                  </a:ext>
                </a:extLst>
              </p:cNvPr>
              <p:cNvSpPr>
                <a:spLocks noChangeShapeType="1"/>
              </p:cNvSpPr>
              <p:nvPr/>
            </p:nvSpPr>
            <p:spPr bwMode="auto">
              <a:xfrm>
                <a:off x="216" y="3405"/>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7" name="Line 172">
                <a:extLst>
                  <a:ext uri="{FF2B5EF4-FFF2-40B4-BE49-F238E27FC236}">
                    <a16:creationId xmlns:a16="http://schemas.microsoft.com/office/drawing/2014/main" id="{92BE2EC9-D06C-2019-3743-3B4524A8D202}"/>
                  </a:ext>
                </a:extLst>
              </p:cNvPr>
              <p:cNvSpPr>
                <a:spLocks noChangeShapeType="1"/>
              </p:cNvSpPr>
              <p:nvPr/>
            </p:nvSpPr>
            <p:spPr bwMode="auto">
              <a:xfrm>
                <a:off x="216" y="3457"/>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8" name="Line 173">
                <a:extLst>
                  <a:ext uri="{FF2B5EF4-FFF2-40B4-BE49-F238E27FC236}">
                    <a16:creationId xmlns:a16="http://schemas.microsoft.com/office/drawing/2014/main" id="{07069EB8-AC6F-ED10-A5E9-CCC4138DD8EA}"/>
                  </a:ext>
                </a:extLst>
              </p:cNvPr>
              <p:cNvSpPr>
                <a:spLocks noChangeShapeType="1"/>
              </p:cNvSpPr>
              <p:nvPr/>
            </p:nvSpPr>
            <p:spPr bwMode="auto">
              <a:xfrm>
                <a:off x="216" y="3554"/>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19" name="Line 174">
                <a:extLst>
                  <a:ext uri="{FF2B5EF4-FFF2-40B4-BE49-F238E27FC236}">
                    <a16:creationId xmlns:a16="http://schemas.microsoft.com/office/drawing/2014/main" id="{FBA7EEB2-C230-9D40-DECB-3E2AEBF7DFD8}"/>
                  </a:ext>
                </a:extLst>
              </p:cNvPr>
              <p:cNvSpPr>
                <a:spLocks noChangeShapeType="1"/>
              </p:cNvSpPr>
              <p:nvPr/>
            </p:nvSpPr>
            <p:spPr bwMode="auto">
              <a:xfrm>
                <a:off x="216" y="350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0" name="Line 175">
                <a:extLst>
                  <a:ext uri="{FF2B5EF4-FFF2-40B4-BE49-F238E27FC236}">
                    <a16:creationId xmlns:a16="http://schemas.microsoft.com/office/drawing/2014/main" id="{F6F657D3-71AC-3973-8EBF-55B60EB17B6A}"/>
                  </a:ext>
                </a:extLst>
              </p:cNvPr>
              <p:cNvSpPr>
                <a:spLocks noChangeShapeType="1"/>
              </p:cNvSpPr>
              <p:nvPr/>
            </p:nvSpPr>
            <p:spPr bwMode="auto">
              <a:xfrm>
                <a:off x="216" y="3602"/>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1" name="Line 176">
                <a:extLst>
                  <a:ext uri="{FF2B5EF4-FFF2-40B4-BE49-F238E27FC236}">
                    <a16:creationId xmlns:a16="http://schemas.microsoft.com/office/drawing/2014/main" id="{A158CB7E-4607-CB75-D3B8-3FA531AB21AD}"/>
                  </a:ext>
                </a:extLst>
              </p:cNvPr>
              <p:cNvSpPr>
                <a:spLocks noChangeShapeType="1"/>
              </p:cNvSpPr>
              <p:nvPr/>
            </p:nvSpPr>
            <p:spPr bwMode="auto">
              <a:xfrm>
                <a:off x="216" y="3649"/>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2" name="Line 177">
                <a:extLst>
                  <a:ext uri="{FF2B5EF4-FFF2-40B4-BE49-F238E27FC236}">
                    <a16:creationId xmlns:a16="http://schemas.microsoft.com/office/drawing/2014/main" id="{8806212A-8031-821E-596A-DB89B99E9E55}"/>
                  </a:ext>
                </a:extLst>
              </p:cNvPr>
              <p:cNvSpPr>
                <a:spLocks noChangeShapeType="1"/>
              </p:cNvSpPr>
              <p:nvPr/>
            </p:nvSpPr>
            <p:spPr bwMode="auto">
              <a:xfrm>
                <a:off x="216" y="3702"/>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3" name="Line 178">
                <a:extLst>
                  <a:ext uri="{FF2B5EF4-FFF2-40B4-BE49-F238E27FC236}">
                    <a16:creationId xmlns:a16="http://schemas.microsoft.com/office/drawing/2014/main" id="{B03B52D2-E8C6-F08A-342F-1283D02F1CF7}"/>
                  </a:ext>
                </a:extLst>
              </p:cNvPr>
              <p:cNvSpPr>
                <a:spLocks noChangeShapeType="1"/>
              </p:cNvSpPr>
              <p:nvPr/>
            </p:nvSpPr>
            <p:spPr bwMode="auto">
              <a:xfrm>
                <a:off x="216" y="3794"/>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4" name="Line 179">
                <a:extLst>
                  <a:ext uri="{FF2B5EF4-FFF2-40B4-BE49-F238E27FC236}">
                    <a16:creationId xmlns:a16="http://schemas.microsoft.com/office/drawing/2014/main" id="{E29F0FF8-DF23-530F-6EE2-8179FE72C011}"/>
                  </a:ext>
                </a:extLst>
              </p:cNvPr>
              <p:cNvSpPr>
                <a:spLocks noChangeShapeType="1"/>
              </p:cNvSpPr>
              <p:nvPr/>
            </p:nvSpPr>
            <p:spPr bwMode="auto">
              <a:xfrm>
                <a:off x="216" y="3746"/>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5" name="Line 180">
                <a:extLst>
                  <a:ext uri="{FF2B5EF4-FFF2-40B4-BE49-F238E27FC236}">
                    <a16:creationId xmlns:a16="http://schemas.microsoft.com/office/drawing/2014/main" id="{0A12942C-D4A6-094C-97F2-6B4EAB27C1DA}"/>
                  </a:ext>
                </a:extLst>
              </p:cNvPr>
              <p:cNvSpPr>
                <a:spLocks noChangeShapeType="1"/>
              </p:cNvSpPr>
              <p:nvPr/>
            </p:nvSpPr>
            <p:spPr bwMode="auto">
              <a:xfrm>
                <a:off x="216" y="3843"/>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6" name="Line 181">
                <a:extLst>
                  <a:ext uri="{FF2B5EF4-FFF2-40B4-BE49-F238E27FC236}">
                    <a16:creationId xmlns:a16="http://schemas.microsoft.com/office/drawing/2014/main" id="{9939A62D-9B82-D30E-64F4-F6CF86AB5DCF}"/>
                  </a:ext>
                </a:extLst>
              </p:cNvPr>
              <p:cNvSpPr>
                <a:spLocks noChangeShapeType="1"/>
              </p:cNvSpPr>
              <p:nvPr/>
            </p:nvSpPr>
            <p:spPr bwMode="auto">
              <a:xfrm>
                <a:off x="216" y="3881"/>
                <a:ext cx="5021"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427" name="Line 182">
                <a:extLst>
                  <a:ext uri="{FF2B5EF4-FFF2-40B4-BE49-F238E27FC236}">
                    <a16:creationId xmlns:a16="http://schemas.microsoft.com/office/drawing/2014/main" id="{C5549CDF-DDFF-F2BF-609C-79B4AA2DE72E}"/>
                  </a:ext>
                </a:extLst>
              </p:cNvPr>
              <p:cNvSpPr>
                <a:spLocks noChangeShapeType="1"/>
              </p:cNvSpPr>
              <p:nvPr/>
            </p:nvSpPr>
            <p:spPr bwMode="auto">
              <a:xfrm>
                <a:off x="216" y="3942"/>
                <a:ext cx="5021"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8310" name="Line 183">
              <a:extLst>
                <a:ext uri="{FF2B5EF4-FFF2-40B4-BE49-F238E27FC236}">
                  <a16:creationId xmlns:a16="http://schemas.microsoft.com/office/drawing/2014/main" id="{B633F0B0-E751-D60E-C0DD-C18F383D6A8F}"/>
                </a:ext>
              </a:extLst>
            </p:cNvPr>
            <p:cNvSpPr>
              <a:spLocks noChangeShapeType="1"/>
            </p:cNvSpPr>
            <p:nvPr/>
          </p:nvSpPr>
          <p:spPr bwMode="auto">
            <a:xfrm flipV="1">
              <a:off x="768" y="1483"/>
              <a:ext cx="0" cy="1758"/>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8311" name="Text Box 184">
              <a:extLst>
                <a:ext uri="{FF2B5EF4-FFF2-40B4-BE49-F238E27FC236}">
                  <a16:creationId xmlns:a16="http://schemas.microsoft.com/office/drawing/2014/main" id="{9F781E4A-C581-A2FF-DB62-6CFE1D060212}"/>
                </a:ext>
              </a:extLst>
            </p:cNvPr>
            <p:cNvSpPr txBox="1">
              <a:spLocks noChangeArrowheads="1"/>
            </p:cNvSpPr>
            <p:nvPr/>
          </p:nvSpPr>
          <p:spPr bwMode="auto">
            <a:xfrm>
              <a:off x="675" y="1289"/>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2000" i="1">
                  <a:latin typeface="Times New Roman" panose="02020603050405020304" pitchFamily="18" charset="0"/>
                  <a:ea typeface="楷体_GB2312"/>
                </a:rPr>
                <a:t>n</a:t>
              </a:r>
              <a:endParaRPr lang="en-US" altLang="zh-CN" sz="2000">
                <a:latin typeface="Times New Roman" panose="02020603050405020304" pitchFamily="18" charset="0"/>
                <a:ea typeface="楷体_GB2312"/>
              </a:endParaRPr>
            </a:p>
          </p:txBody>
        </p:sp>
        <p:sp>
          <p:nvSpPr>
            <p:cNvPr id="98312" name="Text Box 185">
              <a:extLst>
                <a:ext uri="{FF2B5EF4-FFF2-40B4-BE49-F238E27FC236}">
                  <a16:creationId xmlns:a16="http://schemas.microsoft.com/office/drawing/2014/main" id="{7C595462-8C58-0EB7-EC19-C8EF911041A2}"/>
                </a:ext>
              </a:extLst>
            </p:cNvPr>
            <p:cNvSpPr txBox="1">
              <a:spLocks noChangeArrowheads="1"/>
            </p:cNvSpPr>
            <p:nvPr/>
          </p:nvSpPr>
          <p:spPr bwMode="auto">
            <a:xfrm>
              <a:off x="3288" y="3228"/>
              <a:ext cx="6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2000" i="1">
                  <a:latin typeface="Times New Roman" panose="02020603050405020304" pitchFamily="18" charset="0"/>
                  <a:ea typeface="楷体_GB2312"/>
                </a:rPr>
                <a:t>λ</a:t>
              </a:r>
              <a:r>
                <a:rPr lang="en-US" altLang="zh-CN" sz="2000">
                  <a:latin typeface="Times New Roman" panose="02020603050405020304" pitchFamily="18" charset="0"/>
                  <a:ea typeface="楷体_GB2312"/>
                </a:rPr>
                <a:t>(nm)</a:t>
              </a:r>
            </a:p>
          </p:txBody>
        </p:sp>
        <p:sp>
          <p:nvSpPr>
            <p:cNvPr id="98313" name="Line 186">
              <a:extLst>
                <a:ext uri="{FF2B5EF4-FFF2-40B4-BE49-F238E27FC236}">
                  <a16:creationId xmlns:a16="http://schemas.microsoft.com/office/drawing/2014/main" id="{2E9537B0-5D43-0459-42C0-4D67E9999F4F}"/>
                </a:ext>
              </a:extLst>
            </p:cNvPr>
            <p:cNvSpPr>
              <a:spLocks noChangeShapeType="1"/>
            </p:cNvSpPr>
            <p:nvPr/>
          </p:nvSpPr>
          <p:spPr bwMode="auto">
            <a:xfrm>
              <a:off x="762" y="3241"/>
              <a:ext cx="2930" cy="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8314" name="Line 187">
              <a:extLst>
                <a:ext uri="{FF2B5EF4-FFF2-40B4-BE49-F238E27FC236}">
                  <a16:creationId xmlns:a16="http://schemas.microsoft.com/office/drawing/2014/main" id="{F9093881-0D9E-3DDF-B765-2684F291ED12}"/>
                </a:ext>
              </a:extLst>
            </p:cNvPr>
            <p:cNvSpPr>
              <a:spLocks noChangeShapeType="1"/>
            </p:cNvSpPr>
            <p:nvPr/>
          </p:nvSpPr>
          <p:spPr bwMode="auto">
            <a:xfrm>
              <a:off x="1561" y="3209"/>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5" name="Line 188">
              <a:extLst>
                <a:ext uri="{FF2B5EF4-FFF2-40B4-BE49-F238E27FC236}">
                  <a16:creationId xmlns:a16="http://schemas.microsoft.com/office/drawing/2014/main" id="{793FAE69-F015-29A7-2727-8A1776A79422}"/>
                </a:ext>
              </a:extLst>
            </p:cNvPr>
            <p:cNvSpPr>
              <a:spLocks noChangeShapeType="1"/>
            </p:cNvSpPr>
            <p:nvPr/>
          </p:nvSpPr>
          <p:spPr bwMode="auto">
            <a:xfrm>
              <a:off x="3154" y="3209"/>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6" name="Line 189">
              <a:extLst>
                <a:ext uri="{FF2B5EF4-FFF2-40B4-BE49-F238E27FC236}">
                  <a16:creationId xmlns:a16="http://schemas.microsoft.com/office/drawing/2014/main" id="{2833CE97-5E6D-EE8A-D35B-620EE64E516E}"/>
                </a:ext>
              </a:extLst>
            </p:cNvPr>
            <p:cNvSpPr>
              <a:spLocks noChangeShapeType="1"/>
            </p:cNvSpPr>
            <p:nvPr/>
          </p:nvSpPr>
          <p:spPr bwMode="auto">
            <a:xfrm rot="5400000">
              <a:off x="782" y="2267"/>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7" name="Line 190">
              <a:extLst>
                <a:ext uri="{FF2B5EF4-FFF2-40B4-BE49-F238E27FC236}">
                  <a16:creationId xmlns:a16="http://schemas.microsoft.com/office/drawing/2014/main" id="{3A0B30ED-89FC-B937-D01D-AA72FD373088}"/>
                </a:ext>
              </a:extLst>
            </p:cNvPr>
            <p:cNvSpPr>
              <a:spLocks noChangeShapeType="1"/>
            </p:cNvSpPr>
            <p:nvPr/>
          </p:nvSpPr>
          <p:spPr bwMode="auto">
            <a:xfrm rot="5400000">
              <a:off x="782" y="2589"/>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8" name="Line 191">
              <a:extLst>
                <a:ext uri="{FF2B5EF4-FFF2-40B4-BE49-F238E27FC236}">
                  <a16:creationId xmlns:a16="http://schemas.microsoft.com/office/drawing/2014/main" id="{379B7004-BD96-F6A8-DC94-3ACC35421027}"/>
                </a:ext>
              </a:extLst>
            </p:cNvPr>
            <p:cNvSpPr>
              <a:spLocks noChangeShapeType="1"/>
            </p:cNvSpPr>
            <p:nvPr/>
          </p:nvSpPr>
          <p:spPr bwMode="auto">
            <a:xfrm rot="5400000">
              <a:off x="782" y="2899"/>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9" name="Line 192">
              <a:extLst>
                <a:ext uri="{FF2B5EF4-FFF2-40B4-BE49-F238E27FC236}">
                  <a16:creationId xmlns:a16="http://schemas.microsoft.com/office/drawing/2014/main" id="{09D4A970-A6BB-F830-E77A-7CA0A8DD1C27}"/>
                </a:ext>
              </a:extLst>
            </p:cNvPr>
            <p:cNvSpPr>
              <a:spLocks noChangeShapeType="1"/>
            </p:cNvSpPr>
            <p:nvPr/>
          </p:nvSpPr>
          <p:spPr bwMode="auto">
            <a:xfrm rot="5400000">
              <a:off x="782" y="1617"/>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20" name="Line 193">
              <a:extLst>
                <a:ext uri="{FF2B5EF4-FFF2-40B4-BE49-F238E27FC236}">
                  <a16:creationId xmlns:a16="http://schemas.microsoft.com/office/drawing/2014/main" id="{E99FF231-7BC8-1F4A-61A0-787B06C60977}"/>
                </a:ext>
              </a:extLst>
            </p:cNvPr>
            <p:cNvSpPr>
              <a:spLocks noChangeShapeType="1"/>
            </p:cNvSpPr>
            <p:nvPr/>
          </p:nvSpPr>
          <p:spPr bwMode="auto">
            <a:xfrm rot="5400000">
              <a:off x="782" y="1941"/>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21" name="Text Box 194">
              <a:extLst>
                <a:ext uri="{FF2B5EF4-FFF2-40B4-BE49-F238E27FC236}">
                  <a16:creationId xmlns:a16="http://schemas.microsoft.com/office/drawing/2014/main" id="{408FE386-622F-C89E-897A-4B4C9B8D2E17}"/>
                </a:ext>
              </a:extLst>
            </p:cNvPr>
            <p:cNvSpPr txBox="1">
              <a:spLocks noChangeArrowheads="1"/>
            </p:cNvSpPr>
            <p:nvPr/>
          </p:nvSpPr>
          <p:spPr bwMode="auto">
            <a:xfrm>
              <a:off x="431" y="3158"/>
              <a:ext cx="36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1.6500</a:t>
              </a:r>
            </a:p>
          </p:txBody>
        </p:sp>
        <p:sp>
          <p:nvSpPr>
            <p:cNvPr id="98322" name="Text Box 195">
              <a:extLst>
                <a:ext uri="{FF2B5EF4-FFF2-40B4-BE49-F238E27FC236}">
                  <a16:creationId xmlns:a16="http://schemas.microsoft.com/office/drawing/2014/main" id="{19B6504B-AB92-2C08-F3C2-7FDD3E8CFE3E}"/>
                </a:ext>
              </a:extLst>
            </p:cNvPr>
            <p:cNvSpPr txBox="1">
              <a:spLocks noChangeArrowheads="1"/>
            </p:cNvSpPr>
            <p:nvPr/>
          </p:nvSpPr>
          <p:spPr bwMode="auto">
            <a:xfrm>
              <a:off x="1391" y="3241"/>
              <a:ext cx="29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500.0</a:t>
              </a:r>
              <a:endParaRPr lang="en-US" altLang="zh-CN" sz="2000">
                <a:latin typeface="Times New Roman" panose="02020603050405020304" pitchFamily="18" charset="0"/>
                <a:ea typeface="楷体_GB2312"/>
              </a:endParaRPr>
            </a:p>
          </p:txBody>
        </p:sp>
        <p:sp>
          <p:nvSpPr>
            <p:cNvPr id="98323" name="Text Box 196">
              <a:extLst>
                <a:ext uri="{FF2B5EF4-FFF2-40B4-BE49-F238E27FC236}">
                  <a16:creationId xmlns:a16="http://schemas.microsoft.com/office/drawing/2014/main" id="{B11F9DAA-D269-2750-EBD5-0F36D5D33C13}"/>
                </a:ext>
              </a:extLst>
            </p:cNvPr>
            <p:cNvSpPr txBox="1">
              <a:spLocks noChangeArrowheads="1"/>
            </p:cNvSpPr>
            <p:nvPr/>
          </p:nvSpPr>
          <p:spPr bwMode="auto">
            <a:xfrm>
              <a:off x="3036" y="3264"/>
              <a:ext cx="24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700.0</a:t>
              </a:r>
              <a:endParaRPr lang="en-US" altLang="zh-CN" sz="2000">
                <a:latin typeface="Times New Roman" panose="02020603050405020304" pitchFamily="18" charset="0"/>
                <a:ea typeface="楷体_GB2312"/>
              </a:endParaRPr>
            </a:p>
          </p:txBody>
        </p:sp>
        <p:sp>
          <p:nvSpPr>
            <p:cNvPr id="98324" name="Text Box 197">
              <a:extLst>
                <a:ext uri="{FF2B5EF4-FFF2-40B4-BE49-F238E27FC236}">
                  <a16:creationId xmlns:a16="http://schemas.microsoft.com/office/drawing/2014/main" id="{F2723A5C-1B2A-4A60-3B4C-C3EEB6FEB240}"/>
                </a:ext>
              </a:extLst>
            </p:cNvPr>
            <p:cNvSpPr txBox="1">
              <a:spLocks noChangeArrowheads="1"/>
            </p:cNvSpPr>
            <p:nvPr/>
          </p:nvSpPr>
          <p:spPr bwMode="auto">
            <a:xfrm>
              <a:off x="430" y="2552"/>
              <a:ext cx="35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1.6700</a:t>
              </a:r>
              <a:endParaRPr lang="en-US" altLang="zh-CN" sz="2000">
                <a:latin typeface="Times New Roman" panose="02020603050405020304" pitchFamily="18" charset="0"/>
                <a:ea typeface="楷体_GB2312"/>
              </a:endParaRPr>
            </a:p>
          </p:txBody>
        </p:sp>
        <p:sp>
          <p:nvSpPr>
            <p:cNvPr id="98325" name="Text Box 198">
              <a:extLst>
                <a:ext uri="{FF2B5EF4-FFF2-40B4-BE49-F238E27FC236}">
                  <a16:creationId xmlns:a16="http://schemas.microsoft.com/office/drawing/2014/main" id="{F7A2626E-0EDA-5522-6A12-B99B67B78514}"/>
                </a:ext>
              </a:extLst>
            </p:cNvPr>
            <p:cNvSpPr txBox="1">
              <a:spLocks noChangeArrowheads="1"/>
            </p:cNvSpPr>
            <p:nvPr/>
          </p:nvSpPr>
          <p:spPr bwMode="auto">
            <a:xfrm>
              <a:off x="424" y="2860"/>
              <a:ext cx="37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1.6600</a:t>
              </a:r>
              <a:endParaRPr lang="en-US" altLang="zh-CN" sz="2000">
                <a:latin typeface="Times New Roman" panose="02020603050405020304" pitchFamily="18" charset="0"/>
                <a:ea typeface="楷体_GB2312"/>
              </a:endParaRPr>
            </a:p>
          </p:txBody>
        </p:sp>
        <p:sp>
          <p:nvSpPr>
            <p:cNvPr id="98326" name="Text Box 199">
              <a:extLst>
                <a:ext uri="{FF2B5EF4-FFF2-40B4-BE49-F238E27FC236}">
                  <a16:creationId xmlns:a16="http://schemas.microsoft.com/office/drawing/2014/main" id="{EA256028-88EA-41C5-BE4C-34DDDAA4727B}"/>
                </a:ext>
              </a:extLst>
            </p:cNvPr>
            <p:cNvSpPr txBox="1">
              <a:spLocks noChangeArrowheads="1"/>
            </p:cNvSpPr>
            <p:nvPr/>
          </p:nvSpPr>
          <p:spPr bwMode="auto">
            <a:xfrm>
              <a:off x="443" y="1592"/>
              <a:ext cx="34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1.7000</a:t>
              </a:r>
              <a:endParaRPr lang="en-US" altLang="zh-CN" sz="2000">
                <a:latin typeface="Times New Roman" panose="02020603050405020304" pitchFamily="18" charset="0"/>
                <a:ea typeface="楷体_GB2312"/>
              </a:endParaRPr>
            </a:p>
          </p:txBody>
        </p:sp>
        <p:sp>
          <p:nvSpPr>
            <p:cNvPr id="98327" name="Text Box 200">
              <a:extLst>
                <a:ext uri="{FF2B5EF4-FFF2-40B4-BE49-F238E27FC236}">
                  <a16:creationId xmlns:a16="http://schemas.microsoft.com/office/drawing/2014/main" id="{FD244AD9-05B8-3D7C-F393-A2A214EBBD71}"/>
                </a:ext>
              </a:extLst>
            </p:cNvPr>
            <p:cNvSpPr txBox="1">
              <a:spLocks noChangeArrowheads="1"/>
            </p:cNvSpPr>
            <p:nvPr/>
          </p:nvSpPr>
          <p:spPr bwMode="auto">
            <a:xfrm>
              <a:off x="446" y="1904"/>
              <a:ext cx="32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1.6900</a:t>
              </a:r>
              <a:endParaRPr lang="en-US" altLang="zh-CN" sz="2000">
                <a:latin typeface="Times New Roman" panose="02020603050405020304" pitchFamily="18" charset="0"/>
                <a:ea typeface="楷体_GB2312"/>
              </a:endParaRPr>
            </a:p>
          </p:txBody>
        </p:sp>
        <p:sp>
          <p:nvSpPr>
            <p:cNvPr id="98328" name="Text Box 201">
              <a:extLst>
                <a:ext uri="{FF2B5EF4-FFF2-40B4-BE49-F238E27FC236}">
                  <a16:creationId xmlns:a16="http://schemas.microsoft.com/office/drawing/2014/main" id="{B13FFF3D-1A29-68DC-AC36-BFF5125D8491}"/>
                </a:ext>
              </a:extLst>
            </p:cNvPr>
            <p:cNvSpPr txBox="1">
              <a:spLocks noChangeArrowheads="1"/>
            </p:cNvSpPr>
            <p:nvPr/>
          </p:nvSpPr>
          <p:spPr bwMode="auto">
            <a:xfrm>
              <a:off x="445" y="2224"/>
              <a:ext cx="32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1.6800</a:t>
              </a:r>
              <a:endParaRPr lang="en-US" altLang="zh-CN" sz="2000">
                <a:latin typeface="Times New Roman" panose="02020603050405020304" pitchFamily="18" charset="0"/>
                <a:ea typeface="楷体_GB2312"/>
              </a:endParaRPr>
            </a:p>
          </p:txBody>
        </p:sp>
        <p:sp>
          <p:nvSpPr>
            <p:cNvPr id="98329" name="Text Box 202">
              <a:extLst>
                <a:ext uri="{FF2B5EF4-FFF2-40B4-BE49-F238E27FC236}">
                  <a16:creationId xmlns:a16="http://schemas.microsoft.com/office/drawing/2014/main" id="{EBD6E4B0-4375-E2FF-EBC2-EAB7F8CF47A3}"/>
                </a:ext>
              </a:extLst>
            </p:cNvPr>
            <p:cNvSpPr txBox="1">
              <a:spLocks noChangeArrowheads="1"/>
            </p:cNvSpPr>
            <p:nvPr/>
          </p:nvSpPr>
          <p:spPr bwMode="auto">
            <a:xfrm>
              <a:off x="2188" y="3241"/>
              <a:ext cx="28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600.0</a:t>
              </a:r>
              <a:endParaRPr lang="en-US" altLang="zh-CN" sz="2000">
                <a:latin typeface="Times New Roman" panose="02020603050405020304" pitchFamily="18" charset="0"/>
                <a:ea typeface="楷体_GB2312"/>
              </a:endParaRPr>
            </a:p>
          </p:txBody>
        </p:sp>
        <p:sp>
          <p:nvSpPr>
            <p:cNvPr id="98330" name="Line 203">
              <a:extLst>
                <a:ext uri="{FF2B5EF4-FFF2-40B4-BE49-F238E27FC236}">
                  <a16:creationId xmlns:a16="http://schemas.microsoft.com/office/drawing/2014/main" id="{F15B832A-9475-B297-A1B6-41B428FD323D}"/>
                </a:ext>
              </a:extLst>
            </p:cNvPr>
            <p:cNvSpPr>
              <a:spLocks noChangeShapeType="1"/>
            </p:cNvSpPr>
            <p:nvPr/>
          </p:nvSpPr>
          <p:spPr bwMode="auto">
            <a:xfrm>
              <a:off x="2356" y="3207"/>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31" name="Text Box 204">
              <a:extLst>
                <a:ext uri="{FF2B5EF4-FFF2-40B4-BE49-F238E27FC236}">
                  <a16:creationId xmlns:a16="http://schemas.microsoft.com/office/drawing/2014/main" id="{7C67D6E3-9159-C270-ABF1-B18AF4A32D91}"/>
                </a:ext>
              </a:extLst>
            </p:cNvPr>
            <p:cNvSpPr txBox="1">
              <a:spLocks noChangeArrowheads="1"/>
            </p:cNvSpPr>
            <p:nvPr/>
          </p:nvSpPr>
          <p:spPr bwMode="auto">
            <a:xfrm>
              <a:off x="697" y="3260"/>
              <a:ext cx="30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400.0</a:t>
              </a:r>
              <a:endParaRPr lang="en-US" altLang="zh-CN" sz="2000">
                <a:latin typeface="Times New Roman" panose="02020603050405020304" pitchFamily="18" charset="0"/>
                <a:ea typeface="楷体_GB2312"/>
              </a:endParaRPr>
            </a:p>
          </p:txBody>
        </p:sp>
        <p:sp>
          <p:nvSpPr>
            <p:cNvPr id="98332" name="Text Box 205">
              <a:extLst>
                <a:ext uri="{FF2B5EF4-FFF2-40B4-BE49-F238E27FC236}">
                  <a16:creationId xmlns:a16="http://schemas.microsoft.com/office/drawing/2014/main" id="{ADAD17B3-BE6A-56B6-2719-540745CA10EF}"/>
                </a:ext>
              </a:extLst>
            </p:cNvPr>
            <p:cNvSpPr txBox="1">
              <a:spLocks noChangeArrowheads="1"/>
            </p:cNvSpPr>
            <p:nvPr/>
          </p:nvSpPr>
          <p:spPr bwMode="auto">
            <a:xfrm>
              <a:off x="1383" y="3332"/>
              <a:ext cx="15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en-US" sz="2000">
                  <a:solidFill>
                    <a:schemeClr val="accent2"/>
                  </a:solidFill>
                  <a:latin typeface="Times New Roman" panose="02020603050405020304" pitchFamily="18" charset="0"/>
                  <a:ea typeface="黑体" panose="02010609060101010101" pitchFamily="49" charset="-122"/>
                </a:rPr>
                <a:t>玻璃材料色散曲线图</a:t>
              </a:r>
            </a:p>
          </p:txBody>
        </p:sp>
        <p:grpSp>
          <p:nvGrpSpPr>
            <p:cNvPr id="98333" name="Group 206">
              <a:extLst>
                <a:ext uri="{FF2B5EF4-FFF2-40B4-BE49-F238E27FC236}">
                  <a16:creationId xmlns:a16="http://schemas.microsoft.com/office/drawing/2014/main" id="{2C766DFF-87C4-58AA-2245-BF15553772AA}"/>
                </a:ext>
              </a:extLst>
            </p:cNvPr>
            <p:cNvGrpSpPr>
              <a:grpSpLocks/>
            </p:cNvGrpSpPr>
            <p:nvPr/>
          </p:nvGrpSpPr>
          <p:grpSpPr bwMode="auto">
            <a:xfrm>
              <a:off x="1116" y="1753"/>
              <a:ext cx="31" cy="32"/>
              <a:chOff x="2705" y="307"/>
              <a:chExt cx="73" cy="72"/>
            </a:xfrm>
          </p:grpSpPr>
          <p:sp>
            <p:nvSpPr>
              <p:cNvPr id="98354" name="Line 207">
                <a:extLst>
                  <a:ext uri="{FF2B5EF4-FFF2-40B4-BE49-F238E27FC236}">
                    <a16:creationId xmlns:a16="http://schemas.microsoft.com/office/drawing/2014/main" id="{6397C38B-12C3-697F-B1CA-39A610FF32E1}"/>
                  </a:ext>
                </a:extLst>
              </p:cNvPr>
              <p:cNvSpPr>
                <a:spLocks noChangeShapeType="1"/>
              </p:cNvSpPr>
              <p:nvPr/>
            </p:nvSpPr>
            <p:spPr bwMode="auto">
              <a:xfrm>
                <a:off x="2705" y="349"/>
                <a:ext cx="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55" name="Line 208">
                <a:extLst>
                  <a:ext uri="{FF2B5EF4-FFF2-40B4-BE49-F238E27FC236}">
                    <a16:creationId xmlns:a16="http://schemas.microsoft.com/office/drawing/2014/main" id="{965259BD-72A4-4504-31E5-2C9DA7E2725E}"/>
                  </a:ext>
                </a:extLst>
              </p:cNvPr>
              <p:cNvSpPr>
                <a:spLocks noChangeShapeType="1"/>
              </p:cNvSpPr>
              <p:nvPr/>
            </p:nvSpPr>
            <p:spPr bwMode="auto">
              <a:xfrm rot="5400000">
                <a:off x="2709" y="343"/>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8334" name="Group 209">
              <a:extLst>
                <a:ext uri="{FF2B5EF4-FFF2-40B4-BE49-F238E27FC236}">
                  <a16:creationId xmlns:a16="http://schemas.microsoft.com/office/drawing/2014/main" id="{D8E54C0A-5592-60DB-2B5E-643B715B893B}"/>
                </a:ext>
              </a:extLst>
            </p:cNvPr>
            <p:cNvGrpSpPr>
              <a:grpSpLocks/>
            </p:cNvGrpSpPr>
            <p:nvPr/>
          </p:nvGrpSpPr>
          <p:grpSpPr bwMode="auto">
            <a:xfrm>
              <a:off x="1301" y="1938"/>
              <a:ext cx="32" cy="32"/>
              <a:chOff x="2705" y="307"/>
              <a:chExt cx="73" cy="72"/>
            </a:xfrm>
          </p:grpSpPr>
          <p:sp>
            <p:nvSpPr>
              <p:cNvPr id="98352" name="Line 210">
                <a:extLst>
                  <a:ext uri="{FF2B5EF4-FFF2-40B4-BE49-F238E27FC236}">
                    <a16:creationId xmlns:a16="http://schemas.microsoft.com/office/drawing/2014/main" id="{AB32C4D6-1312-7926-8A74-AB9259D76977}"/>
                  </a:ext>
                </a:extLst>
              </p:cNvPr>
              <p:cNvSpPr>
                <a:spLocks noChangeShapeType="1"/>
              </p:cNvSpPr>
              <p:nvPr/>
            </p:nvSpPr>
            <p:spPr bwMode="auto">
              <a:xfrm>
                <a:off x="2705" y="349"/>
                <a:ext cx="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53" name="Line 211">
                <a:extLst>
                  <a:ext uri="{FF2B5EF4-FFF2-40B4-BE49-F238E27FC236}">
                    <a16:creationId xmlns:a16="http://schemas.microsoft.com/office/drawing/2014/main" id="{47FA005F-2A7C-12A0-97C5-5005CC2C7AAD}"/>
                  </a:ext>
                </a:extLst>
              </p:cNvPr>
              <p:cNvSpPr>
                <a:spLocks noChangeShapeType="1"/>
              </p:cNvSpPr>
              <p:nvPr/>
            </p:nvSpPr>
            <p:spPr bwMode="auto">
              <a:xfrm rot="5400000">
                <a:off x="2709" y="343"/>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8335" name="Group 212">
              <a:extLst>
                <a:ext uri="{FF2B5EF4-FFF2-40B4-BE49-F238E27FC236}">
                  <a16:creationId xmlns:a16="http://schemas.microsoft.com/office/drawing/2014/main" id="{566DE960-A8A1-9F04-DC1A-1B666C0AB470}"/>
                </a:ext>
              </a:extLst>
            </p:cNvPr>
            <p:cNvGrpSpPr>
              <a:grpSpLocks/>
            </p:cNvGrpSpPr>
            <p:nvPr/>
          </p:nvGrpSpPr>
          <p:grpSpPr bwMode="auto">
            <a:xfrm>
              <a:off x="1473" y="2082"/>
              <a:ext cx="32" cy="32"/>
              <a:chOff x="2705" y="307"/>
              <a:chExt cx="73" cy="72"/>
            </a:xfrm>
          </p:grpSpPr>
          <p:sp>
            <p:nvSpPr>
              <p:cNvPr id="98350" name="Line 213">
                <a:extLst>
                  <a:ext uri="{FF2B5EF4-FFF2-40B4-BE49-F238E27FC236}">
                    <a16:creationId xmlns:a16="http://schemas.microsoft.com/office/drawing/2014/main" id="{42D6863E-69BD-823E-2120-5BA8E5DEC4CB}"/>
                  </a:ext>
                </a:extLst>
              </p:cNvPr>
              <p:cNvSpPr>
                <a:spLocks noChangeShapeType="1"/>
              </p:cNvSpPr>
              <p:nvPr/>
            </p:nvSpPr>
            <p:spPr bwMode="auto">
              <a:xfrm>
                <a:off x="2705" y="349"/>
                <a:ext cx="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51" name="Line 214">
                <a:extLst>
                  <a:ext uri="{FF2B5EF4-FFF2-40B4-BE49-F238E27FC236}">
                    <a16:creationId xmlns:a16="http://schemas.microsoft.com/office/drawing/2014/main" id="{8AE46133-829B-395C-82E6-0163409E7DA7}"/>
                  </a:ext>
                </a:extLst>
              </p:cNvPr>
              <p:cNvSpPr>
                <a:spLocks noChangeShapeType="1"/>
              </p:cNvSpPr>
              <p:nvPr/>
            </p:nvSpPr>
            <p:spPr bwMode="auto">
              <a:xfrm rot="5400000">
                <a:off x="2709" y="343"/>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8336" name="Group 215">
              <a:extLst>
                <a:ext uri="{FF2B5EF4-FFF2-40B4-BE49-F238E27FC236}">
                  <a16:creationId xmlns:a16="http://schemas.microsoft.com/office/drawing/2014/main" id="{AAED1CA4-2F92-3F90-C342-3235996204C2}"/>
                </a:ext>
              </a:extLst>
            </p:cNvPr>
            <p:cNvGrpSpPr>
              <a:grpSpLocks/>
            </p:cNvGrpSpPr>
            <p:nvPr/>
          </p:nvGrpSpPr>
          <p:grpSpPr bwMode="auto">
            <a:xfrm>
              <a:off x="1556" y="2134"/>
              <a:ext cx="32" cy="32"/>
              <a:chOff x="2705" y="307"/>
              <a:chExt cx="73" cy="72"/>
            </a:xfrm>
          </p:grpSpPr>
          <p:sp>
            <p:nvSpPr>
              <p:cNvPr id="98348" name="Line 216">
                <a:extLst>
                  <a:ext uri="{FF2B5EF4-FFF2-40B4-BE49-F238E27FC236}">
                    <a16:creationId xmlns:a16="http://schemas.microsoft.com/office/drawing/2014/main" id="{831E4C03-F075-90EC-B861-B8E23AF2380F}"/>
                  </a:ext>
                </a:extLst>
              </p:cNvPr>
              <p:cNvSpPr>
                <a:spLocks noChangeShapeType="1"/>
              </p:cNvSpPr>
              <p:nvPr/>
            </p:nvSpPr>
            <p:spPr bwMode="auto">
              <a:xfrm>
                <a:off x="2705" y="349"/>
                <a:ext cx="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49" name="Line 217">
                <a:extLst>
                  <a:ext uri="{FF2B5EF4-FFF2-40B4-BE49-F238E27FC236}">
                    <a16:creationId xmlns:a16="http://schemas.microsoft.com/office/drawing/2014/main" id="{722420E9-BA72-25B1-124A-7DDE4BB07FF0}"/>
                  </a:ext>
                </a:extLst>
              </p:cNvPr>
              <p:cNvSpPr>
                <a:spLocks noChangeShapeType="1"/>
              </p:cNvSpPr>
              <p:nvPr/>
            </p:nvSpPr>
            <p:spPr bwMode="auto">
              <a:xfrm rot="5400000">
                <a:off x="2709" y="343"/>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8337" name="Group 218">
              <a:extLst>
                <a:ext uri="{FF2B5EF4-FFF2-40B4-BE49-F238E27FC236}">
                  <a16:creationId xmlns:a16="http://schemas.microsoft.com/office/drawing/2014/main" id="{0467D5CD-4673-ED35-94C5-3F8F74B918B3}"/>
                </a:ext>
              </a:extLst>
            </p:cNvPr>
            <p:cNvGrpSpPr>
              <a:grpSpLocks/>
            </p:cNvGrpSpPr>
            <p:nvPr/>
          </p:nvGrpSpPr>
          <p:grpSpPr bwMode="auto">
            <a:xfrm>
              <a:off x="2232" y="2521"/>
              <a:ext cx="32" cy="32"/>
              <a:chOff x="2705" y="307"/>
              <a:chExt cx="73" cy="72"/>
            </a:xfrm>
          </p:grpSpPr>
          <p:sp>
            <p:nvSpPr>
              <p:cNvPr id="98346" name="Line 219">
                <a:extLst>
                  <a:ext uri="{FF2B5EF4-FFF2-40B4-BE49-F238E27FC236}">
                    <a16:creationId xmlns:a16="http://schemas.microsoft.com/office/drawing/2014/main" id="{BE8941FD-F6BF-08A4-2D11-8531A69FAEC5}"/>
                  </a:ext>
                </a:extLst>
              </p:cNvPr>
              <p:cNvSpPr>
                <a:spLocks noChangeShapeType="1"/>
              </p:cNvSpPr>
              <p:nvPr/>
            </p:nvSpPr>
            <p:spPr bwMode="auto">
              <a:xfrm>
                <a:off x="2705" y="349"/>
                <a:ext cx="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47" name="Line 220">
                <a:extLst>
                  <a:ext uri="{FF2B5EF4-FFF2-40B4-BE49-F238E27FC236}">
                    <a16:creationId xmlns:a16="http://schemas.microsoft.com/office/drawing/2014/main" id="{C965902C-F9A4-F9E5-21E0-F14F33727912}"/>
                  </a:ext>
                </a:extLst>
              </p:cNvPr>
              <p:cNvSpPr>
                <a:spLocks noChangeShapeType="1"/>
              </p:cNvSpPr>
              <p:nvPr/>
            </p:nvSpPr>
            <p:spPr bwMode="auto">
              <a:xfrm rot="5400000">
                <a:off x="2709" y="343"/>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8338" name="Group 221">
              <a:extLst>
                <a:ext uri="{FF2B5EF4-FFF2-40B4-BE49-F238E27FC236}">
                  <a16:creationId xmlns:a16="http://schemas.microsoft.com/office/drawing/2014/main" id="{9C2342F1-758C-CC22-F009-A6B75EB85C0D}"/>
                </a:ext>
              </a:extLst>
            </p:cNvPr>
            <p:cNvGrpSpPr>
              <a:grpSpLocks/>
            </p:cNvGrpSpPr>
            <p:nvPr/>
          </p:nvGrpSpPr>
          <p:grpSpPr bwMode="auto">
            <a:xfrm>
              <a:off x="2877" y="2745"/>
              <a:ext cx="32" cy="32"/>
              <a:chOff x="2705" y="307"/>
              <a:chExt cx="73" cy="72"/>
            </a:xfrm>
          </p:grpSpPr>
          <p:sp>
            <p:nvSpPr>
              <p:cNvPr id="98344" name="Line 222">
                <a:extLst>
                  <a:ext uri="{FF2B5EF4-FFF2-40B4-BE49-F238E27FC236}">
                    <a16:creationId xmlns:a16="http://schemas.microsoft.com/office/drawing/2014/main" id="{022AEA2A-E40C-D867-0A30-AA7EE0A7EFF3}"/>
                  </a:ext>
                </a:extLst>
              </p:cNvPr>
              <p:cNvSpPr>
                <a:spLocks noChangeShapeType="1"/>
              </p:cNvSpPr>
              <p:nvPr/>
            </p:nvSpPr>
            <p:spPr bwMode="auto">
              <a:xfrm>
                <a:off x="2705" y="349"/>
                <a:ext cx="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45" name="Line 223">
                <a:extLst>
                  <a:ext uri="{FF2B5EF4-FFF2-40B4-BE49-F238E27FC236}">
                    <a16:creationId xmlns:a16="http://schemas.microsoft.com/office/drawing/2014/main" id="{36B250DF-773C-1C51-57CC-825522A5E7E4}"/>
                  </a:ext>
                </a:extLst>
              </p:cNvPr>
              <p:cNvSpPr>
                <a:spLocks noChangeShapeType="1"/>
              </p:cNvSpPr>
              <p:nvPr/>
            </p:nvSpPr>
            <p:spPr bwMode="auto">
              <a:xfrm rot="5400000">
                <a:off x="2709" y="343"/>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8339" name="Group 224">
              <a:extLst>
                <a:ext uri="{FF2B5EF4-FFF2-40B4-BE49-F238E27FC236}">
                  <a16:creationId xmlns:a16="http://schemas.microsoft.com/office/drawing/2014/main" id="{A044FB5D-923D-4AED-D9B6-E87523597277}"/>
                </a:ext>
              </a:extLst>
            </p:cNvPr>
            <p:cNvGrpSpPr>
              <a:grpSpLocks/>
            </p:cNvGrpSpPr>
            <p:nvPr/>
          </p:nvGrpSpPr>
          <p:grpSpPr bwMode="auto">
            <a:xfrm>
              <a:off x="3178" y="2823"/>
              <a:ext cx="32" cy="32"/>
              <a:chOff x="2705" y="307"/>
              <a:chExt cx="73" cy="72"/>
            </a:xfrm>
          </p:grpSpPr>
          <p:sp>
            <p:nvSpPr>
              <p:cNvPr id="98342" name="Line 225">
                <a:extLst>
                  <a:ext uri="{FF2B5EF4-FFF2-40B4-BE49-F238E27FC236}">
                    <a16:creationId xmlns:a16="http://schemas.microsoft.com/office/drawing/2014/main" id="{06FF6F0C-6E78-8F63-4C89-E2FA67CD1B09}"/>
                  </a:ext>
                </a:extLst>
              </p:cNvPr>
              <p:cNvSpPr>
                <a:spLocks noChangeShapeType="1"/>
              </p:cNvSpPr>
              <p:nvPr/>
            </p:nvSpPr>
            <p:spPr bwMode="auto">
              <a:xfrm>
                <a:off x="2705" y="349"/>
                <a:ext cx="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43" name="Line 226">
                <a:extLst>
                  <a:ext uri="{FF2B5EF4-FFF2-40B4-BE49-F238E27FC236}">
                    <a16:creationId xmlns:a16="http://schemas.microsoft.com/office/drawing/2014/main" id="{7D1586A9-D187-BC54-BD7D-679502213EAA}"/>
                  </a:ext>
                </a:extLst>
              </p:cNvPr>
              <p:cNvSpPr>
                <a:spLocks noChangeShapeType="1"/>
              </p:cNvSpPr>
              <p:nvPr/>
            </p:nvSpPr>
            <p:spPr bwMode="auto">
              <a:xfrm rot="5400000">
                <a:off x="2709" y="343"/>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8340" name="Rectangle 227">
              <a:extLst>
                <a:ext uri="{FF2B5EF4-FFF2-40B4-BE49-F238E27FC236}">
                  <a16:creationId xmlns:a16="http://schemas.microsoft.com/office/drawing/2014/main" id="{5727344C-A6F1-241C-49E5-2EE9CF838D36}"/>
                </a:ext>
              </a:extLst>
            </p:cNvPr>
            <p:cNvSpPr>
              <a:spLocks noChangeArrowheads="1"/>
            </p:cNvSpPr>
            <p:nvPr/>
          </p:nvSpPr>
          <p:spPr bwMode="auto">
            <a:xfrm>
              <a:off x="1844" y="943"/>
              <a:ext cx="5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zh-CN" sz="2000">
                  <a:solidFill>
                    <a:schemeClr val="accent2"/>
                  </a:solidFill>
                  <a:latin typeface="黑体" panose="02010609060101010101" pitchFamily="49" charset="-122"/>
                  <a:ea typeface="黑体" panose="02010609060101010101" pitchFamily="49" charset="-122"/>
                </a:rPr>
                <a:t>图</a:t>
              </a:r>
              <a:r>
                <a:rPr lang="zh-CN" altLang="en-US" sz="2000">
                  <a:solidFill>
                    <a:schemeClr val="accent2"/>
                  </a:solidFill>
                  <a:latin typeface="黑体" panose="02010609060101010101" pitchFamily="49" charset="-122"/>
                  <a:ea typeface="黑体" panose="02010609060101010101" pitchFamily="49" charset="-122"/>
                </a:rPr>
                <a:t>  </a:t>
              </a:r>
              <a:r>
                <a:rPr lang="zh-CN" altLang="zh-CN" sz="2000">
                  <a:solidFill>
                    <a:schemeClr val="accent2"/>
                  </a:solidFill>
                  <a:latin typeface="黑体" panose="02010609060101010101" pitchFamily="49" charset="-122"/>
                  <a:ea typeface="黑体" panose="02010609060101010101" pitchFamily="49" charset="-122"/>
                </a:rPr>
                <a:t>1</a:t>
              </a:r>
              <a:endParaRPr lang="en-US" altLang="zh-CN" sz="2000">
                <a:solidFill>
                  <a:schemeClr val="accent2"/>
                </a:solidFill>
                <a:latin typeface="黑体" panose="02010609060101010101" pitchFamily="49" charset="-122"/>
                <a:ea typeface="黑体" panose="02010609060101010101" pitchFamily="49" charset="-122"/>
              </a:endParaRPr>
            </a:p>
          </p:txBody>
        </p:sp>
        <p:sp>
          <p:nvSpPr>
            <p:cNvPr id="98341" name="Freeform 228">
              <a:extLst>
                <a:ext uri="{FF2B5EF4-FFF2-40B4-BE49-F238E27FC236}">
                  <a16:creationId xmlns:a16="http://schemas.microsoft.com/office/drawing/2014/main" id="{4EB3537D-E00A-DD6E-20D3-1D3F50C4C14E}"/>
                </a:ext>
              </a:extLst>
            </p:cNvPr>
            <p:cNvSpPr>
              <a:spLocks/>
            </p:cNvSpPr>
            <p:nvPr/>
          </p:nvSpPr>
          <p:spPr bwMode="auto">
            <a:xfrm>
              <a:off x="1034" y="1634"/>
              <a:ext cx="2483" cy="1272"/>
            </a:xfrm>
            <a:custGeom>
              <a:avLst/>
              <a:gdLst>
                <a:gd name="T0" fmla="*/ 0 w 2483"/>
                <a:gd name="T1" fmla="*/ 0 h 1272"/>
                <a:gd name="T2" fmla="*/ 104 w 2483"/>
                <a:gd name="T3" fmla="*/ 114 h 1272"/>
                <a:gd name="T4" fmla="*/ 218 w 2483"/>
                <a:gd name="T5" fmla="*/ 217 h 1272"/>
                <a:gd name="T6" fmla="*/ 300 w 2483"/>
                <a:gd name="T7" fmla="*/ 279 h 1272"/>
                <a:gd name="T8" fmla="*/ 352 w 2483"/>
                <a:gd name="T9" fmla="*/ 331 h 1272"/>
                <a:gd name="T10" fmla="*/ 404 w 2483"/>
                <a:gd name="T11" fmla="*/ 383 h 1272"/>
                <a:gd name="T12" fmla="*/ 487 w 2483"/>
                <a:gd name="T13" fmla="*/ 466 h 1272"/>
                <a:gd name="T14" fmla="*/ 549 w 2483"/>
                <a:gd name="T15" fmla="*/ 507 h 1272"/>
                <a:gd name="T16" fmla="*/ 600 w 2483"/>
                <a:gd name="T17" fmla="*/ 548 h 1272"/>
                <a:gd name="T18" fmla="*/ 693 w 2483"/>
                <a:gd name="T19" fmla="*/ 631 h 1272"/>
                <a:gd name="T20" fmla="*/ 973 w 2483"/>
                <a:gd name="T21" fmla="*/ 797 h 1272"/>
                <a:gd name="T22" fmla="*/ 1035 w 2483"/>
                <a:gd name="T23" fmla="*/ 838 h 1272"/>
                <a:gd name="T24" fmla="*/ 1159 w 2483"/>
                <a:gd name="T25" fmla="*/ 910 h 1272"/>
                <a:gd name="T26" fmla="*/ 1459 w 2483"/>
                <a:gd name="T27" fmla="*/ 1004 h 1272"/>
                <a:gd name="T28" fmla="*/ 1687 w 2483"/>
                <a:gd name="T29" fmla="*/ 1086 h 1272"/>
                <a:gd name="T30" fmla="*/ 1842 w 2483"/>
                <a:gd name="T31" fmla="*/ 1148 h 1272"/>
                <a:gd name="T32" fmla="*/ 2400 w 2483"/>
                <a:gd name="T33" fmla="*/ 1252 h 1272"/>
                <a:gd name="T34" fmla="*/ 2431 w 2483"/>
                <a:gd name="T35" fmla="*/ 1262 h 1272"/>
                <a:gd name="T36" fmla="*/ 2483 w 2483"/>
                <a:gd name="T37" fmla="*/ 1272 h 12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3"/>
                <a:gd name="T58" fmla="*/ 0 h 1272"/>
                <a:gd name="T59" fmla="*/ 2483 w 2483"/>
                <a:gd name="T60" fmla="*/ 1272 h 12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3" h="1272">
                  <a:moveTo>
                    <a:pt x="0" y="0"/>
                  </a:moveTo>
                  <a:cubicBezTo>
                    <a:pt x="39" y="39"/>
                    <a:pt x="59" y="83"/>
                    <a:pt x="104" y="114"/>
                  </a:cubicBezTo>
                  <a:cubicBezTo>
                    <a:pt x="132" y="156"/>
                    <a:pt x="176" y="190"/>
                    <a:pt x="218" y="217"/>
                  </a:cubicBezTo>
                  <a:cubicBezTo>
                    <a:pt x="245" y="259"/>
                    <a:pt x="259" y="253"/>
                    <a:pt x="300" y="279"/>
                  </a:cubicBezTo>
                  <a:cubicBezTo>
                    <a:pt x="354" y="362"/>
                    <a:pt x="284" y="265"/>
                    <a:pt x="352" y="331"/>
                  </a:cubicBezTo>
                  <a:cubicBezTo>
                    <a:pt x="426" y="403"/>
                    <a:pt x="317" y="324"/>
                    <a:pt x="404" y="383"/>
                  </a:cubicBezTo>
                  <a:cubicBezTo>
                    <a:pt x="426" y="415"/>
                    <a:pt x="456" y="442"/>
                    <a:pt x="487" y="466"/>
                  </a:cubicBezTo>
                  <a:cubicBezTo>
                    <a:pt x="507" y="481"/>
                    <a:pt x="549" y="507"/>
                    <a:pt x="549" y="507"/>
                  </a:cubicBezTo>
                  <a:cubicBezTo>
                    <a:pt x="603" y="591"/>
                    <a:pt x="532" y="496"/>
                    <a:pt x="600" y="548"/>
                  </a:cubicBezTo>
                  <a:cubicBezTo>
                    <a:pt x="633" y="573"/>
                    <a:pt x="661" y="605"/>
                    <a:pt x="693" y="631"/>
                  </a:cubicBezTo>
                  <a:cubicBezTo>
                    <a:pt x="778" y="701"/>
                    <a:pt x="868" y="761"/>
                    <a:pt x="973" y="797"/>
                  </a:cubicBezTo>
                  <a:cubicBezTo>
                    <a:pt x="996" y="805"/>
                    <a:pt x="1014" y="824"/>
                    <a:pt x="1035" y="838"/>
                  </a:cubicBezTo>
                  <a:cubicBezTo>
                    <a:pt x="1075" y="865"/>
                    <a:pt x="1115" y="891"/>
                    <a:pt x="1159" y="910"/>
                  </a:cubicBezTo>
                  <a:cubicBezTo>
                    <a:pt x="1253" y="952"/>
                    <a:pt x="1360" y="974"/>
                    <a:pt x="1459" y="1004"/>
                  </a:cubicBezTo>
                  <a:cubicBezTo>
                    <a:pt x="1538" y="1028"/>
                    <a:pt x="1607" y="1067"/>
                    <a:pt x="1687" y="1086"/>
                  </a:cubicBezTo>
                  <a:cubicBezTo>
                    <a:pt x="1734" y="1118"/>
                    <a:pt x="1788" y="1130"/>
                    <a:pt x="1842" y="1148"/>
                  </a:cubicBezTo>
                  <a:cubicBezTo>
                    <a:pt x="2022" y="1209"/>
                    <a:pt x="2212" y="1227"/>
                    <a:pt x="2400" y="1252"/>
                  </a:cubicBezTo>
                  <a:cubicBezTo>
                    <a:pt x="2410" y="1255"/>
                    <a:pt x="2420" y="1259"/>
                    <a:pt x="2431" y="1262"/>
                  </a:cubicBezTo>
                  <a:cubicBezTo>
                    <a:pt x="2448" y="1266"/>
                    <a:pt x="2483" y="1272"/>
                    <a:pt x="2483" y="1272"/>
                  </a:cubicBez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4677" name="AutoShape 229">
            <a:extLst>
              <a:ext uri="{FF2B5EF4-FFF2-40B4-BE49-F238E27FC236}">
                <a16:creationId xmlns:a16="http://schemas.microsoft.com/office/drawing/2014/main" id="{3B1AAF48-13A5-DD87-4290-38BE0402F560}"/>
              </a:ext>
            </a:extLst>
          </p:cNvPr>
          <p:cNvSpPr>
            <a:spLocks noChangeArrowheads="1"/>
          </p:cNvSpPr>
          <p:nvPr/>
        </p:nvSpPr>
        <p:spPr bwMode="auto">
          <a:xfrm>
            <a:off x="5364163" y="1125538"/>
            <a:ext cx="3240087" cy="3579812"/>
          </a:xfrm>
          <a:prstGeom prst="wedgeEllipseCallout">
            <a:avLst>
              <a:gd name="adj1" fmla="val -57204"/>
              <a:gd name="adj2" fmla="val 45532"/>
            </a:avLst>
          </a:prstGeom>
          <a:solidFill>
            <a:schemeClr val="bg1"/>
          </a:solidFill>
          <a:ln w="9525">
            <a:solidFill>
              <a:schemeClr val="tx1"/>
            </a:solidFill>
            <a:miter lim="800000"/>
            <a:headEnd/>
            <a:tailEnd/>
          </a:ln>
        </p:spPr>
        <p:txBody>
          <a:bodyPr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nSpc>
                <a:spcPct val="110000"/>
              </a:lnSpc>
              <a:spcBef>
                <a:spcPct val="50000"/>
              </a:spcBef>
              <a:buClrTx/>
              <a:buSzTx/>
              <a:buFont typeface="Arial" panose="020B0604020202020204" pitchFamily="34" charset="0"/>
              <a:buNone/>
            </a:pPr>
            <a:r>
              <a:rPr lang="zh-CN" altLang="en-US" sz="2000">
                <a:solidFill>
                  <a:schemeClr val="accent2"/>
                </a:solidFill>
                <a:latin typeface="Times New Roman" panose="02020603050405020304" pitchFamily="18" charset="0"/>
                <a:ea typeface="黑体" panose="02010609060101010101" pitchFamily="49" charset="-122"/>
              </a:rPr>
              <a:t>不当：曲线太粗，不均匀，不光滑</a:t>
            </a:r>
            <a:r>
              <a:rPr lang="zh-CN" altLang="en-US" sz="2000">
                <a:latin typeface="Times New Roman" panose="02020603050405020304" pitchFamily="18" charset="0"/>
                <a:ea typeface="黑体" panose="02010609060101010101" pitchFamily="49" charset="-122"/>
              </a:rPr>
              <a:t>。</a:t>
            </a:r>
          </a:p>
          <a:p>
            <a:pPr>
              <a:lnSpc>
                <a:spcPct val="110000"/>
              </a:lnSpc>
              <a:spcBef>
                <a:spcPct val="50000"/>
              </a:spcBef>
              <a:buClrTx/>
              <a:buSzTx/>
              <a:buFont typeface="Arial" panose="020B0604020202020204" pitchFamily="34" charset="0"/>
              <a:buNone/>
            </a:pPr>
            <a:r>
              <a:rPr lang="zh-CN" altLang="en-US" sz="2000">
                <a:solidFill>
                  <a:schemeClr val="accent2"/>
                </a:solidFill>
                <a:latin typeface="Times New Roman" panose="02020603050405020304" pitchFamily="18" charset="0"/>
                <a:ea typeface="黑体" panose="02010609060101010101" pitchFamily="49" charset="-122"/>
              </a:rPr>
              <a:t>应该用直尺、曲线板等工具把实验点连成光滑、均匀的细实线。</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par>
                          <p:cTn id="8" fill="hold" nodeType="afterGroup">
                            <p:stCondLst>
                              <p:cond delay="500"/>
                            </p:stCondLst>
                            <p:childTnLst>
                              <p:par>
                                <p:cTn id="9" presetID="23" presetClass="entr" presetSubtype="272" fill="hold" nodeType="afterEffect">
                                  <p:stCondLst>
                                    <p:cond delay="1000"/>
                                  </p:stCondLst>
                                  <p:childTnLst>
                                    <p:set>
                                      <p:cBhvr>
                                        <p:cTn id="10" dur="1" fill="hold">
                                          <p:stCondLst>
                                            <p:cond delay="0"/>
                                          </p:stCondLst>
                                        </p:cTn>
                                        <p:tgtEl>
                                          <p:spTgt spid="104677"/>
                                        </p:tgtEl>
                                        <p:attrNameLst>
                                          <p:attrName>style.visibility</p:attrName>
                                        </p:attrNameLst>
                                      </p:cBhvr>
                                      <p:to>
                                        <p:strVal val="visible"/>
                                      </p:to>
                                    </p:set>
                                    <p:anim calcmode="lin" valueType="num">
                                      <p:cBhvr>
                                        <p:cTn id="11" dur="500" fill="hold"/>
                                        <p:tgtEl>
                                          <p:spTgt spid="104677"/>
                                        </p:tgtEl>
                                        <p:attrNameLst>
                                          <p:attrName>ppt_w</p:attrName>
                                        </p:attrNameLst>
                                      </p:cBhvr>
                                      <p:tavLst>
                                        <p:tav tm="0">
                                          <p:val>
                                            <p:strVal val="2/3*#ppt_w"/>
                                          </p:val>
                                        </p:tav>
                                        <p:tav tm="100000">
                                          <p:val>
                                            <p:strVal val="#ppt_w"/>
                                          </p:val>
                                        </p:tav>
                                      </p:tavLst>
                                    </p:anim>
                                    <p:anim calcmode="lin" valueType="num">
                                      <p:cBhvr>
                                        <p:cTn id="12" dur="500" fill="hold"/>
                                        <p:tgtEl>
                                          <p:spTgt spid="104677"/>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77"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330" name="Group 2">
            <a:extLst>
              <a:ext uri="{FF2B5EF4-FFF2-40B4-BE49-F238E27FC236}">
                <a16:creationId xmlns:a16="http://schemas.microsoft.com/office/drawing/2014/main" id="{6506C8F8-9D3F-6A07-D331-164AF6C2F430}"/>
              </a:ext>
            </a:extLst>
          </p:cNvPr>
          <p:cNvGrpSpPr>
            <a:grpSpLocks/>
          </p:cNvGrpSpPr>
          <p:nvPr/>
        </p:nvGrpSpPr>
        <p:grpSpPr bwMode="auto">
          <a:xfrm>
            <a:off x="1230313" y="1119188"/>
            <a:ext cx="5507037" cy="4159250"/>
            <a:chOff x="775" y="705"/>
            <a:chExt cx="3469" cy="2620"/>
          </a:xfrm>
        </p:grpSpPr>
        <p:grpSp>
          <p:nvGrpSpPr>
            <p:cNvPr id="99332" name="Group 3">
              <a:extLst>
                <a:ext uri="{FF2B5EF4-FFF2-40B4-BE49-F238E27FC236}">
                  <a16:creationId xmlns:a16="http://schemas.microsoft.com/office/drawing/2014/main" id="{060DB2BB-8402-92E9-9E0E-659B82DA892D}"/>
                </a:ext>
              </a:extLst>
            </p:cNvPr>
            <p:cNvGrpSpPr>
              <a:grpSpLocks/>
            </p:cNvGrpSpPr>
            <p:nvPr/>
          </p:nvGrpSpPr>
          <p:grpSpPr bwMode="auto">
            <a:xfrm>
              <a:off x="798" y="1064"/>
              <a:ext cx="3345" cy="2243"/>
              <a:chOff x="223" y="963"/>
              <a:chExt cx="5020" cy="3124"/>
            </a:xfrm>
          </p:grpSpPr>
          <p:sp>
            <p:nvSpPr>
              <p:cNvPr id="99443" name="Line 4">
                <a:extLst>
                  <a:ext uri="{FF2B5EF4-FFF2-40B4-BE49-F238E27FC236}">
                    <a16:creationId xmlns:a16="http://schemas.microsoft.com/office/drawing/2014/main" id="{684AA603-A017-071D-9A48-B8E84628BB72}"/>
                  </a:ext>
                </a:extLst>
              </p:cNvPr>
              <p:cNvSpPr>
                <a:spLocks noChangeShapeType="1"/>
              </p:cNvSpPr>
              <p:nvPr/>
            </p:nvSpPr>
            <p:spPr bwMode="auto">
              <a:xfrm rot="5400000">
                <a:off x="1785"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44" name="Line 5">
                <a:extLst>
                  <a:ext uri="{FF2B5EF4-FFF2-40B4-BE49-F238E27FC236}">
                    <a16:creationId xmlns:a16="http://schemas.microsoft.com/office/drawing/2014/main" id="{E72165AB-EE4D-905B-0A51-CEEF8D5E7D0B}"/>
                  </a:ext>
                </a:extLst>
              </p:cNvPr>
              <p:cNvSpPr>
                <a:spLocks noChangeShapeType="1"/>
              </p:cNvSpPr>
              <p:nvPr/>
            </p:nvSpPr>
            <p:spPr bwMode="auto">
              <a:xfrm rot="5400000">
                <a:off x="168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45" name="Line 6">
                <a:extLst>
                  <a:ext uri="{FF2B5EF4-FFF2-40B4-BE49-F238E27FC236}">
                    <a16:creationId xmlns:a16="http://schemas.microsoft.com/office/drawing/2014/main" id="{7F7FFF2F-95D0-FD3E-C5D7-52608151F164}"/>
                  </a:ext>
                </a:extLst>
              </p:cNvPr>
              <p:cNvSpPr>
                <a:spLocks noChangeShapeType="1"/>
              </p:cNvSpPr>
              <p:nvPr/>
            </p:nvSpPr>
            <p:spPr bwMode="auto">
              <a:xfrm rot="5400000">
                <a:off x="172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46" name="Line 7">
                <a:extLst>
                  <a:ext uri="{FF2B5EF4-FFF2-40B4-BE49-F238E27FC236}">
                    <a16:creationId xmlns:a16="http://schemas.microsoft.com/office/drawing/2014/main" id="{370B1759-BA42-75AC-AA44-CE88AC9686AF}"/>
                  </a:ext>
                </a:extLst>
              </p:cNvPr>
              <p:cNvSpPr>
                <a:spLocks noChangeShapeType="1"/>
              </p:cNvSpPr>
              <p:nvPr/>
            </p:nvSpPr>
            <p:spPr bwMode="auto">
              <a:xfrm rot="5400000">
                <a:off x="163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47" name="Line 8">
                <a:extLst>
                  <a:ext uri="{FF2B5EF4-FFF2-40B4-BE49-F238E27FC236}">
                    <a16:creationId xmlns:a16="http://schemas.microsoft.com/office/drawing/2014/main" id="{C60C4F7A-96CC-5F72-4D8A-E04A478A920F}"/>
                  </a:ext>
                </a:extLst>
              </p:cNvPr>
              <p:cNvSpPr>
                <a:spLocks noChangeShapeType="1"/>
              </p:cNvSpPr>
              <p:nvPr/>
            </p:nvSpPr>
            <p:spPr bwMode="auto">
              <a:xfrm rot="5400000">
                <a:off x="158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48" name="Line 9">
                <a:extLst>
                  <a:ext uri="{FF2B5EF4-FFF2-40B4-BE49-F238E27FC236}">
                    <a16:creationId xmlns:a16="http://schemas.microsoft.com/office/drawing/2014/main" id="{E3BDA0E9-5F18-F4F3-A43F-C55684521562}"/>
                  </a:ext>
                </a:extLst>
              </p:cNvPr>
              <p:cNvSpPr>
                <a:spLocks noChangeShapeType="1"/>
              </p:cNvSpPr>
              <p:nvPr/>
            </p:nvSpPr>
            <p:spPr bwMode="auto">
              <a:xfrm rot="5400000">
                <a:off x="1532"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49" name="Line 10">
                <a:extLst>
                  <a:ext uri="{FF2B5EF4-FFF2-40B4-BE49-F238E27FC236}">
                    <a16:creationId xmlns:a16="http://schemas.microsoft.com/office/drawing/2014/main" id="{EA43DE46-40FC-3076-5E47-4BDB57732FB8}"/>
                  </a:ext>
                </a:extLst>
              </p:cNvPr>
              <p:cNvSpPr>
                <a:spLocks noChangeShapeType="1"/>
              </p:cNvSpPr>
              <p:nvPr/>
            </p:nvSpPr>
            <p:spPr bwMode="auto">
              <a:xfrm rot="5400000">
                <a:off x="142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0" name="Line 11">
                <a:extLst>
                  <a:ext uri="{FF2B5EF4-FFF2-40B4-BE49-F238E27FC236}">
                    <a16:creationId xmlns:a16="http://schemas.microsoft.com/office/drawing/2014/main" id="{0FDC2699-53BE-7B3F-83B0-1BD9FDB65A54}"/>
                  </a:ext>
                </a:extLst>
              </p:cNvPr>
              <p:cNvSpPr>
                <a:spLocks noChangeShapeType="1"/>
              </p:cNvSpPr>
              <p:nvPr/>
            </p:nvSpPr>
            <p:spPr bwMode="auto">
              <a:xfrm rot="5400000">
                <a:off x="147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1" name="Line 12">
                <a:extLst>
                  <a:ext uri="{FF2B5EF4-FFF2-40B4-BE49-F238E27FC236}">
                    <a16:creationId xmlns:a16="http://schemas.microsoft.com/office/drawing/2014/main" id="{24384679-E421-FEDF-4EAA-4957BBB7E104}"/>
                  </a:ext>
                </a:extLst>
              </p:cNvPr>
              <p:cNvSpPr>
                <a:spLocks noChangeShapeType="1"/>
              </p:cNvSpPr>
              <p:nvPr/>
            </p:nvSpPr>
            <p:spPr bwMode="auto">
              <a:xfrm rot="5400000">
                <a:off x="138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2" name="Line 13">
                <a:extLst>
                  <a:ext uri="{FF2B5EF4-FFF2-40B4-BE49-F238E27FC236}">
                    <a16:creationId xmlns:a16="http://schemas.microsoft.com/office/drawing/2014/main" id="{D69EB97B-37F0-2C07-586A-10AF5344DE11}"/>
                  </a:ext>
                </a:extLst>
              </p:cNvPr>
              <p:cNvSpPr>
                <a:spLocks noChangeShapeType="1"/>
              </p:cNvSpPr>
              <p:nvPr/>
            </p:nvSpPr>
            <p:spPr bwMode="auto">
              <a:xfrm rot="5400000">
                <a:off x="134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3" name="Line 14">
                <a:extLst>
                  <a:ext uri="{FF2B5EF4-FFF2-40B4-BE49-F238E27FC236}">
                    <a16:creationId xmlns:a16="http://schemas.microsoft.com/office/drawing/2014/main" id="{A85A95E2-2F1F-E4B5-6F62-AE305D1CF562}"/>
                  </a:ext>
                </a:extLst>
              </p:cNvPr>
              <p:cNvSpPr>
                <a:spLocks noChangeShapeType="1"/>
              </p:cNvSpPr>
              <p:nvPr/>
            </p:nvSpPr>
            <p:spPr bwMode="auto">
              <a:xfrm rot="5400000">
                <a:off x="1297"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4" name="Line 15">
                <a:extLst>
                  <a:ext uri="{FF2B5EF4-FFF2-40B4-BE49-F238E27FC236}">
                    <a16:creationId xmlns:a16="http://schemas.microsoft.com/office/drawing/2014/main" id="{3927B41E-18AC-B1D9-156E-36D8D6479225}"/>
                  </a:ext>
                </a:extLst>
              </p:cNvPr>
              <p:cNvSpPr>
                <a:spLocks noChangeShapeType="1"/>
              </p:cNvSpPr>
              <p:nvPr/>
            </p:nvSpPr>
            <p:spPr bwMode="auto">
              <a:xfrm rot="5400000">
                <a:off x="119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5" name="Line 16">
                <a:extLst>
                  <a:ext uri="{FF2B5EF4-FFF2-40B4-BE49-F238E27FC236}">
                    <a16:creationId xmlns:a16="http://schemas.microsoft.com/office/drawing/2014/main" id="{6F78420E-788B-9D65-2A50-80B8D71A75D2}"/>
                  </a:ext>
                </a:extLst>
              </p:cNvPr>
              <p:cNvSpPr>
                <a:spLocks noChangeShapeType="1"/>
              </p:cNvSpPr>
              <p:nvPr/>
            </p:nvSpPr>
            <p:spPr bwMode="auto">
              <a:xfrm rot="5400000">
                <a:off x="124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6" name="Line 17">
                <a:extLst>
                  <a:ext uri="{FF2B5EF4-FFF2-40B4-BE49-F238E27FC236}">
                    <a16:creationId xmlns:a16="http://schemas.microsoft.com/office/drawing/2014/main" id="{14517F2A-1BFA-6F13-4C9E-A0CEFDECD755}"/>
                  </a:ext>
                </a:extLst>
              </p:cNvPr>
              <p:cNvSpPr>
                <a:spLocks noChangeShapeType="1"/>
              </p:cNvSpPr>
              <p:nvPr/>
            </p:nvSpPr>
            <p:spPr bwMode="auto">
              <a:xfrm rot="5400000">
                <a:off x="114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7" name="Line 18">
                <a:extLst>
                  <a:ext uri="{FF2B5EF4-FFF2-40B4-BE49-F238E27FC236}">
                    <a16:creationId xmlns:a16="http://schemas.microsoft.com/office/drawing/2014/main" id="{4BEEC191-CF55-20E5-BAD1-BCF86FFC1BE2}"/>
                  </a:ext>
                </a:extLst>
              </p:cNvPr>
              <p:cNvSpPr>
                <a:spLocks noChangeShapeType="1"/>
              </p:cNvSpPr>
              <p:nvPr/>
            </p:nvSpPr>
            <p:spPr bwMode="auto">
              <a:xfrm rot="5400000">
                <a:off x="110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8" name="Line 19">
                <a:extLst>
                  <a:ext uri="{FF2B5EF4-FFF2-40B4-BE49-F238E27FC236}">
                    <a16:creationId xmlns:a16="http://schemas.microsoft.com/office/drawing/2014/main" id="{CB9B651E-C209-CBB3-F6C9-CBEED00D5F18}"/>
                  </a:ext>
                </a:extLst>
              </p:cNvPr>
              <p:cNvSpPr>
                <a:spLocks noChangeShapeType="1"/>
              </p:cNvSpPr>
              <p:nvPr/>
            </p:nvSpPr>
            <p:spPr bwMode="auto">
              <a:xfrm rot="5400000">
                <a:off x="105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59" name="Line 20">
                <a:extLst>
                  <a:ext uri="{FF2B5EF4-FFF2-40B4-BE49-F238E27FC236}">
                    <a16:creationId xmlns:a16="http://schemas.microsoft.com/office/drawing/2014/main" id="{D3059D65-B33E-CBDF-CA51-1CAB8A61F671}"/>
                  </a:ext>
                </a:extLst>
              </p:cNvPr>
              <p:cNvSpPr>
                <a:spLocks noChangeShapeType="1"/>
              </p:cNvSpPr>
              <p:nvPr/>
            </p:nvSpPr>
            <p:spPr bwMode="auto">
              <a:xfrm rot="5400000">
                <a:off x="95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0" name="Line 21">
                <a:extLst>
                  <a:ext uri="{FF2B5EF4-FFF2-40B4-BE49-F238E27FC236}">
                    <a16:creationId xmlns:a16="http://schemas.microsoft.com/office/drawing/2014/main" id="{921633B8-7EBD-D18F-6182-8C7CE0F92D1D}"/>
                  </a:ext>
                </a:extLst>
              </p:cNvPr>
              <p:cNvSpPr>
                <a:spLocks noChangeShapeType="1"/>
              </p:cNvSpPr>
              <p:nvPr/>
            </p:nvSpPr>
            <p:spPr bwMode="auto">
              <a:xfrm rot="5400000">
                <a:off x="100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1" name="Line 22">
                <a:extLst>
                  <a:ext uri="{FF2B5EF4-FFF2-40B4-BE49-F238E27FC236}">
                    <a16:creationId xmlns:a16="http://schemas.microsoft.com/office/drawing/2014/main" id="{0F4B08AC-F877-1A4B-5F79-A43C877A206C}"/>
                  </a:ext>
                </a:extLst>
              </p:cNvPr>
              <p:cNvSpPr>
                <a:spLocks noChangeShapeType="1"/>
              </p:cNvSpPr>
              <p:nvPr/>
            </p:nvSpPr>
            <p:spPr bwMode="auto">
              <a:xfrm rot="5400000">
                <a:off x="90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2" name="Line 23">
                <a:extLst>
                  <a:ext uri="{FF2B5EF4-FFF2-40B4-BE49-F238E27FC236}">
                    <a16:creationId xmlns:a16="http://schemas.microsoft.com/office/drawing/2014/main" id="{754705DB-99B1-C40A-1044-04B2DBA8B3B1}"/>
                  </a:ext>
                </a:extLst>
              </p:cNvPr>
              <p:cNvSpPr>
                <a:spLocks noChangeShapeType="1"/>
              </p:cNvSpPr>
              <p:nvPr/>
            </p:nvSpPr>
            <p:spPr bwMode="auto">
              <a:xfrm rot="5400000">
                <a:off x="87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3" name="Line 24">
                <a:extLst>
                  <a:ext uri="{FF2B5EF4-FFF2-40B4-BE49-F238E27FC236}">
                    <a16:creationId xmlns:a16="http://schemas.microsoft.com/office/drawing/2014/main" id="{10DCEE82-2575-4CE7-3E87-0E1F38EAF780}"/>
                  </a:ext>
                </a:extLst>
              </p:cNvPr>
              <p:cNvSpPr>
                <a:spLocks noChangeShapeType="1"/>
              </p:cNvSpPr>
              <p:nvPr/>
            </p:nvSpPr>
            <p:spPr bwMode="auto">
              <a:xfrm rot="5400000">
                <a:off x="817"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4" name="Line 25">
                <a:extLst>
                  <a:ext uri="{FF2B5EF4-FFF2-40B4-BE49-F238E27FC236}">
                    <a16:creationId xmlns:a16="http://schemas.microsoft.com/office/drawing/2014/main" id="{8248DBF5-321F-21E3-6886-BA4C98B800B7}"/>
                  </a:ext>
                </a:extLst>
              </p:cNvPr>
              <p:cNvSpPr>
                <a:spLocks noChangeShapeType="1"/>
              </p:cNvSpPr>
              <p:nvPr/>
            </p:nvSpPr>
            <p:spPr bwMode="auto">
              <a:xfrm rot="5400000">
                <a:off x="72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5" name="Line 26">
                <a:extLst>
                  <a:ext uri="{FF2B5EF4-FFF2-40B4-BE49-F238E27FC236}">
                    <a16:creationId xmlns:a16="http://schemas.microsoft.com/office/drawing/2014/main" id="{D13DC9B7-F3CC-BF51-35BA-1A8073807649}"/>
                  </a:ext>
                </a:extLst>
              </p:cNvPr>
              <p:cNvSpPr>
                <a:spLocks noChangeShapeType="1"/>
              </p:cNvSpPr>
              <p:nvPr/>
            </p:nvSpPr>
            <p:spPr bwMode="auto">
              <a:xfrm rot="5400000">
                <a:off x="77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6" name="Line 27">
                <a:extLst>
                  <a:ext uri="{FF2B5EF4-FFF2-40B4-BE49-F238E27FC236}">
                    <a16:creationId xmlns:a16="http://schemas.microsoft.com/office/drawing/2014/main" id="{4AD56248-CF56-0972-48F9-D32BA90BB830}"/>
                  </a:ext>
                </a:extLst>
              </p:cNvPr>
              <p:cNvSpPr>
                <a:spLocks noChangeShapeType="1"/>
              </p:cNvSpPr>
              <p:nvPr/>
            </p:nvSpPr>
            <p:spPr bwMode="auto">
              <a:xfrm rot="5400000">
                <a:off x="67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7" name="Line 28">
                <a:extLst>
                  <a:ext uri="{FF2B5EF4-FFF2-40B4-BE49-F238E27FC236}">
                    <a16:creationId xmlns:a16="http://schemas.microsoft.com/office/drawing/2014/main" id="{A64029E2-8720-C49C-16F1-4917340A39A6}"/>
                  </a:ext>
                </a:extLst>
              </p:cNvPr>
              <p:cNvSpPr>
                <a:spLocks noChangeShapeType="1"/>
              </p:cNvSpPr>
              <p:nvPr/>
            </p:nvSpPr>
            <p:spPr bwMode="auto">
              <a:xfrm rot="5400000">
                <a:off x="61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8" name="Line 29">
                <a:extLst>
                  <a:ext uri="{FF2B5EF4-FFF2-40B4-BE49-F238E27FC236}">
                    <a16:creationId xmlns:a16="http://schemas.microsoft.com/office/drawing/2014/main" id="{B5C9CE5E-538F-5461-81EC-D0B2F9B9A220}"/>
                  </a:ext>
                </a:extLst>
              </p:cNvPr>
              <p:cNvSpPr>
                <a:spLocks noChangeShapeType="1"/>
              </p:cNvSpPr>
              <p:nvPr/>
            </p:nvSpPr>
            <p:spPr bwMode="auto">
              <a:xfrm rot="5400000">
                <a:off x="57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69" name="Line 30">
                <a:extLst>
                  <a:ext uri="{FF2B5EF4-FFF2-40B4-BE49-F238E27FC236}">
                    <a16:creationId xmlns:a16="http://schemas.microsoft.com/office/drawing/2014/main" id="{0B661E0D-8260-F77A-332F-E4054629B53C}"/>
                  </a:ext>
                </a:extLst>
              </p:cNvPr>
              <p:cNvSpPr>
                <a:spLocks noChangeShapeType="1"/>
              </p:cNvSpPr>
              <p:nvPr/>
            </p:nvSpPr>
            <p:spPr bwMode="auto">
              <a:xfrm rot="5400000">
                <a:off x="47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0" name="Line 31">
                <a:extLst>
                  <a:ext uri="{FF2B5EF4-FFF2-40B4-BE49-F238E27FC236}">
                    <a16:creationId xmlns:a16="http://schemas.microsoft.com/office/drawing/2014/main" id="{A01333C2-B64F-7B13-0191-F42AED7185DB}"/>
                  </a:ext>
                </a:extLst>
              </p:cNvPr>
              <p:cNvSpPr>
                <a:spLocks noChangeShapeType="1"/>
              </p:cNvSpPr>
              <p:nvPr/>
            </p:nvSpPr>
            <p:spPr bwMode="auto">
              <a:xfrm rot="5400000">
                <a:off x="52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1" name="Line 32">
                <a:extLst>
                  <a:ext uri="{FF2B5EF4-FFF2-40B4-BE49-F238E27FC236}">
                    <a16:creationId xmlns:a16="http://schemas.microsoft.com/office/drawing/2014/main" id="{4B550690-FC8F-C0A5-E5AA-B439188ED397}"/>
                  </a:ext>
                </a:extLst>
              </p:cNvPr>
              <p:cNvSpPr>
                <a:spLocks noChangeShapeType="1"/>
              </p:cNvSpPr>
              <p:nvPr/>
            </p:nvSpPr>
            <p:spPr bwMode="auto">
              <a:xfrm rot="5400000">
                <a:off x="42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2" name="Line 33">
                <a:extLst>
                  <a:ext uri="{FF2B5EF4-FFF2-40B4-BE49-F238E27FC236}">
                    <a16:creationId xmlns:a16="http://schemas.microsoft.com/office/drawing/2014/main" id="{353814A4-A1DE-C8A5-913A-BEE5C8783BC5}"/>
                  </a:ext>
                </a:extLst>
              </p:cNvPr>
              <p:cNvSpPr>
                <a:spLocks noChangeShapeType="1"/>
              </p:cNvSpPr>
              <p:nvPr/>
            </p:nvSpPr>
            <p:spPr bwMode="auto">
              <a:xfrm rot="5400000">
                <a:off x="38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3" name="Line 34">
                <a:extLst>
                  <a:ext uri="{FF2B5EF4-FFF2-40B4-BE49-F238E27FC236}">
                    <a16:creationId xmlns:a16="http://schemas.microsoft.com/office/drawing/2014/main" id="{BDF0F6CD-F1D0-60CC-BEF5-4C30FD259D8E}"/>
                  </a:ext>
                </a:extLst>
              </p:cNvPr>
              <p:cNvSpPr>
                <a:spLocks noChangeShapeType="1"/>
              </p:cNvSpPr>
              <p:nvPr/>
            </p:nvSpPr>
            <p:spPr bwMode="auto">
              <a:xfrm rot="5400000">
                <a:off x="339"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4" name="Line 35">
                <a:extLst>
                  <a:ext uri="{FF2B5EF4-FFF2-40B4-BE49-F238E27FC236}">
                    <a16:creationId xmlns:a16="http://schemas.microsoft.com/office/drawing/2014/main" id="{F934463A-C57F-5EED-D930-650CCC5366F7}"/>
                  </a:ext>
                </a:extLst>
              </p:cNvPr>
              <p:cNvSpPr>
                <a:spLocks noChangeShapeType="1"/>
              </p:cNvSpPr>
              <p:nvPr/>
            </p:nvSpPr>
            <p:spPr bwMode="auto">
              <a:xfrm rot="5400000">
                <a:off x="23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5" name="Line 36">
                <a:extLst>
                  <a:ext uri="{FF2B5EF4-FFF2-40B4-BE49-F238E27FC236}">
                    <a16:creationId xmlns:a16="http://schemas.microsoft.com/office/drawing/2014/main" id="{CB7D32BC-77CC-728C-6B74-89DC72150205}"/>
                  </a:ext>
                </a:extLst>
              </p:cNvPr>
              <p:cNvSpPr>
                <a:spLocks noChangeShapeType="1"/>
              </p:cNvSpPr>
              <p:nvPr/>
            </p:nvSpPr>
            <p:spPr bwMode="auto">
              <a:xfrm rot="5400000">
                <a:off x="28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6" name="Line 37">
                <a:extLst>
                  <a:ext uri="{FF2B5EF4-FFF2-40B4-BE49-F238E27FC236}">
                    <a16:creationId xmlns:a16="http://schemas.microsoft.com/office/drawing/2014/main" id="{41952887-DCAA-7DCB-A9BF-80B82E7B8707}"/>
                  </a:ext>
                </a:extLst>
              </p:cNvPr>
              <p:cNvSpPr>
                <a:spLocks noChangeShapeType="1"/>
              </p:cNvSpPr>
              <p:nvPr/>
            </p:nvSpPr>
            <p:spPr bwMode="auto">
              <a:xfrm rot="5400000">
                <a:off x="19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7" name="Line 38">
                <a:extLst>
                  <a:ext uri="{FF2B5EF4-FFF2-40B4-BE49-F238E27FC236}">
                    <a16:creationId xmlns:a16="http://schemas.microsoft.com/office/drawing/2014/main" id="{4B4653F7-0D46-2085-1E1B-46E5167A8C33}"/>
                  </a:ext>
                </a:extLst>
              </p:cNvPr>
              <p:cNvSpPr>
                <a:spLocks noChangeShapeType="1"/>
              </p:cNvSpPr>
              <p:nvPr/>
            </p:nvSpPr>
            <p:spPr bwMode="auto">
              <a:xfrm rot="5400000">
                <a:off x="14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8" name="Line 39">
                <a:extLst>
                  <a:ext uri="{FF2B5EF4-FFF2-40B4-BE49-F238E27FC236}">
                    <a16:creationId xmlns:a16="http://schemas.microsoft.com/office/drawing/2014/main" id="{AF7ACC9E-7986-8F12-8C18-3FE5F337AE21}"/>
                  </a:ext>
                </a:extLst>
              </p:cNvPr>
              <p:cNvSpPr>
                <a:spLocks noChangeShapeType="1"/>
              </p:cNvSpPr>
              <p:nvPr/>
            </p:nvSpPr>
            <p:spPr bwMode="auto">
              <a:xfrm rot="5400000">
                <a:off x="10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79" name="Line 40">
                <a:extLst>
                  <a:ext uri="{FF2B5EF4-FFF2-40B4-BE49-F238E27FC236}">
                    <a16:creationId xmlns:a16="http://schemas.microsoft.com/office/drawing/2014/main" id="{4E5B2D92-4052-CDB8-EA9F-6DCB60F9974F}"/>
                  </a:ext>
                </a:extLst>
              </p:cNvPr>
              <p:cNvSpPr>
                <a:spLocks noChangeShapeType="1"/>
              </p:cNvSpPr>
              <p:nvPr/>
            </p:nvSpPr>
            <p:spPr bwMode="auto">
              <a:xfrm rot="5400000">
                <a:off x="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0" name="Line 41">
                <a:extLst>
                  <a:ext uri="{FF2B5EF4-FFF2-40B4-BE49-F238E27FC236}">
                    <a16:creationId xmlns:a16="http://schemas.microsoft.com/office/drawing/2014/main" id="{DE547BFB-473F-8829-DA23-D1C658FEF4E7}"/>
                  </a:ext>
                </a:extLst>
              </p:cNvPr>
              <p:cNvSpPr>
                <a:spLocks noChangeShapeType="1"/>
              </p:cNvSpPr>
              <p:nvPr/>
            </p:nvSpPr>
            <p:spPr bwMode="auto">
              <a:xfrm rot="5400000">
                <a:off x="4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1" name="Line 42">
                <a:extLst>
                  <a:ext uri="{FF2B5EF4-FFF2-40B4-BE49-F238E27FC236}">
                    <a16:creationId xmlns:a16="http://schemas.microsoft.com/office/drawing/2014/main" id="{61A38CEB-9E22-8EE0-6F2A-9CACC27111DC}"/>
                  </a:ext>
                </a:extLst>
              </p:cNvPr>
              <p:cNvSpPr>
                <a:spLocks noChangeShapeType="1"/>
              </p:cNvSpPr>
              <p:nvPr/>
            </p:nvSpPr>
            <p:spPr bwMode="auto">
              <a:xfrm rot="5400000">
                <a:off x="-4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2" name="Line 43">
                <a:extLst>
                  <a:ext uri="{FF2B5EF4-FFF2-40B4-BE49-F238E27FC236}">
                    <a16:creationId xmlns:a16="http://schemas.microsoft.com/office/drawing/2014/main" id="{89C95F26-B45D-C89F-15D6-37B6CD5C92D8}"/>
                  </a:ext>
                </a:extLst>
              </p:cNvPr>
              <p:cNvSpPr>
                <a:spLocks noChangeShapeType="1"/>
              </p:cNvSpPr>
              <p:nvPr/>
            </p:nvSpPr>
            <p:spPr bwMode="auto">
              <a:xfrm rot="5400000">
                <a:off x="-9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3" name="Line 44">
                <a:extLst>
                  <a:ext uri="{FF2B5EF4-FFF2-40B4-BE49-F238E27FC236}">
                    <a16:creationId xmlns:a16="http://schemas.microsoft.com/office/drawing/2014/main" id="{2FBB2854-09EB-32CB-44A9-6C409EBEB5C8}"/>
                  </a:ext>
                </a:extLst>
              </p:cNvPr>
              <p:cNvSpPr>
                <a:spLocks noChangeShapeType="1"/>
              </p:cNvSpPr>
              <p:nvPr/>
            </p:nvSpPr>
            <p:spPr bwMode="auto">
              <a:xfrm rot="5400000">
                <a:off x="-146"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4" name="Line 45">
                <a:extLst>
                  <a:ext uri="{FF2B5EF4-FFF2-40B4-BE49-F238E27FC236}">
                    <a16:creationId xmlns:a16="http://schemas.microsoft.com/office/drawing/2014/main" id="{BB5C1EEC-A622-D53F-91EB-407D069CF61F}"/>
                  </a:ext>
                </a:extLst>
              </p:cNvPr>
              <p:cNvSpPr>
                <a:spLocks noChangeShapeType="1"/>
              </p:cNvSpPr>
              <p:nvPr/>
            </p:nvSpPr>
            <p:spPr bwMode="auto">
              <a:xfrm rot="5400000">
                <a:off x="-24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5" name="Line 46">
                <a:extLst>
                  <a:ext uri="{FF2B5EF4-FFF2-40B4-BE49-F238E27FC236}">
                    <a16:creationId xmlns:a16="http://schemas.microsoft.com/office/drawing/2014/main" id="{172EA846-B830-F195-D75B-8B8DD9B423AE}"/>
                  </a:ext>
                </a:extLst>
              </p:cNvPr>
              <p:cNvSpPr>
                <a:spLocks noChangeShapeType="1"/>
              </p:cNvSpPr>
              <p:nvPr/>
            </p:nvSpPr>
            <p:spPr bwMode="auto">
              <a:xfrm rot="5400000">
                <a:off x="-19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6" name="Line 47">
                <a:extLst>
                  <a:ext uri="{FF2B5EF4-FFF2-40B4-BE49-F238E27FC236}">
                    <a16:creationId xmlns:a16="http://schemas.microsoft.com/office/drawing/2014/main" id="{95D9240B-3674-352A-6D5E-C39B850C6924}"/>
                  </a:ext>
                </a:extLst>
              </p:cNvPr>
              <p:cNvSpPr>
                <a:spLocks noChangeShapeType="1"/>
              </p:cNvSpPr>
              <p:nvPr/>
            </p:nvSpPr>
            <p:spPr bwMode="auto">
              <a:xfrm rot="5400000">
                <a:off x="-29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7" name="Line 48">
                <a:extLst>
                  <a:ext uri="{FF2B5EF4-FFF2-40B4-BE49-F238E27FC236}">
                    <a16:creationId xmlns:a16="http://schemas.microsoft.com/office/drawing/2014/main" id="{182CE20B-60C3-DFF2-8529-0D0498CECC7B}"/>
                  </a:ext>
                </a:extLst>
              </p:cNvPr>
              <p:cNvSpPr>
                <a:spLocks noChangeShapeType="1"/>
              </p:cNvSpPr>
              <p:nvPr/>
            </p:nvSpPr>
            <p:spPr bwMode="auto">
              <a:xfrm rot="5400000">
                <a:off x="-33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8" name="Line 49">
                <a:extLst>
                  <a:ext uri="{FF2B5EF4-FFF2-40B4-BE49-F238E27FC236}">
                    <a16:creationId xmlns:a16="http://schemas.microsoft.com/office/drawing/2014/main" id="{0E9AE113-4F09-D94D-83CC-32885B41C362}"/>
                  </a:ext>
                </a:extLst>
              </p:cNvPr>
              <p:cNvSpPr>
                <a:spLocks noChangeShapeType="1"/>
              </p:cNvSpPr>
              <p:nvPr/>
            </p:nvSpPr>
            <p:spPr bwMode="auto">
              <a:xfrm rot="5400000">
                <a:off x="-381"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89" name="Line 50">
                <a:extLst>
                  <a:ext uri="{FF2B5EF4-FFF2-40B4-BE49-F238E27FC236}">
                    <a16:creationId xmlns:a16="http://schemas.microsoft.com/office/drawing/2014/main" id="{6434674C-8026-C73A-AE39-0CD5D2A0D4C0}"/>
                  </a:ext>
                </a:extLst>
              </p:cNvPr>
              <p:cNvSpPr>
                <a:spLocks noChangeShapeType="1"/>
              </p:cNvSpPr>
              <p:nvPr/>
            </p:nvSpPr>
            <p:spPr bwMode="auto">
              <a:xfrm rot="5400000">
                <a:off x="-47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0" name="Line 51">
                <a:extLst>
                  <a:ext uri="{FF2B5EF4-FFF2-40B4-BE49-F238E27FC236}">
                    <a16:creationId xmlns:a16="http://schemas.microsoft.com/office/drawing/2014/main" id="{3ED2E107-C3DE-3147-B6A1-CE194881CBFD}"/>
                  </a:ext>
                </a:extLst>
              </p:cNvPr>
              <p:cNvSpPr>
                <a:spLocks noChangeShapeType="1"/>
              </p:cNvSpPr>
              <p:nvPr/>
            </p:nvSpPr>
            <p:spPr bwMode="auto">
              <a:xfrm rot="5400000">
                <a:off x="-43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1" name="Line 52">
                <a:extLst>
                  <a:ext uri="{FF2B5EF4-FFF2-40B4-BE49-F238E27FC236}">
                    <a16:creationId xmlns:a16="http://schemas.microsoft.com/office/drawing/2014/main" id="{1D068402-7240-03F7-EC2E-6584C15F7232}"/>
                  </a:ext>
                </a:extLst>
              </p:cNvPr>
              <p:cNvSpPr>
                <a:spLocks noChangeShapeType="1"/>
              </p:cNvSpPr>
              <p:nvPr/>
            </p:nvSpPr>
            <p:spPr bwMode="auto">
              <a:xfrm rot="5400000">
                <a:off x="-52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2" name="Line 53">
                <a:extLst>
                  <a:ext uri="{FF2B5EF4-FFF2-40B4-BE49-F238E27FC236}">
                    <a16:creationId xmlns:a16="http://schemas.microsoft.com/office/drawing/2014/main" id="{8C453B11-AFF7-F3E6-B51F-226291778820}"/>
                  </a:ext>
                </a:extLst>
              </p:cNvPr>
              <p:cNvSpPr>
                <a:spLocks noChangeShapeType="1"/>
              </p:cNvSpPr>
              <p:nvPr/>
            </p:nvSpPr>
            <p:spPr bwMode="auto">
              <a:xfrm rot="5400000">
                <a:off x="-57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3" name="Line 54">
                <a:extLst>
                  <a:ext uri="{FF2B5EF4-FFF2-40B4-BE49-F238E27FC236}">
                    <a16:creationId xmlns:a16="http://schemas.microsoft.com/office/drawing/2014/main" id="{499D9716-49C4-4BA6-2007-81D22BDC6D97}"/>
                  </a:ext>
                </a:extLst>
              </p:cNvPr>
              <p:cNvSpPr>
                <a:spLocks noChangeShapeType="1"/>
              </p:cNvSpPr>
              <p:nvPr/>
            </p:nvSpPr>
            <p:spPr bwMode="auto">
              <a:xfrm rot="5400000">
                <a:off x="-618"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4" name="Line 55">
                <a:extLst>
                  <a:ext uri="{FF2B5EF4-FFF2-40B4-BE49-F238E27FC236}">
                    <a16:creationId xmlns:a16="http://schemas.microsoft.com/office/drawing/2014/main" id="{65299DFE-5FDA-212C-D3CB-BDD922EC8098}"/>
                  </a:ext>
                </a:extLst>
              </p:cNvPr>
              <p:cNvSpPr>
                <a:spLocks noChangeShapeType="1"/>
              </p:cNvSpPr>
              <p:nvPr/>
            </p:nvSpPr>
            <p:spPr bwMode="auto">
              <a:xfrm rot="5400000">
                <a:off x="-71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5" name="Line 56">
                <a:extLst>
                  <a:ext uri="{FF2B5EF4-FFF2-40B4-BE49-F238E27FC236}">
                    <a16:creationId xmlns:a16="http://schemas.microsoft.com/office/drawing/2014/main" id="{7DF389AB-2F10-5D3A-DE37-97C226215A2A}"/>
                  </a:ext>
                </a:extLst>
              </p:cNvPr>
              <p:cNvSpPr>
                <a:spLocks noChangeShapeType="1"/>
              </p:cNvSpPr>
              <p:nvPr/>
            </p:nvSpPr>
            <p:spPr bwMode="auto">
              <a:xfrm rot="5400000">
                <a:off x="-66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6" name="Line 57">
                <a:extLst>
                  <a:ext uri="{FF2B5EF4-FFF2-40B4-BE49-F238E27FC236}">
                    <a16:creationId xmlns:a16="http://schemas.microsoft.com/office/drawing/2014/main" id="{C25B2447-CC93-57DA-77CD-F78714780644}"/>
                  </a:ext>
                </a:extLst>
              </p:cNvPr>
              <p:cNvSpPr>
                <a:spLocks noChangeShapeType="1"/>
              </p:cNvSpPr>
              <p:nvPr/>
            </p:nvSpPr>
            <p:spPr bwMode="auto">
              <a:xfrm rot="5400000">
                <a:off x="-76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7" name="Line 58">
                <a:extLst>
                  <a:ext uri="{FF2B5EF4-FFF2-40B4-BE49-F238E27FC236}">
                    <a16:creationId xmlns:a16="http://schemas.microsoft.com/office/drawing/2014/main" id="{F87DEEA6-0434-9843-3C3A-9277DB7164B9}"/>
                  </a:ext>
                </a:extLst>
              </p:cNvPr>
              <p:cNvSpPr>
                <a:spLocks noChangeShapeType="1"/>
              </p:cNvSpPr>
              <p:nvPr/>
            </p:nvSpPr>
            <p:spPr bwMode="auto">
              <a:xfrm rot="5400000">
                <a:off x="-81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8" name="Line 59">
                <a:extLst>
                  <a:ext uri="{FF2B5EF4-FFF2-40B4-BE49-F238E27FC236}">
                    <a16:creationId xmlns:a16="http://schemas.microsoft.com/office/drawing/2014/main" id="{2DD58C80-9BF4-117C-CE9E-23BB8913ECDF}"/>
                  </a:ext>
                </a:extLst>
              </p:cNvPr>
              <p:cNvSpPr>
                <a:spLocks noChangeShapeType="1"/>
              </p:cNvSpPr>
              <p:nvPr/>
            </p:nvSpPr>
            <p:spPr bwMode="auto">
              <a:xfrm rot="5400000">
                <a:off x="-85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99" name="Line 60">
                <a:extLst>
                  <a:ext uri="{FF2B5EF4-FFF2-40B4-BE49-F238E27FC236}">
                    <a16:creationId xmlns:a16="http://schemas.microsoft.com/office/drawing/2014/main" id="{2FFA574E-5172-56A4-CE02-CED1BA826ADA}"/>
                  </a:ext>
                </a:extLst>
              </p:cNvPr>
              <p:cNvSpPr>
                <a:spLocks noChangeShapeType="1"/>
              </p:cNvSpPr>
              <p:nvPr/>
            </p:nvSpPr>
            <p:spPr bwMode="auto">
              <a:xfrm rot="5400000">
                <a:off x="-94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0" name="Line 61">
                <a:extLst>
                  <a:ext uri="{FF2B5EF4-FFF2-40B4-BE49-F238E27FC236}">
                    <a16:creationId xmlns:a16="http://schemas.microsoft.com/office/drawing/2014/main" id="{433BD373-27D6-414E-95C8-871E22874DCD}"/>
                  </a:ext>
                </a:extLst>
              </p:cNvPr>
              <p:cNvSpPr>
                <a:spLocks noChangeShapeType="1"/>
              </p:cNvSpPr>
              <p:nvPr/>
            </p:nvSpPr>
            <p:spPr bwMode="auto">
              <a:xfrm rot="5400000">
                <a:off x="-91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1" name="Line 62">
                <a:extLst>
                  <a:ext uri="{FF2B5EF4-FFF2-40B4-BE49-F238E27FC236}">
                    <a16:creationId xmlns:a16="http://schemas.microsoft.com/office/drawing/2014/main" id="{8985CE1D-9373-DDC3-8981-9571963774B2}"/>
                  </a:ext>
                </a:extLst>
              </p:cNvPr>
              <p:cNvSpPr>
                <a:spLocks noChangeShapeType="1"/>
              </p:cNvSpPr>
              <p:nvPr/>
            </p:nvSpPr>
            <p:spPr bwMode="auto">
              <a:xfrm rot="5400000">
                <a:off x="-99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2" name="Line 63">
                <a:extLst>
                  <a:ext uri="{FF2B5EF4-FFF2-40B4-BE49-F238E27FC236}">
                    <a16:creationId xmlns:a16="http://schemas.microsoft.com/office/drawing/2014/main" id="{F7D0CE57-58A8-E81C-132F-DEDC2C2DFEDD}"/>
                  </a:ext>
                </a:extLst>
              </p:cNvPr>
              <p:cNvSpPr>
                <a:spLocks noChangeShapeType="1"/>
              </p:cNvSpPr>
              <p:nvPr/>
            </p:nvSpPr>
            <p:spPr bwMode="auto">
              <a:xfrm rot="5400000">
                <a:off x="-104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3" name="Line 64">
                <a:extLst>
                  <a:ext uri="{FF2B5EF4-FFF2-40B4-BE49-F238E27FC236}">
                    <a16:creationId xmlns:a16="http://schemas.microsoft.com/office/drawing/2014/main" id="{AA64DEA7-ADEA-D1E4-7311-81C3266C4654}"/>
                  </a:ext>
                </a:extLst>
              </p:cNvPr>
              <p:cNvSpPr>
                <a:spLocks noChangeShapeType="1"/>
              </p:cNvSpPr>
              <p:nvPr/>
            </p:nvSpPr>
            <p:spPr bwMode="auto">
              <a:xfrm rot="5400000">
                <a:off x="-1086"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4" name="Line 65">
                <a:extLst>
                  <a:ext uri="{FF2B5EF4-FFF2-40B4-BE49-F238E27FC236}">
                    <a16:creationId xmlns:a16="http://schemas.microsoft.com/office/drawing/2014/main" id="{4560ECA8-B8B8-E814-FCC1-142F12F37010}"/>
                  </a:ext>
                </a:extLst>
              </p:cNvPr>
              <p:cNvSpPr>
                <a:spLocks noChangeShapeType="1"/>
              </p:cNvSpPr>
              <p:nvPr/>
            </p:nvSpPr>
            <p:spPr bwMode="auto">
              <a:xfrm rot="5400000">
                <a:off x="-119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5" name="Line 66">
                <a:extLst>
                  <a:ext uri="{FF2B5EF4-FFF2-40B4-BE49-F238E27FC236}">
                    <a16:creationId xmlns:a16="http://schemas.microsoft.com/office/drawing/2014/main" id="{4BA813BD-C47F-44EE-680E-FBF31F552EC4}"/>
                  </a:ext>
                </a:extLst>
              </p:cNvPr>
              <p:cNvSpPr>
                <a:spLocks noChangeShapeType="1"/>
              </p:cNvSpPr>
              <p:nvPr/>
            </p:nvSpPr>
            <p:spPr bwMode="auto">
              <a:xfrm rot="5400000">
                <a:off x="-114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6" name="Line 67">
                <a:extLst>
                  <a:ext uri="{FF2B5EF4-FFF2-40B4-BE49-F238E27FC236}">
                    <a16:creationId xmlns:a16="http://schemas.microsoft.com/office/drawing/2014/main" id="{7D23E006-25AD-E2B0-230E-27FB61A49AE4}"/>
                  </a:ext>
                </a:extLst>
              </p:cNvPr>
              <p:cNvSpPr>
                <a:spLocks noChangeShapeType="1"/>
              </p:cNvSpPr>
              <p:nvPr/>
            </p:nvSpPr>
            <p:spPr bwMode="auto">
              <a:xfrm rot="5400000">
                <a:off x="-124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7" name="Line 68">
                <a:extLst>
                  <a:ext uri="{FF2B5EF4-FFF2-40B4-BE49-F238E27FC236}">
                    <a16:creationId xmlns:a16="http://schemas.microsoft.com/office/drawing/2014/main" id="{8904B3AC-2679-5CDA-DE0F-D33E2C591A2A}"/>
                  </a:ext>
                </a:extLst>
              </p:cNvPr>
              <p:cNvSpPr>
                <a:spLocks noChangeShapeType="1"/>
              </p:cNvSpPr>
              <p:nvPr/>
            </p:nvSpPr>
            <p:spPr bwMode="auto">
              <a:xfrm rot="5400000">
                <a:off x="-128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8" name="Line 69">
                <a:extLst>
                  <a:ext uri="{FF2B5EF4-FFF2-40B4-BE49-F238E27FC236}">
                    <a16:creationId xmlns:a16="http://schemas.microsoft.com/office/drawing/2014/main" id="{1E7EB4AD-B8F7-3E38-9E6B-0F0E9F88BB8A}"/>
                  </a:ext>
                </a:extLst>
              </p:cNvPr>
              <p:cNvSpPr>
                <a:spLocks noChangeShapeType="1"/>
              </p:cNvSpPr>
              <p:nvPr/>
            </p:nvSpPr>
            <p:spPr bwMode="auto">
              <a:xfrm rot="5400000">
                <a:off x="-1339"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09" name="Line 70">
                <a:extLst>
                  <a:ext uri="{FF2B5EF4-FFF2-40B4-BE49-F238E27FC236}">
                    <a16:creationId xmlns:a16="http://schemas.microsoft.com/office/drawing/2014/main" id="{18EC9B0A-8EF3-B8F5-1553-97A7879E72F6}"/>
                  </a:ext>
                </a:extLst>
              </p:cNvPr>
              <p:cNvSpPr>
                <a:spLocks noChangeShapeType="1"/>
              </p:cNvSpPr>
              <p:nvPr/>
            </p:nvSpPr>
            <p:spPr bwMode="auto">
              <a:xfrm rot="5400000">
                <a:off x="2730"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0" name="Line 71">
                <a:extLst>
                  <a:ext uri="{FF2B5EF4-FFF2-40B4-BE49-F238E27FC236}">
                    <a16:creationId xmlns:a16="http://schemas.microsoft.com/office/drawing/2014/main" id="{855CA10A-E35D-CA77-8A0F-426F7B8F3E93}"/>
                  </a:ext>
                </a:extLst>
              </p:cNvPr>
              <p:cNvSpPr>
                <a:spLocks noChangeShapeType="1"/>
              </p:cNvSpPr>
              <p:nvPr/>
            </p:nvSpPr>
            <p:spPr bwMode="auto">
              <a:xfrm rot="5400000">
                <a:off x="263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1" name="Line 72">
                <a:extLst>
                  <a:ext uri="{FF2B5EF4-FFF2-40B4-BE49-F238E27FC236}">
                    <a16:creationId xmlns:a16="http://schemas.microsoft.com/office/drawing/2014/main" id="{29989A23-33E1-6115-8D8E-411A406D438C}"/>
                  </a:ext>
                </a:extLst>
              </p:cNvPr>
              <p:cNvSpPr>
                <a:spLocks noChangeShapeType="1"/>
              </p:cNvSpPr>
              <p:nvPr/>
            </p:nvSpPr>
            <p:spPr bwMode="auto">
              <a:xfrm rot="5400000">
                <a:off x="267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2" name="Line 73">
                <a:extLst>
                  <a:ext uri="{FF2B5EF4-FFF2-40B4-BE49-F238E27FC236}">
                    <a16:creationId xmlns:a16="http://schemas.microsoft.com/office/drawing/2014/main" id="{8C656772-E517-36DD-00BA-2D2B42A6E3B7}"/>
                  </a:ext>
                </a:extLst>
              </p:cNvPr>
              <p:cNvSpPr>
                <a:spLocks noChangeShapeType="1"/>
              </p:cNvSpPr>
              <p:nvPr/>
            </p:nvSpPr>
            <p:spPr bwMode="auto">
              <a:xfrm rot="5400000">
                <a:off x="258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3" name="Line 74">
                <a:extLst>
                  <a:ext uri="{FF2B5EF4-FFF2-40B4-BE49-F238E27FC236}">
                    <a16:creationId xmlns:a16="http://schemas.microsoft.com/office/drawing/2014/main" id="{D474CDBC-CEDF-F80F-C618-F9812314DB63}"/>
                  </a:ext>
                </a:extLst>
              </p:cNvPr>
              <p:cNvSpPr>
                <a:spLocks noChangeShapeType="1"/>
              </p:cNvSpPr>
              <p:nvPr/>
            </p:nvSpPr>
            <p:spPr bwMode="auto">
              <a:xfrm rot="5400000">
                <a:off x="253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4" name="Line 75">
                <a:extLst>
                  <a:ext uri="{FF2B5EF4-FFF2-40B4-BE49-F238E27FC236}">
                    <a16:creationId xmlns:a16="http://schemas.microsoft.com/office/drawing/2014/main" id="{94220151-D6FC-02A3-5F81-33579E89BFE8}"/>
                  </a:ext>
                </a:extLst>
              </p:cNvPr>
              <p:cNvSpPr>
                <a:spLocks noChangeShapeType="1"/>
              </p:cNvSpPr>
              <p:nvPr/>
            </p:nvSpPr>
            <p:spPr bwMode="auto">
              <a:xfrm rot="5400000">
                <a:off x="2493"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5" name="Line 76">
                <a:extLst>
                  <a:ext uri="{FF2B5EF4-FFF2-40B4-BE49-F238E27FC236}">
                    <a16:creationId xmlns:a16="http://schemas.microsoft.com/office/drawing/2014/main" id="{9B0D367B-0BFB-9C96-A7E6-FEB37D9EB5B9}"/>
                  </a:ext>
                </a:extLst>
              </p:cNvPr>
              <p:cNvSpPr>
                <a:spLocks noChangeShapeType="1"/>
              </p:cNvSpPr>
              <p:nvPr/>
            </p:nvSpPr>
            <p:spPr bwMode="auto">
              <a:xfrm rot="5400000">
                <a:off x="239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6" name="Line 77">
                <a:extLst>
                  <a:ext uri="{FF2B5EF4-FFF2-40B4-BE49-F238E27FC236}">
                    <a16:creationId xmlns:a16="http://schemas.microsoft.com/office/drawing/2014/main" id="{F12DABDC-DCA4-8963-B934-CB53105CE41E}"/>
                  </a:ext>
                </a:extLst>
              </p:cNvPr>
              <p:cNvSpPr>
                <a:spLocks noChangeShapeType="1"/>
              </p:cNvSpPr>
              <p:nvPr/>
            </p:nvSpPr>
            <p:spPr bwMode="auto">
              <a:xfrm rot="5400000">
                <a:off x="244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7" name="Line 78">
                <a:extLst>
                  <a:ext uri="{FF2B5EF4-FFF2-40B4-BE49-F238E27FC236}">
                    <a16:creationId xmlns:a16="http://schemas.microsoft.com/office/drawing/2014/main" id="{9C2EC3EF-6915-1DA4-C7CF-C0CBCCB15BF2}"/>
                  </a:ext>
                </a:extLst>
              </p:cNvPr>
              <p:cNvSpPr>
                <a:spLocks noChangeShapeType="1"/>
              </p:cNvSpPr>
              <p:nvPr/>
            </p:nvSpPr>
            <p:spPr bwMode="auto">
              <a:xfrm rot="5400000">
                <a:off x="2349"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8" name="Line 79">
                <a:extLst>
                  <a:ext uri="{FF2B5EF4-FFF2-40B4-BE49-F238E27FC236}">
                    <a16:creationId xmlns:a16="http://schemas.microsoft.com/office/drawing/2014/main" id="{6B5A13F9-1CB2-E1AD-F1DD-75C9B3608F02}"/>
                  </a:ext>
                </a:extLst>
              </p:cNvPr>
              <p:cNvSpPr>
                <a:spLocks noChangeShapeType="1"/>
              </p:cNvSpPr>
              <p:nvPr/>
            </p:nvSpPr>
            <p:spPr bwMode="auto">
              <a:xfrm rot="5400000">
                <a:off x="230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19" name="Line 80">
                <a:extLst>
                  <a:ext uri="{FF2B5EF4-FFF2-40B4-BE49-F238E27FC236}">
                    <a16:creationId xmlns:a16="http://schemas.microsoft.com/office/drawing/2014/main" id="{0BD933D6-A465-6D7B-512E-E7F53A0C9A3B}"/>
                  </a:ext>
                </a:extLst>
              </p:cNvPr>
              <p:cNvSpPr>
                <a:spLocks noChangeShapeType="1"/>
              </p:cNvSpPr>
              <p:nvPr/>
            </p:nvSpPr>
            <p:spPr bwMode="auto">
              <a:xfrm rot="5400000">
                <a:off x="2258"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0" name="Line 81">
                <a:extLst>
                  <a:ext uri="{FF2B5EF4-FFF2-40B4-BE49-F238E27FC236}">
                    <a16:creationId xmlns:a16="http://schemas.microsoft.com/office/drawing/2014/main" id="{89E35A1D-EF5F-6A6A-BE62-CA043D653230}"/>
                  </a:ext>
                </a:extLst>
              </p:cNvPr>
              <p:cNvSpPr>
                <a:spLocks noChangeShapeType="1"/>
              </p:cNvSpPr>
              <p:nvPr/>
            </p:nvSpPr>
            <p:spPr bwMode="auto">
              <a:xfrm rot="5400000">
                <a:off x="216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1" name="Line 82">
                <a:extLst>
                  <a:ext uri="{FF2B5EF4-FFF2-40B4-BE49-F238E27FC236}">
                    <a16:creationId xmlns:a16="http://schemas.microsoft.com/office/drawing/2014/main" id="{55D60EE9-FD73-C67F-4FFF-D61ED6CA241D}"/>
                  </a:ext>
                </a:extLst>
              </p:cNvPr>
              <p:cNvSpPr>
                <a:spLocks noChangeShapeType="1"/>
              </p:cNvSpPr>
              <p:nvPr/>
            </p:nvSpPr>
            <p:spPr bwMode="auto">
              <a:xfrm rot="5400000">
                <a:off x="220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2" name="Line 83">
                <a:extLst>
                  <a:ext uri="{FF2B5EF4-FFF2-40B4-BE49-F238E27FC236}">
                    <a16:creationId xmlns:a16="http://schemas.microsoft.com/office/drawing/2014/main" id="{2EA6D1EA-8508-E895-FF11-E66434F6C55D}"/>
                  </a:ext>
                </a:extLst>
              </p:cNvPr>
              <p:cNvSpPr>
                <a:spLocks noChangeShapeType="1"/>
              </p:cNvSpPr>
              <p:nvPr/>
            </p:nvSpPr>
            <p:spPr bwMode="auto">
              <a:xfrm rot="5400000">
                <a:off x="2113"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3" name="Line 84">
                <a:extLst>
                  <a:ext uri="{FF2B5EF4-FFF2-40B4-BE49-F238E27FC236}">
                    <a16:creationId xmlns:a16="http://schemas.microsoft.com/office/drawing/2014/main" id="{3433067E-20B0-76FF-C8ED-66385F9EC2B9}"/>
                  </a:ext>
                </a:extLst>
              </p:cNvPr>
              <p:cNvSpPr>
                <a:spLocks noChangeShapeType="1"/>
              </p:cNvSpPr>
              <p:nvPr/>
            </p:nvSpPr>
            <p:spPr bwMode="auto">
              <a:xfrm rot="5400000">
                <a:off x="206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4" name="Line 85">
                <a:extLst>
                  <a:ext uri="{FF2B5EF4-FFF2-40B4-BE49-F238E27FC236}">
                    <a16:creationId xmlns:a16="http://schemas.microsoft.com/office/drawing/2014/main" id="{177C6F6B-4055-C4F7-7198-43CB31AE3648}"/>
                  </a:ext>
                </a:extLst>
              </p:cNvPr>
              <p:cNvSpPr>
                <a:spLocks noChangeShapeType="1"/>
              </p:cNvSpPr>
              <p:nvPr/>
            </p:nvSpPr>
            <p:spPr bwMode="auto">
              <a:xfrm rot="5400000">
                <a:off x="2025"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5" name="Line 86">
                <a:extLst>
                  <a:ext uri="{FF2B5EF4-FFF2-40B4-BE49-F238E27FC236}">
                    <a16:creationId xmlns:a16="http://schemas.microsoft.com/office/drawing/2014/main" id="{98ED67E6-D6F3-1B6E-25B1-1DE8D4FDCD7C}"/>
                  </a:ext>
                </a:extLst>
              </p:cNvPr>
              <p:cNvSpPr>
                <a:spLocks noChangeShapeType="1"/>
              </p:cNvSpPr>
              <p:nvPr/>
            </p:nvSpPr>
            <p:spPr bwMode="auto">
              <a:xfrm rot="5400000">
                <a:off x="192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6" name="Line 87">
                <a:extLst>
                  <a:ext uri="{FF2B5EF4-FFF2-40B4-BE49-F238E27FC236}">
                    <a16:creationId xmlns:a16="http://schemas.microsoft.com/office/drawing/2014/main" id="{B82B4934-F0DF-FBD6-A12B-FCB86A3EE5FA}"/>
                  </a:ext>
                </a:extLst>
              </p:cNvPr>
              <p:cNvSpPr>
                <a:spLocks noChangeShapeType="1"/>
              </p:cNvSpPr>
              <p:nvPr/>
            </p:nvSpPr>
            <p:spPr bwMode="auto">
              <a:xfrm rot="5400000">
                <a:off x="196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7" name="Line 88">
                <a:extLst>
                  <a:ext uri="{FF2B5EF4-FFF2-40B4-BE49-F238E27FC236}">
                    <a16:creationId xmlns:a16="http://schemas.microsoft.com/office/drawing/2014/main" id="{3D6D3389-6469-D214-F8A7-D8CBD65DD49E}"/>
                  </a:ext>
                </a:extLst>
              </p:cNvPr>
              <p:cNvSpPr>
                <a:spLocks noChangeShapeType="1"/>
              </p:cNvSpPr>
              <p:nvPr/>
            </p:nvSpPr>
            <p:spPr bwMode="auto">
              <a:xfrm rot="5400000">
                <a:off x="1871"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8" name="Line 89">
                <a:extLst>
                  <a:ext uri="{FF2B5EF4-FFF2-40B4-BE49-F238E27FC236}">
                    <a16:creationId xmlns:a16="http://schemas.microsoft.com/office/drawing/2014/main" id="{FAB6747E-1A55-E54A-3FBA-F9F6FA2F9258}"/>
                  </a:ext>
                </a:extLst>
              </p:cNvPr>
              <p:cNvSpPr>
                <a:spLocks noChangeShapeType="1"/>
              </p:cNvSpPr>
              <p:nvPr/>
            </p:nvSpPr>
            <p:spPr bwMode="auto">
              <a:xfrm rot="5400000">
                <a:off x="182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29" name="Line 90">
                <a:extLst>
                  <a:ext uri="{FF2B5EF4-FFF2-40B4-BE49-F238E27FC236}">
                    <a16:creationId xmlns:a16="http://schemas.microsoft.com/office/drawing/2014/main" id="{80CFDAB9-D907-5964-4B30-F86A3C5CF067}"/>
                  </a:ext>
                </a:extLst>
              </p:cNvPr>
              <p:cNvSpPr>
                <a:spLocks noChangeShapeType="1"/>
              </p:cNvSpPr>
              <p:nvPr/>
            </p:nvSpPr>
            <p:spPr bwMode="auto">
              <a:xfrm rot="5400000">
                <a:off x="3681"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0" name="Line 91">
                <a:extLst>
                  <a:ext uri="{FF2B5EF4-FFF2-40B4-BE49-F238E27FC236}">
                    <a16:creationId xmlns:a16="http://schemas.microsoft.com/office/drawing/2014/main" id="{C5074E59-6354-7DC7-5EEB-2DE07C537D75}"/>
                  </a:ext>
                </a:extLst>
              </p:cNvPr>
              <p:cNvSpPr>
                <a:spLocks noChangeShapeType="1"/>
              </p:cNvSpPr>
              <p:nvPr/>
            </p:nvSpPr>
            <p:spPr bwMode="auto">
              <a:xfrm rot="5400000">
                <a:off x="358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1" name="Line 92">
                <a:extLst>
                  <a:ext uri="{FF2B5EF4-FFF2-40B4-BE49-F238E27FC236}">
                    <a16:creationId xmlns:a16="http://schemas.microsoft.com/office/drawing/2014/main" id="{A6E1D347-31FC-87C7-10AB-35DA73273FA2}"/>
                  </a:ext>
                </a:extLst>
              </p:cNvPr>
              <p:cNvSpPr>
                <a:spLocks noChangeShapeType="1"/>
              </p:cNvSpPr>
              <p:nvPr/>
            </p:nvSpPr>
            <p:spPr bwMode="auto">
              <a:xfrm rot="5400000">
                <a:off x="362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2" name="Line 93">
                <a:extLst>
                  <a:ext uri="{FF2B5EF4-FFF2-40B4-BE49-F238E27FC236}">
                    <a16:creationId xmlns:a16="http://schemas.microsoft.com/office/drawing/2014/main" id="{6AF910F3-D5C6-2CFD-5A98-5BB1B1F66D77}"/>
                  </a:ext>
                </a:extLst>
              </p:cNvPr>
              <p:cNvSpPr>
                <a:spLocks noChangeShapeType="1"/>
              </p:cNvSpPr>
              <p:nvPr/>
            </p:nvSpPr>
            <p:spPr bwMode="auto">
              <a:xfrm rot="5400000">
                <a:off x="353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3" name="Line 94">
                <a:extLst>
                  <a:ext uri="{FF2B5EF4-FFF2-40B4-BE49-F238E27FC236}">
                    <a16:creationId xmlns:a16="http://schemas.microsoft.com/office/drawing/2014/main" id="{B9CEF1A4-3628-6E99-9717-6DD0BD421ACD}"/>
                  </a:ext>
                </a:extLst>
              </p:cNvPr>
              <p:cNvSpPr>
                <a:spLocks noChangeShapeType="1"/>
              </p:cNvSpPr>
              <p:nvPr/>
            </p:nvSpPr>
            <p:spPr bwMode="auto">
              <a:xfrm rot="5400000">
                <a:off x="3489"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4" name="Line 95">
                <a:extLst>
                  <a:ext uri="{FF2B5EF4-FFF2-40B4-BE49-F238E27FC236}">
                    <a16:creationId xmlns:a16="http://schemas.microsoft.com/office/drawing/2014/main" id="{CE4F6199-0E48-0E6B-E1C5-E35FAC56AA31}"/>
                  </a:ext>
                </a:extLst>
              </p:cNvPr>
              <p:cNvSpPr>
                <a:spLocks noChangeShapeType="1"/>
              </p:cNvSpPr>
              <p:nvPr/>
            </p:nvSpPr>
            <p:spPr bwMode="auto">
              <a:xfrm rot="5400000">
                <a:off x="3444"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5" name="Line 96">
                <a:extLst>
                  <a:ext uri="{FF2B5EF4-FFF2-40B4-BE49-F238E27FC236}">
                    <a16:creationId xmlns:a16="http://schemas.microsoft.com/office/drawing/2014/main" id="{339A9E50-384D-A9FD-F2BB-4602AB4A27B7}"/>
                  </a:ext>
                </a:extLst>
              </p:cNvPr>
              <p:cNvSpPr>
                <a:spLocks noChangeShapeType="1"/>
              </p:cNvSpPr>
              <p:nvPr/>
            </p:nvSpPr>
            <p:spPr bwMode="auto">
              <a:xfrm rot="5400000">
                <a:off x="3349"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6" name="Line 97">
                <a:extLst>
                  <a:ext uri="{FF2B5EF4-FFF2-40B4-BE49-F238E27FC236}">
                    <a16:creationId xmlns:a16="http://schemas.microsoft.com/office/drawing/2014/main" id="{C1CC0FB0-3CCC-79AC-4881-EA28C0F0850D}"/>
                  </a:ext>
                </a:extLst>
              </p:cNvPr>
              <p:cNvSpPr>
                <a:spLocks noChangeShapeType="1"/>
              </p:cNvSpPr>
              <p:nvPr/>
            </p:nvSpPr>
            <p:spPr bwMode="auto">
              <a:xfrm rot="5400000">
                <a:off x="3396"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7" name="Line 98">
                <a:extLst>
                  <a:ext uri="{FF2B5EF4-FFF2-40B4-BE49-F238E27FC236}">
                    <a16:creationId xmlns:a16="http://schemas.microsoft.com/office/drawing/2014/main" id="{EB092256-2680-9E5B-B338-70F3AF5A7470}"/>
                  </a:ext>
                </a:extLst>
              </p:cNvPr>
              <p:cNvSpPr>
                <a:spLocks noChangeShapeType="1"/>
              </p:cNvSpPr>
              <p:nvPr/>
            </p:nvSpPr>
            <p:spPr bwMode="auto">
              <a:xfrm rot="5400000">
                <a:off x="3300"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8" name="Line 99">
                <a:extLst>
                  <a:ext uri="{FF2B5EF4-FFF2-40B4-BE49-F238E27FC236}">
                    <a16:creationId xmlns:a16="http://schemas.microsoft.com/office/drawing/2014/main" id="{467C6823-3042-92BF-B5C2-40509D4FC790}"/>
                  </a:ext>
                </a:extLst>
              </p:cNvPr>
              <p:cNvSpPr>
                <a:spLocks noChangeShapeType="1"/>
              </p:cNvSpPr>
              <p:nvPr/>
            </p:nvSpPr>
            <p:spPr bwMode="auto">
              <a:xfrm rot="5400000">
                <a:off x="325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39" name="Line 100">
                <a:extLst>
                  <a:ext uri="{FF2B5EF4-FFF2-40B4-BE49-F238E27FC236}">
                    <a16:creationId xmlns:a16="http://schemas.microsoft.com/office/drawing/2014/main" id="{68639FEB-55EA-343E-85F2-D5B145766D21}"/>
                  </a:ext>
                </a:extLst>
              </p:cNvPr>
              <p:cNvSpPr>
                <a:spLocks noChangeShapeType="1"/>
              </p:cNvSpPr>
              <p:nvPr/>
            </p:nvSpPr>
            <p:spPr bwMode="auto">
              <a:xfrm rot="5400000">
                <a:off x="3209"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0" name="Line 101">
                <a:extLst>
                  <a:ext uri="{FF2B5EF4-FFF2-40B4-BE49-F238E27FC236}">
                    <a16:creationId xmlns:a16="http://schemas.microsoft.com/office/drawing/2014/main" id="{BC80FCC6-B072-2128-875D-B89A7DF53D26}"/>
                  </a:ext>
                </a:extLst>
              </p:cNvPr>
              <p:cNvSpPr>
                <a:spLocks noChangeShapeType="1"/>
              </p:cNvSpPr>
              <p:nvPr/>
            </p:nvSpPr>
            <p:spPr bwMode="auto">
              <a:xfrm rot="5400000">
                <a:off x="311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1" name="Line 102">
                <a:extLst>
                  <a:ext uri="{FF2B5EF4-FFF2-40B4-BE49-F238E27FC236}">
                    <a16:creationId xmlns:a16="http://schemas.microsoft.com/office/drawing/2014/main" id="{2FF76164-EAD5-8E1B-D3F1-53682CE5C39E}"/>
                  </a:ext>
                </a:extLst>
              </p:cNvPr>
              <p:cNvSpPr>
                <a:spLocks noChangeShapeType="1"/>
              </p:cNvSpPr>
              <p:nvPr/>
            </p:nvSpPr>
            <p:spPr bwMode="auto">
              <a:xfrm rot="5400000">
                <a:off x="315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2" name="Line 103">
                <a:extLst>
                  <a:ext uri="{FF2B5EF4-FFF2-40B4-BE49-F238E27FC236}">
                    <a16:creationId xmlns:a16="http://schemas.microsoft.com/office/drawing/2014/main" id="{A02D3E51-1F5A-4790-47FD-2CE46250FA8E}"/>
                  </a:ext>
                </a:extLst>
              </p:cNvPr>
              <p:cNvSpPr>
                <a:spLocks noChangeShapeType="1"/>
              </p:cNvSpPr>
              <p:nvPr/>
            </p:nvSpPr>
            <p:spPr bwMode="auto">
              <a:xfrm rot="5400000">
                <a:off x="3064"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3" name="Line 104">
                <a:extLst>
                  <a:ext uri="{FF2B5EF4-FFF2-40B4-BE49-F238E27FC236}">
                    <a16:creationId xmlns:a16="http://schemas.microsoft.com/office/drawing/2014/main" id="{1E3B90C6-B8BC-6295-7C05-DF5BE6B9ED7A}"/>
                  </a:ext>
                </a:extLst>
              </p:cNvPr>
              <p:cNvSpPr>
                <a:spLocks noChangeShapeType="1"/>
              </p:cNvSpPr>
              <p:nvPr/>
            </p:nvSpPr>
            <p:spPr bwMode="auto">
              <a:xfrm rot="5400000">
                <a:off x="3017"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4" name="Line 105">
                <a:extLst>
                  <a:ext uri="{FF2B5EF4-FFF2-40B4-BE49-F238E27FC236}">
                    <a16:creationId xmlns:a16="http://schemas.microsoft.com/office/drawing/2014/main" id="{2B0791C0-BD9F-0078-64E1-CC179BCA9551}"/>
                  </a:ext>
                </a:extLst>
              </p:cNvPr>
              <p:cNvSpPr>
                <a:spLocks noChangeShapeType="1"/>
              </p:cNvSpPr>
              <p:nvPr/>
            </p:nvSpPr>
            <p:spPr bwMode="auto">
              <a:xfrm rot="5400000">
                <a:off x="2976" y="2525"/>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5" name="Line 106">
                <a:extLst>
                  <a:ext uri="{FF2B5EF4-FFF2-40B4-BE49-F238E27FC236}">
                    <a16:creationId xmlns:a16="http://schemas.microsoft.com/office/drawing/2014/main" id="{47686CE7-6562-11B8-4CDC-1528D7BD4988}"/>
                  </a:ext>
                </a:extLst>
              </p:cNvPr>
              <p:cNvSpPr>
                <a:spLocks noChangeShapeType="1"/>
              </p:cNvSpPr>
              <p:nvPr/>
            </p:nvSpPr>
            <p:spPr bwMode="auto">
              <a:xfrm rot="5400000">
                <a:off x="287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6" name="Line 107">
                <a:extLst>
                  <a:ext uri="{FF2B5EF4-FFF2-40B4-BE49-F238E27FC236}">
                    <a16:creationId xmlns:a16="http://schemas.microsoft.com/office/drawing/2014/main" id="{68B5D4DF-648D-343D-D61E-C1F396054EC1}"/>
                  </a:ext>
                </a:extLst>
              </p:cNvPr>
              <p:cNvSpPr>
                <a:spLocks noChangeShapeType="1"/>
              </p:cNvSpPr>
              <p:nvPr/>
            </p:nvSpPr>
            <p:spPr bwMode="auto">
              <a:xfrm rot="5400000">
                <a:off x="2918"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7" name="Line 108">
                <a:extLst>
                  <a:ext uri="{FF2B5EF4-FFF2-40B4-BE49-F238E27FC236}">
                    <a16:creationId xmlns:a16="http://schemas.microsoft.com/office/drawing/2014/main" id="{564A07C8-7732-55FD-C5F4-83E7D7B25D81}"/>
                  </a:ext>
                </a:extLst>
              </p:cNvPr>
              <p:cNvSpPr>
                <a:spLocks noChangeShapeType="1"/>
              </p:cNvSpPr>
              <p:nvPr/>
            </p:nvSpPr>
            <p:spPr bwMode="auto">
              <a:xfrm rot="5400000">
                <a:off x="2822"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548" name="Line 109">
                <a:extLst>
                  <a:ext uri="{FF2B5EF4-FFF2-40B4-BE49-F238E27FC236}">
                    <a16:creationId xmlns:a16="http://schemas.microsoft.com/office/drawing/2014/main" id="{9E662B49-A320-4F64-5F0E-63C86CEE0FAB}"/>
                  </a:ext>
                </a:extLst>
              </p:cNvPr>
              <p:cNvSpPr>
                <a:spLocks noChangeShapeType="1"/>
              </p:cNvSpPr>
              <p:nvPr/>
            </p:nvSpPr>
            <p:spPr bwMode="auto">
              <a:xfrm rot="5400000">
                <a:off x="2775" y="252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9333" name="Line 110">
              <a:extLst>
                <a:ext uri="{FF2B5EF4-FFF2-40B4-BE49-F238E27FC236}">
                  <a16:creationId xmlns:a16="http://schemas.microsoft.com/office/drawing/2014/main" id="{28535728-3E88-2160-970A-E5859FAAB7A1}"/>
                </a:ext>
              </a:extLst>
            </p:cNvPr>
            <p:cNvSpPr>
              <a:spLocks noChangeShapeType="1"/>
            </p:cNvSpPr>
            <p:nvPr/>
          </p:nvSpPr>
          <p:spPr bwMode="auto">
            <a:xfrm>
              <a:off x="793" y="1065"/>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4" name="Line 111">
              <a:extLst>
                <a:ext uri="{FF2B5EF4-FFF2-40B4-BE49-F238E27FC236}">
                  <a16:creationId xmlns:a16="http://schemas.microsoft.com/office/drawing/2014/main" id="{6C892F41-1ED8-5D6D-BB91-5BE26D407E7E}"/>
                </a:ext>
              </a:extLst>
            </p:cNvPr>
            <p:cNvSpPr>
              <a:spLocks noChangeShapeType="1"/>
            </p:cNvSpPr>
            <p:nvPr/>
          </p:nvSpPr>
          <p:spPr bwMode="auto">
            <a:xfrm>
              <a:off x="793" y="112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5" name="Line 112">
              <a:extLst>
                <a:ext uri="{FF2B5EF4-FFF2-40B4-BE49-F238E27FC236}">
                  <a16:creationId xmlns:a16="http://schemas.microsoft.com/office/drawing/2014/main" id="{7A3E6763-55BF-C9BA-B35B-DC153534E8B0}"/>
                </a:ext>
              </a:extLst>
            </p:cNvPr>
            <p:cNvSpPr>
              <a:spLocks noChangeShapeType="1"/>
            </p:cNvSpPr>
            <p:nvPr/>
          </p:nvSpPr>
          <p:spPr bwMode="auto">
            <a:xfrm>
              <a:off x="793" y="109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6" name="Line 113">
              <a:extLst>
                <a:ext uri="{FF2B5EF4-FFF2-40B4-BE49-F238E27FC236}">
                  <a16:creationId xmlns:a16="http://schemas.microsoft.com/office/drawing/2014/main" id="{19AAE1E1-D3B5-2BD6-90D8-2666AEBF7505}"/>
                </a:ext>
              </a:extLst>
            </p:cNvPr>
            <p:cNvSpPr>
              <a:spLocks noChangeShapeType="1"/>
            </p:cNvSpPr>
            <p:nvPr/>
          </p:nvSpPr>
          <p:spPr bwMode="auto">
            <a:xfrm>
              <a:off x="793" y="116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7" name="Line 114">
              <a:extLst>
                <a:ext uri="{FF2B5EF4-FFF2-40B4-BE49-F238E27FC236}">
                  <a16:creationId xmlns:a16="http://schemas.microsoft.com/office/drawing/2014/main" id="{85EACB20-F419-5F66-D454-B6EE1BC8E0FA}"/>
                </a:ext>
              </a:extLst>
            </p:cNvPr>
            <p:cNvSpPr>
              <a:spLocks noChangeShapeType="1"/>
            </p:cNvSpPr>
            <p:nvPr/>
          </p:nvSpPr>
          <p:spPr bwMode="auto">
            <a:xfrm>
              <a:off x="793" y="118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8" name="Line 115">
              <a:extLst>
                <a:ext uri="{FF2B5EF4-FFF2-40B4-BE49-F238E27FC236}">
                  <a16:creationId xmlns:a16="http://schemas.microsoft.com/office/drawing/2014/main" id="{5AED8623-DB9C-8D3F-09A7-84CF6D32D428}"/>
                </a:ext>
              </a:extLst>
            </p:cNvPr>
            <p:cNvSpPr>
              <a:spLocks noChangeShapeType="1"/>
            </p:cNvSpPr>
            <p:nvPr/>
          </p:nvSpPr>
          <p:spPr bwMode="auto">
            <a:xfrm>
              <a:off x="793" y="1228"/>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9" name="Line 116">
              <a:extLst>
                <a:ext uri="{FF2B5EF4-FFF2-40B4-BE49-F238E27FC236}">
                  <a16:creationId xmlns:a16="http://schemas.microsoft.com/office/drawing/2014/main" id="{FDEED968-7795-F6A9-2221-D0C864D2A298}"/>
                </a:ext>
              </a:extLst>
            </p:cNvPr>
            <p:cNvSpPr>
              <a:spLocks noChangeShapeType="1"/>
            </p:cNvSpPr>
            <p:nvPr/>
          </p:nvSpPr>
          <p:spPr bwMode="auto">
            <a:xfrm>
              <a:off x="793" y="1293"/>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0" name="Line 117">
              <a:extLst>
                <a:ext uri="{FF2B5EF4-FFF2-40B4-BE49-F238E27FC236}">
                  <a16:creationId xmlns:a16="http://schemas.microsoft.com/office/drawing/2014/main" id="{1FFAA3B9-7423-6DFE-6A2A-6F6D250EB8E7}"/>
                </a:ext>
              </a:extLst>
            </p:cNvPr>
            <p:cNvSpPr>
              <a:spLocks noChangeShapeType="1"/>
            </p:cNvSpPr>
            <p:nvPr/>
          </p:nvSpPr>
          <p:spPr bwMode="auto">
            <a:xfrm>
              <a:off x="793" y="1255"/>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1" name="Line 118">
              <a:extLst>
                <a:ext uri="{FF2B5EF4-FFF2-40B4-BE49-F238E27FC236}">
                  <a16:creationId xmlns:a16="http://schemas.microsoft.com/office/drawing/2014/main" id="{C29A7D84-61B1-86AF-60CD-99EC0E981D4A}"/>
                </a:ext>
              </a:extLst>
            </p:cNvPr>
            <p:cNvSpPr>
              <a:spLocks noChangeShapeType="1"/>
            </p:cNvSpPr>
            <p:nvPr/>
          </p:nvSpPr>
          <p:spPr bwMode="auto">
            <a:xfrm>
              <a:off x="793" y="1325"/>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2" name="Line 119">
              <a:extLst>
                <a:ext uri="{FF2B5EF4-FFF2-40B4-BE49-F238E27FC236}">
                  <a16:creationId xmlns:a16="http://schemas.microsoft.com/office/drawing/2014/main" id="{4FA59249-C7CD-4E95-4388-3E12499A2FB6}"/>
                </a:ext>
              </a:extLst>
            </p:cNvPr>
            <p:cNvSpPr>
              <a:spLocks noChangeShapeType="1"/>
            </p:cNvSpPr>
            <p:nvPr/>
          </p:nvSpPr>
          <p:spPr bwMode="auto">
            <a:xfrm>
              <a:off x="793" y="1351"/>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3" name="Line 120">
              <a:extLst>
                <a:ext uri="{FF2B5EF4-FFF2-40B4-BE49-F238E27FC236}">
                  <a16:creationId xmlns:a16="http://schemas.microsoft.com/office/drawing/2014/main" id="{210ADA3C-1FEB-C3F4-97D0-8B98DBB764E7}"/>
                </a:ext>
              </a:extLst>
            </p:cNvPr>
            <p:cNvSpPr>
              <a:spLocks noChangeShapeType="1"/>
            </p:cNvSpPr>
            <p:nvPr/>
          </p:nvSpPr>
          <p:spPr bwMode="auto">
            <a:xfrm>
              <a:off x="793" y="1391"/>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4" name="Line 121">
              <a:extLst>
                <a:ext uri="{FF2B5EF4-FFF2-40B4-BE49-F238E27FC236}">
                  <a16:creationId xmlns:a16="http://schemas.microsoft.com/office/drawing/2014/main" id="{05A3B63B-0772-2528-0641-F33E80A4015C}"/>
                </a:ext>
              </a:extLst>
            </p:cNvPr>
            <p:cNvSpPr>
              <a:spLocks noChangeShapeType="1"/>
            </p:cNvSpPr>
            <p:nvPr/>
          </p:nvSpPr>
          <p:spPr bwMode="auto">
            <a:xfrm>
              <a:off x="793" y="144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5" name="Line 122">
              <a:extLst>
                <a:ext uri="{FF2B5EF4-FFF2-40B4-BE49-F238E27FC236}">
                  <a16:creationId xmlns:a16="http://schemas.microsoft.com/office/drawing/2014/main" id="{16E4F538-85A8-5644-2916-2FF97BD2CFAE}"/>
                </a:ext>
              </a:extLst>
            </p:cNvPr>
            <p:cNvSpPr>
              <a:spLocks noChangeShapeType="1"/>
            </p:cNvSpPr>
            <p:nvPr/>
          </p:nvSpPr>
          <p:spPr bwMode="auto">
            <a:xfrm>
              <a:off x="793" y="141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6" name="Line 123">
              <a:extLst>
                <a:ext uri="{FF2B5EF4-FFF2-40B4-BE49-F238E27FC236}">
                  <a16:creationId xmlns:a16="http://schemas.microsoft.com/office/drawing/2014/main" id="{403C4F2F-FFCD-A77B-40EC-9E3B4CB233AE}"/>
                </a:ext>
              </a:extLst>
            </p:cNvPr>
            <p:cNvSpPr>
              <a:spLocks noChangeShapeType="1"/>
            </p:cNvSpPr>
            <p:nvPr/>
          </p:nvSpPr>
          <p:spPr bwMode="auto">
            <a:xfrm>
              <a:off x="793" y="148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7" name="Line 124">
              <a:extLst>
                <a:ext uri="{FF2B5EF4-FFF2-40B4-BE49-F238E27FC236}">
                  <a16:creationId xmlns:a16="http://schemas.microsoft.com/office/drawing/2014/main" id="{B7219480-9472-AFB4-3D24-29E84330B2E2}"/>
                </a:ext>
              </a:extLst>
            </p:cNvPr>
            <p:cNvSpPr>
              <a:spLocks noChangeShapeType="1"/>
            </p:cNvSpPr>
            <p:nvPr/>
          </p:nvSpPr>
          <p:spPr bwMode="auto">
            <a:xfrm>
              <a:off x="793" y="1513"/>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8" name="Line 125">
              <a:extLst>
                <a:ext uri="{FF2B5EF4-FFF2-40B4-BE49-F238E27FC236}">
                  <a16:creationId xmlns:a16="http://schemas.microsoft.com/office/drawing/2014/main" id="{B62B26A0-FDE8-2FD0-B5EA-07665CE25EBB}"/>
                </a:ext>
              </a:extLst>
            </p:cNvPr>
            <p:cNvSpPr>
              <a:spLocks noChangeShapeType="1"/>
            </p:cNvSpPr>
            <p:nvPr/>
          </p:nvSpPr>
          <p:spPr bwMode="auto">
            <a:xfrm>
              <a:off x="793" y="1548"/>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9" name="Line 126">
              <a:extLst>
                <a:ext uri="{FF2B5EF4-FFF2-40B4-BE49-F238E27FC236}">
                  <a16:creationId xmlns:a16="http://schemas.microsoft.com/office/drawing/2014/main" id="{7C565BD6-0261-9E11-9BD5-D0294FB77D2E}"/>
                </a:ext>
              </a:extLst>
            </p:cNvPr>
            <p:cNvSpPr>
              <a:spLocks noChangeShapeType="1"/>
            </p:cNvSpPr>
            <p:nvPr/>
          </p:nvSpPr>
          <p:spPr bwMode="auto">
            <a:xfrm>
              <a:off x="793" y="1613"/>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0" name="Line 127">
              <a:extLst>
                <a:ext uri="{FF2B5EF4-FFF2-40B4-BE49-F238E27FC236}">
                  <a16:creationId xmlns:a16="http://schemas.microsoft.com/office/drawing/2014/main" id="{C75AC517-FE85-18CE-0558-A7AEA8469F3D}"/>
                </a:ext>
              </a:extLst>
            </p:cNvPr>
            <p:cNvSpPr>
              <a:spLocks noChangeShapeType="1"/>
            </p:cNvSpPr>
            <p:nvPr/>
          </p:nvSpPr>
          <p:spPr bwMode="auto">
            <a:xfrm>
              <a:off x="793" y="1581"/>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1" name="Line 128">
              <a:extLst>
                <a:ext uri="{FF2B5EF4-FFF2-40B4-BE49-F238E27FC236}">
                  <a16:creationId xmlns:a16="http://schemas.microsoft.com/office/drawing/2014/main" id="{0C86350A-D5CD-582A-A00E-12F6E438B3F2}"/>
                </a:ext>
              </a:extLst>
            </p:cNvPr>
            <p:cNvSpPr>
              <a:spLocks noChangeShapeType="1"/>
            </p:cNvSpPr>
            <p:nvPr/>
          </p:nvSpPr>
          <p:spPr bwMode="auto">
            <a:xfrm>
              <a:off x="793" y="1645"/>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2" name="Line 129">
              <a:extLst>
                <a:ext uri="{FF2B5EF4-FFF2-40B4-BE49-F238E27FC236}">
                  <a16:creationId xmlns:a16="http://schemas.microsoft.com/office/drawing/2014/main" id="{4289690F-FA98-1AB8-5D86-3BEE823E5556}"/>
                </a:ext>
              </a:extLst>
            </p:cNvPr>
            <p:cNvSpPr>
              <a:spLocks noChangeShapeType="1"/>
            </p:cNvSpPr>
            <p:nvPr/>
          </p:nvSpPr>
          <p:spPr bwMode="auto">
            <a:xfrm>
              <a:off x="793" y="167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3" name="Line 130">
              <a:extLst>
                <a:ext uri="{FF2B5EF4-FFF2-40B4-BE49-F238E27FC236}">
                  <a16:creationId xmlns:a16="http://schemas.microsoft.com/office/drawing/2014/main" id="{69A1DE9C-195F-84E3-0497-0DA6DCC05207}"/>
                </a:ext>
              </a:extLst>
            </p:cNvPr>
            <p:cNvSpPr>
              <a:spLocks noChangeShapeType="1"/>
            </p:cNvSpPr>
            <p:nvPr/>
          </p:nvSpPr>
          <p:spPr bwMode="auto">
            <a:xfrm>
              <a:off x="793" y="1705"/>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4" name="Line 131">
              <a:extLst>
                <a:ext uri="{FF2B5EF4-FFF2-40B4-BE49-F238E27FC236}">
                  <a16:creationId xmlns:a16="http://schemas.microsoft.com/office/drawing/2014/main" id="{2822E3CF-DD68-D8CC-0CE4-7D91DA5C15AC}"/>
                </a:ext>
              </a:extLst>
            </p:cNvPr>
            <p:cNvSpPr>
              <a:spLocks noChangeShapeType="1"/>
            </p:cNvSpPr>
            <p:nvPr/>
          </p:nvSpPr>
          <p:spPr bwMode="auto">
            <a:xfrm>
              <a:off x="793" y="176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5" name="Line 132">
              <a:extLst>
                <a:ext uri="{FF2B5EF4-FFF2-40B4-BE49-F238E27FC236}">
                  <a16:creationId xmlns:a16="http://schemas.microsoft.com/office/drawing/2014/main" id="{AA082683-2AA9-9EA3-8696-FB5B90594B25}"/>
                </a:ext>
              </a:extLst>
            </p:cNvPr>
            <p:cNvSpPr>
              <a:spLocks noChangeShapeType="1"/>
            </p:cNvSpPr>
            <p:nvPr/>
          </p:nvSpPr>
          <p:spPr bwMode="auto">
            <a:xfrm>
              <a:off x="793" y="173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6" name="Line 133">
              <a:extLst>
                <a:ext uri="{FF2B5EF4-FFF2-40B4-BE49-F238E27FC236}">
                  <a16:creationId xmlns:a16="http://schemas.microsoft.com/office/drawing/2014/main" id="{36E0922B-4A92-5086-FBDF-B136DDB99581}"/>
                </a:ext>
              </a:extLst>
            </p:cNvPr>
            <p:cNvSpPr>
              <a:spLocks noChangeShapeType="1"/>
            </p:cNvSpPr>
            <p:nvPr/>
          </p:nvSpPr>
          <p:spPr bwMode="auto">
            <a:xfrm>
              <a:off x="793" y="180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7" name="Line 134">
              <a:extLst>
                <a:ext uri="{FF2B5EF4-FFF2-40B4-BE49-F238E27FC236}">
                  <a16:creationId xmlns:a16="http://schemas.microsoft.com/office/drawing/2014/main" id="{85209DD2-4881-99EF-72A7-77D60BD3B330}"/>
                </a:ext>
              </a:extLst>
            </p:cNvPr>
            <p:cNvSpPr>
              <a:spLocks noChangeShapeType="1"/>
            </p:cNvSpPr>
            <p:nvPr/>
          </p:nvSpPr>
          <p:spPr bwMode="auto">
            <a:xfrm>
              <a:off x="793" y="1833"/>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8" name="Line 135">
              <a:extLst>
                <a:ext uri="{FF2B5EF4-FFF2-40B4-BE49-F238E27FC236}">
                  <a16:creationId xmlns:a16="http://schemas.microsoft.com/office/drawing/2014/main" id="{11BB1C66-8E00-CFE3-3CA4-42ADE8B2E7CC}"/>
                </a:ext>
              </a:extLst>
            </p:cNvPr>
            <p:cNvSpPr>
              <a:spLocks noChangeShapeType="1"/>
            </p:cNvSpPr>
            <p:nvPr/>
          </p:nvSpPr>
          <p:spPr bwMode="auto">
            <a:xfrm>
              <a:off x="793" y="1868"/>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9" name="Line 136">
              <a:extLst>
                <a:ext uri="{FF2B5EF4-FFF2-40B4-BE49-F238E27FC236}">
                  <a16:creationId xmlns:a16="http://schemas.microsoft.com/office/drawing/2014/main" id="{2CFC76EC-B014-570A-74E7-86E133C66766}"/>
                </a:ext>
              </a:extLst>
            </p:cNvPr>
            <p:cNvSpPr>
              <a:spLocks noChangeShapeType="1"/>
            </p:cNvSpPr>
            <p:nvPr/>
          </p:nvSpPr>
          <p:spPr bwMode="auto">
            <a:xfrm>
              <a:off x="793" y="192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0" name="Line 137">
              <a:extLst>
                <a:ext uri="{FF2B5EF4-FFF2-40B4-BE49-F238E27FC236}">
                  <a16:creationId xmlns:a16="http://schemas.microsoft.com/office/drawing/2014/main" id="{98C8E569-7F70-4F35-FA01-28B7D0C3FEDF}"/>
                </a:ext>
              </a:extLst>
            </p:cNvPr>
            <p:cNvSpPr>
              <a:spLocks noChangeShapeType="1"/>
            </p:cNvSpPr>
            <p:nvPr/>
          </p:nvSpPr>
          <p:spPr bwMode="auto">
            <a:xfrm>
              <a:off x="793" y="1900"/>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1" name="Line 138">
              <a:extLst>
                <a:ext uri="{FF2B5EF4-FFF2-40B4-BE49-F238E27FC236}">
                  <a16:creationId xmlns:a16="http://schemas.microsoft.com/office/drawing/2014/main" id="{D8F53BE4-E6A4-4D2F-EA8F-5C7ACEDAC378}"/>
                </a:ext>
              </a:extLst>
            </p:cNvPr>
            <p:cNvSpPr>
              <a:spLocks noChangeShapeType="1"/>
            </p:cNvSpPr>
            <p:nvPr/>
          </p:nvSpPr>
          <p:spPr bwMode="auto">
            <a:xfrm>
              <a:off x="793" y="195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2" name="Line 139">
              <a:extLst>
                <a:ext uri="{FF2B5EF4-FFF2-40B4-BE49-F238E27FC236}">
                  <a16:creationId xmlns:a16="http://schemas.microsoft.com/office/drawing/2014/main" id="{815932B4-2928-8244-7348-DDEBFA7737CF}"/>
                </a:ext>
              </a:extLst>
            </p:cNvPr>
            <p:cNvSpPr>
              <a:spLocks noChangeShapeType="1"/>
            </p:cNvSpPr>
            <p:nvPr/>
          </p:nvSpPr>
          <p:spPr bwMode="auto">
            <a:xfrm>
              <a:off x="793" y="1991"/>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3" name="Line 140">
              <a:extLst>
                <a:ext uri="{FF2B5EF4-FFF2-40B4-BE49-F238E27FC236}">
                  <a16:creationId xmlns:a16="http://schemas.microsoft.com/office/drawing/2014/main" id="{F952FF0C-57B3-A49B-36E9-B5324CA1A1E8}"/>
                </a:ext>
              </a:extLst>
            </p:cNvPr>
            <p:cNvSpPr>
              <a:spLocks noChangeShapeType="1"/>
            </p:cNvSpPr>
            <p:nvPr/>
          </p:nvSpPr>
          <p:spPr bwMode="auto">
            <a:xfrm>
              <a:off x="793" y="2025"/>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4" name="Line 141">
              <a:extLst>
                <a:ext uri="{FF2B5EF4-FFF2-40B4-BE49-F238E27FC236}">
                  <a16:creationId xmlns:a16="http://schemas.microsoft.com/office/drawing/2014/main" id="{7D9C10C7-4E74-7AC4-F634-2C9B5704C500}"/>
                </a:ext>
              </a:extLst>
            </p:cNvPr>
            <p:cNvSpPr>
              <a:spLocks noChangeShapeType="1"/>
            </p:cNvSpPr>
            <p:nvPr/>
          </p:nvSpPr>
          <p:spPr bwMode="auto">
            <a:xfrm>
              <a:off x="793" y="208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5" name="Line 142">
              <a:extLst>
                <a:ext uri="{FF2B5EF4-FFF2-40B4-BE49-F238E27FC236}">
                  <a16:creationId xmlns:a16="http://schemas.microsoft.com/office/drawing/2014/main" id="{341497D3-E607-D3BF-9156-80F77CE259F7}"/>
                </a:ext>
              </a:extLst>
            </p:cNvPr>
            <p:cNvSpPr>
              <a:spLocks noChangeShapeType="1"/>
            </p:cNvSpPr>
            <p:nvPr/>
          </p:nvSpPr>
          <p:spPr bwMode="auto">
            <a:xfrm>
              <a:off x="793" y="205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6" name="Line 143">
              <a:extLst>
                <a:ext uri="{FF2B5EF4-FFF2-40B4-BE49-F238E27FC236}">
                  <a16:creationId xmlns:a16="http://schemas.microsoft.com/office/drawing/2014/main" id="{E508DE7F-37AD-032F-75A5-ABF138850EF1}"/>
                </a:ext>
              </a:extLst>
            </p:cNvPr>
            <p:cNvSpPr>
              <a:spLocks noChangeShapeType="1"/>
            </p:cNvSpPr>
            <p:nvPr/>
          </p:nvSpPr>
          <p:spPr bwMode="auto">
            <a:xfrm>
              <a:off x="793" y="212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7" name="Line 144">
              <a:extLst>
                <a:ext uri="{FF2B5EF4-FFF2-40B4-BE49-F238E27FC236}">
                  <a16:creationId xmlns:a16="http://schemas.microsoft.com/office/drawing/2014/main" id="{7565C771-3BE4-B348-D692-FAEDA0B79AF1}"/>
                </a:ext>
              </a:extLst>
            </p:cNvPr>
            <p:cNvSpPr>
              <a:spLocks noChangeShapeType="1"/>
            </p:cNvSpPr>
            <p:nvPr/>
          </p:nvSpPr>
          <p:spPr bwMode="auto">
            <a:xfrm>
              <a:off x="793" y="2153"/>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8" name="Line 145">
              <a:extLst>
                <a:ext uri="{FF2B5EF4-FFF2-40B4-BE49-F238E27FC236}">
                  <a16:creationId xmlns:a16="http://schemas.microsoft.com/office/drawing/2014/main" id="{75637D3D-12A4-CFFE-DCE9-B3982F575D4B}"/>
                </a:ext>
              </a:extLst>
            </p:cNvPr>
            <p:cNvSpPr>
              <a:spLocks noChangeShapeType="1"/>
            </p:cNvSpPr>
            <p:nvPr/>
          </p:nvSpPr>
          <p:spPr bwMode="auto">
            <a:xfrm>
              <a:off x="793" y="2188"/>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9" name="Line 146">
              <a:extLst>
                <a:ext uri="{FF2B5EF4-FFF2-40B4-BE49-F238E27FC236}">
                  <a16:creationId xmlns:a16="http://schemas.microsoft.com/office/drawing/2014/main" id="{D3D2743E-4C14-42C6-E729-B3EFA5DA4090}"/>
                </a:ext>
              </a:extLst>
            </p:cNvPr>
            <p:cNvSpPr>
              <a:spLocks noChangeShapeType="1"/>
            </p:cNvSpPr>
            <p:nvPr/>
          </p:nvSpPr>
          <p:spPr bwMode="auto">
            <a:xfrm>
              <a:off x="793" y="225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0" name="Line 147">
              <a:extLst>
                <a:ext uri="{FF2B5EF4-FFF2-40B4-BE49-F238E27FC236}">
                  <a16:creationId xmlns:a16="http://schemas.microsoft.com/office/drawing/2014/main" id="{506B51FA-6286-2EF9-406F-CD52D0C4758B}"/>
                </a:ext>
              </a:extLst>
            </p:cNvPr>
            <p:cNvSpPr>
              <a:spLocks noChangeShapeType="1"/>
            </p:cNvSpPr>
            <p:nvPr/>
          </p:nvSpPr>
          <p:spPr bwMode="auto">
            <a:xfrm>
              <a:off x="793" y="2220"/>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1" name="Line 148">
              <a:extLst>
                <a:ext uri="{FF2B5EF4-FFF2-40B4-BE49-F238E27FC236}">
                  <a16:creationId xmlns:a16="http://schemas.microsoft.com/office/drawing/2014/main" id="{1215BEEA-AC79-CEFE-CE33-B7EBD2052A63}"/>
                </a:ext>
              </a:extLst>
            </p:cNvPr>
            <p:cNvSpPr>
              <a:spLocks noChangeShapeType="1"/>
            </p:cNvSpPr>
            <p:nvPr/>
          </p:nvSpPr>
          <p:spPr bwMode="auto">
            <a:xfrm>
              <a:off x="793" y="2285"/>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2" name="Line 149">
              <a:extLst>
                <a:ext uri="{FF2B5EF4-FFF2-40B4-BE49-F238E27FC236}">
                  <a16:creationId xmlns:a16="http://schemas.microsoft.com/office/drawing/2014/main" id="{7EC1F034-0A0D-C544-95A6-43E3D5845724}"/>
                </a:ext>
              </a:extLst>
            </p:cNvPr>
            <p:cNvSpPr>
              <a:spLocks noChangeShapeType="1"/>
            </p:cNvSpPr>
            <p:nvPr/>
          </p:nvSpPr>
          <p:spPr bwMode="auto">
            <a:xfrm>
              <a:off x="793" y="231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3" name="Line 150">
              <a:extLst>
                <a:ext uri="{FF2B5EF4-FFF2-40B4-BE49-F238E27FC236}">
                  <a16:creationId xmlns:a16="http://schemas.microsoft.com/office/drawing/2014/main" id="{3288ADD4-ADA2-AAB9-4C68-DF12BC241364}"/>
                </a:ext>
              </a:extLst>
            </p:cNvPr>
            <p:cNvSpPr>
              <a:spLocks noChangeShapeType="1"/>
            </p:cNvSpPr>
            <p:nvPr/>
          </p:nvSpPr>
          <p:spPr bwMode="auto">
            <a:xfrm>
              <a:off x="793" y="2351"/>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4" name="Line 151">
              <a:extLst>
                <a:ext uri="{FF2B5EF4-FFF2-40B4-BE49-F238E27FC236}">
                  <a16:creationId xmlns:a16="http://schemas.microsoft.com/office/drawing/2014/main" id="{9B54A13D-A36B-4829-7369-6684C9D5AD2A}"/>
                </a:ext>
              </a:extLst>
            </p:cNvPr>
            <p:cNvSpPr>
              <a:spLocks noChangeShapeType="1"/>
            </p:cNvSpPr>
            <p:nvPr/>
          </p:nvSpPr>
          <p:spPr bwMode="auto">
            <a:xfrm>
              <a:off x="793" y="2415"/>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5" name="Line 152">
              <a:extLst>
                <a:ext uri="{FF2B5EF4-FFF2-40B4-BE49-F238E27FC236}">
                  <a16:creationId xmlns:a16="http://schemas.microsoft.com/office/drawing/2014/main" id="{A334BCB5-7E26-E3E1-E365-A363D203B8BF}"/>
                </a:ext>
              </a:extLst>
            </p:cNvPr>
            <p:cNvSpPr>
              <a:spLocks noChangeShapeType="1"/>
            </p:cNvSpPr>
            <p:nvPr/>
          </p:nvSpPr>
          <p:spPr bwMode="auto">
            <a:xfrm>
              <a:off x="793" y="2383"/>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6" name="Line 153">
              <a:extLst>
                <a:ext uri="{FF2B5EF4-FFF2-40B4-BE49-F238E27FC236}">
                  <a16:creationId xmlns:a16="http://schemas.microsoft.com/office/drawing/2014/main" id="{82D9EEF1-1E38-7EF2-B692-6357CECEC786}"/>
                </a:ext>
              </a:extLst>
            </p:cNvPr>
            <p:cNvSpPr>
              <a:spLocks noChangeShapeType="1"/>
            </p:cNvSpPr>
            <p:nvPr/>
          </p:nvSpPr>
          <p:spPr bwMode="auto">
            <a:xfrm>
              <a:off x="793" y="244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7" name="Line 154">
              <a:extLst>
                <a:ext uri="{FF2B5EF4-FFF2-40B4-BE49-F238E27FC236}">
                  <a16:creationId xmlns:a16="http://schemas.microsoft.com/office/drawing/2014/main" id="{BF6FF760-1E5C-9B52-5537-99F32C3CC47D}"/>
                </a:ext>
              </a:extLst>
            </p:cNvPr>
            <p:cNvSpPr>
              <a:spLocks noChangeShapeType="1"/>
            </p:cNvSpPr>
            <p:nvPr/>
          </p:nvSpPr>
          <p:spPr bwMode="auto">
            <a:xfrm>
              <a:off x="793" y="247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8" name="Line 155">
              <a:extLst>
                <a:ext uri="{FF2B5EF4-FFF2-40B4-BE49-F238E27FC236}">
                  <a16:creationId xmlns:a16="http://schemas.microsoft.com/office/drawing/2014/main" id="{BDF66CBF-E53E-5F85-EDA5-01E27BC35349}"/>
                </a:ext>
              </a:extLst>
            </p:cNvPr>
            <p:cNvSpPr>
              <a:spLocks noChangeShapeType="1"/>
            </p:cNvSpPr>
            <p:nvPr/>
          </p:nvSpPr>
          <p:spPr bwMode="auto">
            <a:xfrm>
              <a:off x="793" y="2514"/>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9" name="Line 156">
              <a:extLst>
                <a:ext uri="{FF2B5EF4-FFF2-40B4-BE49-F238E27FC236}">
                  <a16:creationId xmlns:a16="http://schemas.microsoft.com/office/drawing/2014/main" id="{B418572E-8F17-E703-3E95-37B5511BA924}"/>
                </a:ext>
              </a:extLst>
            </p:cNvPr>
            <p:cNvSpPr>
              <a:spLocks noChangeShapeType="1"/>
            </p:cNvSpPr>
            <p:nvPr/>
          </p:nvSpPr>
          <p:spPr bwMode="auto">
            <a:xfrm>
              <a:off x="793" y="257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0" name="Line 157">
              <a:extLst>
                <a:ext uri="{FF2B5EF4-FFF2-40B4-BE49-F238E27FC236}">
                  <a16:creationId xmlns:a16="http://schemas.microsoft.com/office/drawing/2014/main" id="{8BED7CEE-F044-E453-BD8C-097E91EED22B}"/>
                </a:ext>
              </a:extLst>
            </p:cNvPr>
            <p:cNvSpPr>
              <a:spLocks noChangeShapeType="1"/>
            </p:cNvSpPr>
            <p:nvPr/>
          </p:nvSpPr>
          <p:spPr bwMode="auto">
            <a:xfrm>
              <a:off x="793" y="2540"/>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1" name="Line 158">
              <a:extLst>
                <a:ext uri="{FF2B5EF4-FFF2-40B4-BE49-F238E27FC236}">
                  <a16:creationId xmlns:a16="http://schemas.microsoft.com/office/drawing/2014/main" id="{6D23E576-1576-5861-2B3B-6BD3B56C1749}"/>
                </a:ext>
              </a:extLst>
            </p:cNvPr>
            <p:cNvSpPr>
              <a:spLocks noChangeShapeType="1"/>
            </p:cNvSpPr>
            <p:nvPr/>
          </p:nvSpPr>
          <p:spPr bwMode="auto">
            <a:xfrm>
              <a:off x="793" y="259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2" name="Line 159">
              <a:extLst>
                <a:ext uri="{FF2B5EF4-FFF2-40B4-BE49-F238E27FC236}">
                  <a16:creationId xmlns:a16="http://schemas.microsoft.com/office/drawing/2014/main" id="{C3B83FB8-CC86-DB46-8B11-7373C2B5A6C1}"/>
                </a:ext>
              </a:extLst>
            </p:cNvPr>
            <p:cNvSpPr>
              <a:spLocks noChangeShapeType="1"/>
            </p:cNvSpPr>
            <p:nvPr/>
          </p:nvSpPr>
          <p:spPr bwMode="auto">
            <a:xfrm>
              <a:off x="793" y="2630"/>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3" name="Line 160">
              <a:extLst>
                <a:ext uri="{FF2B5EF4-FFF2-40B4-BE49-F238E27FC236}">
                  <a16:creationId xmlns:a16="http://schemas.microsoft.com/office/drawing/2014/main" id="{00FFD2DE-501E-9DD2-0A98-677A0B48A6FC}"/>
                </a:ext>
              </a:extLst>
            </p:cNvPr>
            <p:cNvSpPr>
              <a:spLocks noChangeShapeType="1"/>
            </p:cNvSpPr>
            <p:nvPr/>
          </p:nvSpPr>
          <p:spPr bwMode="auto">
            <a:xfrm>
              <a:off x="793" y="2665"/>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4" name="Line 161">
              <a:extLst>
                <a:ext uri="{FF2B5EF4-FFF2-40B4-BE49-F238E27FC236}">
                  <a16:creationId xmlns:a16="http://schemas.microsoft.com/office/drawing/2014/main" id="{A104156D-A0D5-2D5F-318B-5305FC243946}"/>
                </a:ext>
              </a:extLst>
            </p:cNvPr>
            <p:cNvSpPr>
              <a:spLocks noChangeShapeType="1"/>
            </p:cNvSpPr>
            <p:nvPr/>
          </p:nvSpPr>
          <p:spPr bwMode="auto">
            <a:xfrm>
              <a:off x="793" y="272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5" name="Line 162">
              <a:extLst>
                <a:ext uri="{FF2B5EF4-FFF2-40B4-BE49-F238E27FC236}">
                  <a16:creationId xmlns:a16="http://schemas.microsoft.com/office/drawing/2014/main" id="{14DFDE42-CFAA-7CC9-E5A1-914E99217ED6}"/>
                </a:ext>
              </a:extLst>
            </p:cNvPr>
            <p:cNvSpPr>
              <a:spLocks noChangeShapeType="1"/>
            </p:cNvSpPr>
            <p:nvPr/>
          </p:nvSpPr>
          <p:spPr bwMode="auto">
            <a:xfrm>
              <a:off x="793" y="269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6" name="Line 163">
              <a:extLst>
                <a:ext uri="{FF2B5EF4-FFF2-40B4-BE49-F238E27FC236}">
                  <a16:creationId xmlns:a16="http://schemas.microsoft.com/office/drawing/2014/main" id="{541ADFF8-78E6-5E24-5975-C5538889C75D}"/>
                </a:ext>
              </a:extLst>
            </p:cNvPr>
            <p:cNvSpPr>
              <a:spLocks noChangeShapeType="1"/>
            </p:cNvSpPr>
            <p:nvPr/>
          </p:nvSpPr>
          <p:spPr bwMode="auto">
            <a:xfrm>
              <a:off x="793" y="276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7" name="Line 164">
              <a:extLst>
                <a:ext uri="{FF2B5EF4-FFF2-40B4-BE49-F238E27FC236}">
                  <a16:creationId xmlns:a16="http://schemas.microsoft.com/office/drawing/2014/main" id="{7EAA8F5A-E695-A01D-03D7-A04A16D9AACB}"/>
                </a:ext>
              </a:extLst>
            </p:cNvPr>
            <p:cNvSpPr>
              <a:spLocks noChangeShapeType="1"/>
            </p:cNvSpPr>
            <p:nvPr/>
          </p:nvSpPr>
          <p:spPr bwMode="auto">
            <a:xfrm>
              <a:off x="793" y="2793"/>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8" name="Line 165">
              <a:extLst>
                <a:ext uri="{FF2B5EF4-FFF2-40B4-BE49-F238E27FC236}">
                  <a16:creationId xmlns:a16="http://schemas.microsoft.com/office/drawing/2014/main" id="{761189BB-DB16-FC9D-E15F-4BF2A70840B9}"/>
                </a:ext>
              </a:extLst>
            </p:cNvPr>
            <p:cNvSpPr>
              <a:spLocks noChangeShapeType="1"/>
            </p:cNvSpPr>
            <p:nvPr/>
          </p:nvSpPr>
          <p:spPr bwMode="auto">
            <a:xfrm>
              <a:off x="793" y="2828"/>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9" name="Line 166">
              <a:extLst>
                <a:ext uri="{FF2B5EF4-FFF2-40B4-BE49-F238E27FC236}">
                  <a16:creationId xmlns:a16="http://schemas.microsoft.com/office/drawing/2014/main" id="{F7BF0CA8-3604-DC80-8500-02F40DFB2282}"/>
                </a:ext>
              </a:extLst>
            </p:cNvPr>
            <p:cNvSpPr>
              <a:spLocks noChangeShapeType="1"/>
            </p:cNvSpPr>
            <p:nvPr/>
          </p:nvSpPr>
          <p:spPr bwMode="auto">
            <a:xfrm>
              <a:off x="793" y="289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0" name="Line 167">
              <a:extLst>
                <a:ext uri="{FF2B5EF4-FFF2-40B4-BE49-F238E27FC236}">
                  <a16:creationId xmlns:a16="http://schemas.microsoft.com/office/drawing/2014/main" id="{4654C21C-70DF-78B6-7827-2CB132480C2C}"/>
                </a:ext>
              </a:extLst>
            </p:cNvPr>
            <p:cNvSpPr>
              <a:spLocks noChangeShapeType="1"/>
            </p:cNvSpPr>
            <p:nvPr/>
          </p:nvSpPr>
          <p:spPr bwMode="auto">
            <a:xfrm>
              <a:off x="793" y="2860"/>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1" name="Line 168">
              <a:extLst>
                <a:ext uri="{FF2B5EF4-FFF2-40B4-BE49-F238E27FC236}">
                  <a16:creationId xmlns:a16="http://schemas.microsoft.com/office/drawing/2014/main" id="{66531CA3-8B05-D3FC-F3BF-50E85CD5FDF6}"/>
                </a:ext>
              </a:extLst>
            </p:cNvPr>
            <p:cNvSpPr>
              <a:spLocks noChangeShapeType="1"/>
            </p:cNvSpPr>
            <p:nvPr/>
          </p:nvSpPr>
          <p:spPr bwMode="auto">
            <a:xfrm>
              <a:off x="793" y="2925"/>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2" name="Line 169">
              <a:extLst>
                <a:ext uri="{FF2B5EF4-FFF2-40B4-BE49-F238E27FC236}">
                  <a16:creationId xmlns:a16="http://schemas.microsoft.com/office/drawing/2014/main" id="{835FA803-A74D-8EC6-84CF-1FE1734D7B4B}"/>
                </a:ext>
              </a:extLst>
            </p:cNvPr>
            <p:cNvSpPr>
              <a:spLocks noChangeShapeType="1"/>
            </p:cNvSpPr>
            <p:nvPr/>
          </p:nvSpPr>
          <p:spPr bwMode="auto">
            <a:xfrm>
              <a:off x="793" y="2950"/>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3" name="Line 170">
              <a:extLst>
                <a:ext uri="{FF2B5EF4-FFF2-40B4-BE49-F238E27FC236}">
                  <a16:creationId xmlns:a16="http://schemas.microsoft.com/office/drawing/2014/main" id="{B6C102DD-45CA-E7DC-F9E0-0B24C8D28992}"/>
                </a:ext>
              </a:extLst>
            </p:cNvPr>
            <p:cNvSpPr>
              <a:spLocks noChangeShapeType="1"/>
            </p:cNvSpPr>
            <p:nvPr/>
          </p:nvSpPr>
          <p:spPr bwMode="auto">
            <a:xfrm>
              <a:off x="793" y="2985"/>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4" name="Line 171">
              <a:extLst>
                <a:ext uri="{FF2B5EF4-FFF2-40B4-BE49-F238E27FC236}">
                  <a16:creationId xmlns:a16="http://schemas.microsoft.com/office/drawing/2014/main" id="{D1DC17E4-D0BF-0EBC-7945-F53E2B3906DA}"/>
                </a:ext>
              </a:extLst>
            </p:cNvPr>
            <p:cNvSpPr>
              <a:spLocks noChangeShapeType="1"/>
            </p:cNvSpPr>
            <p:nvPr/>
          </p:nvSpPr>
          <p:spPr bwMode="auto">
            <a:xfrm>
              <a:off x="793" y="304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5" name="Line 172">
              <a:extLst>
                <a:ext uri="{FF2B5EF4-FFF2-40B4-BE49-F238E27FC236}">
                  <a16:creationId xmlns:a16="http://schemas.microsoft.com/office/drawing/2014/main" id="{733621BC-7CEC-4617-993E-692A86734C1D}"/>
                </a:ext>
              </a:extLst>
            </p:cNvPr>
            <p:cNvSpPr>
              <a:spLocks noChangeShapeType="1"/>
            </p:cNvSpPr>
            <p:nvPr/>
          </p:nvSpPr>
          <p:spPr bwMode="auto">
            <a:xfrm>
              <a:off x="793" y="301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6" name="Line 173">
              <a:extLst>
                <a:ext uri="{FF2B5EF4-FFF2-40B4-BE49-F238E27FC236}">
                  <a16:creationId xmlns:a16="http://schemas.microsoft.com/office/drawing/2014/main" id="{0AD0B4C5-48E3-F804-1B76-58DE20026223}"/>
                </a:ext>
              </a:extLst>
            </p:cNvPr>
            <p:cNvSpPr>
              <a:spLocks noChangeShapeType="1"/>
            </p:cNvSpPr>
            <p:nvPr/>
          </p:nvSpPr>
          <p:spPr bwMode="auto">
            <a:xfrm>
              <a:off x="793" y="3081"/>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7" name="Line 174">
              <a:extLst>
                <a:ext uri="{FF2B5EF4-FFF2-40B4-BE49-F238E27FC236}">
                  <a16:creationId xmlns:a16="http://schemas.microsoft.com/office/drawing/2014/main" id="{AFD08E9F-2DB5-E894-4C94-0AAF198F0332}"/>
                </a:ext>
              </a:extLst>
            </p:cNvPr>
            <p:cNvSpPr>
              <a:spLocks noChangeShapeType="1"/>
            </p:cNvSpPr>
            <p:nvPr/>
          </p:nvSpPr>
          <p:spPr bwMode="auto">
            <a:xfrm>
              <a:off x="793" y="3113"/>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8" name="Line 175">
              <a:extLst>
                <a:ext uri="{FF2B5EF4-FFF2-40B4-BE49-F238E27FC236}">
                  <a16:creationId xmlns:a16="http://schemas.microsoft.com/office/drawing/2014/main" id="{88532B91-DA92-BA9A-6A0B-425D5EF0EFE1}"/>
                </a:ext>
              </a:extLst>
            </p:cNvPr>
            <p:cNvSpPr>
              <a:spLocks noChangeShapeType="1"/>
            </p:cNvSpPr>
            <p:nvPr/>
          </p:nvSpPr>
          <p:spPr bwMode="auto">
            <a:xfrm>
              <a:off x="793" y="3148"/>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9" name="Line 176">
              <a:extLst>
                <a:ext uri="{FF2B5EF4-FFF2-40B4-BE49-F238E27FC236}">
                  <a16:creationId xmlns:a16="http://schemas.microsoft.com/office/drawing/2014/main" id="{43FABC7C-1289-82C6-DD7D-5BFE300EA1A0}"/>
                </a:ext>
              </a:extLst>
            </p:cNvPr>
            <p:cNvSpPr>
              <a:spLocks noChangeShapeType="1"/>
            </p:cNvSpPr>
            <p:nvPr/>
          </p:nvSpPr>
          <p:spPr bwMode="auto">
            <a:xfrm>
              <a:off x="793" y="3209"/>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0" name="Line 177">
              <a:extLst>
                <a:ext uri="{FF2B5EF4-FFF2-40B4-BE49-F238E27FC236}">
                  <a16:creationId xmlns:a16="http://schemas.microsoft.com/office/drawing/2014/main" id="{10430C70-E3C5-5A41-2C01-E41F50C36F25}"/>
                </a:ext>
              </a:extLst>
            </p:cNvPr>
            <p:cNvSpPr>
              <a:spLocks noChangeShapeType="1"/>
            </p:cNvSpPr>
            <p:nvPr/>
          </p:nvSpPr>
          <p:spPr bwMode="auto">
            <a:xfrm>
              <a:off x="793" y="317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1" name="Line 178">
              <a:extLst>
                <a:ext uri="{FF2B5EF4-FFF2-40B4-BE49-F238E27FC236}">
                  <a16:creationId xmlns:a16="http://schemas.microsoft.com/office/drawing/2014/main" id="{965B50E4-0EEA-09BA-B16B-E582C95F946E}"/>
                </a:ext>
              </a:extLst>
            </p:cNvPr>
            <p:cNvSpPr>
              <a:spLocks noChangeShapeType="1"/>
            </p:cNvSpPr>
            <p:nvPr/>
          </p:nvSpPr>
          <p:spPr bwMode="auto">
            <a:xfrm>
              <a:off x="793" y="3242"/>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2" name="Line 179">
              <a:extLst>
                <a:ext uri="{FF2B5EF4-FFF2-40B4-BE49-F238E27FC236}">
                  <a16:creationId xmlns:a16="http://schemas.microsoft.com/office/drawing/2014/main" id="{0F684EFF-0182-5ABA-2BC7-AB4395A47F3E}"/>
                </a:ext>
              </a:extLst>
            </p:cNvPr>
            <p:cNvSpPr>
              <a:spLocks noChangeShapeType="1"/>
            </p:cNvSpPr>
            <p:nvPr/>
          </p:nvSpPr>
          <p:spPr bwMode="auto">
            <a:xfrm>
              <a:off x="793" y="3267"/>
              <a:ext cx="3346"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3" name="Line 180">
              <a:extLst>
                <a:ext uri="{FF2B5EF4-FFF2-40B4-BE49-F238E27FC236}">
                  <a16:creationId xmlns:a16="http://schemas.microsoft.com/office/drawing/2014/main" id="{3F10E897-555E-6B7B-0EDA-2A63A0BB19E4}"/>
                </a:ext>
              </a:extLst>
            </p:cNvPr>
            <p:cNvSpPr>
              <a:spLocks noChangeShapeType="1"/>
            </p:cNvSpPr>
            <p:nvPr/>
          </p:nvSpPr>
          <p:spPr bwMode="auto">
            <a:xfrm>
              <a:off x="793" y="3308"/>
              <a:ext cx="3346"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4" name="Line 181">
              <a:extLst>
                <a:ext uri="{FF2B5EF4-FFF2-40B4-BE49-F238E27FC236}">
                  <a16:creationId xmlns:a16="http://schemas.microsoft.com/office/drawing/2014/main" id="{798CA104-301E-0047-CE68-8BC023AB42C0}"/>
                </a:ext>
              </a:extLst>
            </p:cNvPr>
            <p:cNvSpPr>
              <a:spLocks noChangeShapeType="1"/>
            </p:cNvSpPr>
            <p:nvPr/>
          </p:nvSpPr>
          <p:spPr bwMode="auto">
            <a:xfrm flipV="1">
              <a:off x="1119" y="1226"/>
              <a:ext cx="0" cy="1758"/>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9405" name="Text Box 182">
              <a:extLst>
                <a:ext uri="{FF2B5EF4-FFF2-40B4-BE49-F238E27FC236}">
                  <a16:creationId xmlns:a16="http://schemas.microsoft.com/office/drawing/2014/main" id="{678CC543-0F0E-C927-8176-F556FF8F5A70}"/>
                </a:ext>
              </a:extLst>
            </p:cNvPr>
            <p:cNvSpPr txBox="1">
              <a:spLocks noChangeArrowheads="1"/>
            </p:cNvSpPr>
            <p:nvPr/>
          </p:nvSpPr>
          <p:spPr bwMode="auto">
            <a:xfrm>
              <a:off x="1026" y="10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2000" i="1">
                  <a:latin typeface="Times New Roman" panose="02020603050405020304" pitchFamily="18" charset="0"/>
                  <a:ea typeface="楷体_GB2312"/>
                </a:rPr>
                <a:t>n</a:t>
              </a:r>
              <a:endParaRPr lang="en-US" altLang="zh-CN" sz="2000">
                <a:latin typeface="Times New Roman" panose="02020603050405020304" pitchFamily="18" charset="0"/>
                <a:ea typeface="楷体_GB2312"/>
              </a:endParaRPr>
            </a:p>
          </p:txBody>
        </p:sp>
        <p:sp>
          <p:nvSpPr>
            <p:cNvPr id="99406" name="Text Box 183">
              <a:extLst>
                <a:ext uri="{FF2B5EF4-FFF2-40B4-BE49-F238E27FC236}">
                  <a16:creationId xmlns:a16="http://schemas.microsoft.com/office/drawing/2014/main" id="{1AB6F5DC-DADA-992A-B4E4-8D0D9355914C}"/>
                </a:ext>
              </a:extLst>
            </p:cNvPr>
            <p:cNvSpPr txBox="1">
              <a:spLocks noChangeArrowheads="1"/>
            </p:cNvSpPr>
            <p:nvPr/>
          </p:nvSpPr>
          <p:spPr bwMode="auto">
            <a:xfrm>
              <a:off x="3639" y="2971"/>
              <a:ext cx="6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2000" i="1">
                  <a:latin typeface="Times New Roman" panose="02020603050405020304" pitchFamily="18" charset="0"/>
                  <a:ea typeface="楷体_GB2312"/>
                </a:rPr>
                <a:t>λ</a:t>
              </a:r>
              <a:r>
                <a:rPr lang="en-US" altLang="zh-CN" sz="2000">
                  <a:latin typeface="Times New Roman" panose="02020603050405020304" pitchFamily="18" charset="0"/>
                  <a:ea typeface="楷体_GB2312"/>
                </a:rPr>
                <a:t>(nm)</a:t>
              </a:r>
            </a:p>
          </p:txBody>
        </p:sp>
        <p:sp>
          <p:nvSpPr>
            <p:cNvPr id="99407" name="Line 184">
              <a:extLst>
                <a:ext uri="{FF2B5EF4-FFF2-40B4-BE49-F238E27FC236}">
                  <a16:creationId xmlns:a16="http://schemas.microsoft.com/office/drawing/2014/main" id="{9A5F2BDB-FBA4-270F-3FD6-0A0B9E1747E7}"/>
                </a:ext>
              </a:extLst>
            </p:cNvPr>
            <p:cNvSpPr>
              <a:spLocks noChangeShapeType="1"/>
            </p:cNvSpPr>
            <p:nvPr/>
          </p:nvSpPr>
          <p:spPr bwMode="auto">
            <a:xfrm>
              <a:off x="1113" y="2984"/>
              <a:ext cx="2930" cy="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9408" name="Line 185">
              <a:extLst>
                <a:ext uri="{FF2B5EF4-FFF2-40B4-BE49-F238E27FC236}">
                  <a16:creationId xmlns:a16="http://schemas.microsoft.com/office/drawing/2014/main" id="{037A6C0D-901D-1EBC-D1F2-F1C581477116}"/>
                </a:ext>
              </a:extLst>
            </p:cNvPr>
            <p:cNvSpPr>
              <a:spLocks noChangeShapeType="1"/>
            </p:cNvSpPr>
            <p:nvPr/>
          </p:nvSpPr>
          <p:spPr bwMode="auto">
            <a:xfrm>
              <a:off x="1912" y="2952"/>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9" name="Line 186">
              <a:extLst>
                <a:ext uri="{FF2B5EF4-FFF2-40B4-BE49-F238E27FC236}">
                  <a16:creationId xmlns:a16="http://schemas.microsoft.com/office/drawing/2014/main" id="{27DB39FC-1C87-586B-32CD-D834E1183C88}"/>
                </a:ext>
              </a:extLst>
            </p:cNvPr>
            <p:cNvSpPr>
              <a:spLocks noChangeShapeType="1"/>
            </p:cNvSpPr>
            <p:nvPr/>
          </p:nvSpPr>
          <p:spPr bwMode="auto">
            <a:xfrm>
              <a:off x="3505" y="2952"/>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10" name="Line 187">
              <a:extLst>
                <a:ext uri="{FF2B5EF4-FFF2-40B4-BE49-F238E27FC236}">
                  <a16:creationId xmlns:a16="http://schemas.microsoft.com/office/drawing/2014/main" id="{1984DFDA-D029-7406-CCAD-173C59246675}"/>
                </a:ext>
              </a:extLst>
            </p:cNvPr>
            <p:cNvSpPr>
              <a:spLocks noChangeShapeType="1"/>
            </p:cNvSpPr>
            <p:nvPr/>
          </p:nvSpPr>
          <p:spPr bwMode="auto">
            <a:xfrm rot="5400000">
              <a:off x="1133" y="2010"/>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11" name="Line 188">
              <a:extLst>
                <a:ext uri="{FF2B5EF4-FFF2-40B4-BE49-F238E27FC236}">
                  <a16:creationId xmlns:a16="http://schemas.microsoft.com/office/drawing/2014/main" id="{41AE981D-E467-F341-23EE-D5C6C658F0F1}"/>
                </a:ext>
              </a:extLst>
            </p:cNvPr>
            <p:cNvSpPr>
              <a:spLocks noChangeShapeType="1"/>
            </p:cNvSpPr>
            <p:nvPr/>
          </p:nvSpPr>
          <p:spPr bwMode="auto">
            <a:xfrm rot="5400000">
              <a:off x="1133" y="2332"/>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12" name="Line 189">
              <a:extLst>
                <a:ext uri="{FF2B5EF4-FFF2-40B4-BE49-F238E27FC236}">
                  <a16:creationId xmlns:a16="http://schemas.microsoft.com/office/drawing/2014/main" id="{8FBE1253-3AA6-EDFD-23F2-5F94E4B1EE4D}"/>
                </a:ext>
              </a:extLst>
            </p:cNvPr>
            <p:cNvSpPr>
              <a:spLocks noChangeShapeType="1"/>
            </p:cNvSpPr>
            <p:nvPr/>
          </p:nvSpPr>
          <p:spPr bwMode="auto">
            <a:xfrm rot="5400000">
              <a:off x="1133" y="2642"/>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13" name="Line 190">
              <a:extLst>
                <a:ext uri="{FF2B5EF4-FFF2-40B4-BE49-F238E27FC236}">
                  <a16:creationId xmlns:a16="http://schemas.microsoft.com/office/drawing/2014/main" id="{E46A798D-45F0-94B1-2091-845427339FF8}"/>
                </a:ext>
              </a:extLst>
            </p:cNvPr>
            <p:cNvSpPr>
              <a:spLocks noChangeShapeType="1"/>
            </p:cNvSpPr>
            <p:nvPr/>
          </p:nvSpPr>
          <p:spPr bwMode="auto">
            <a:xfrm rot="5400000">
              <a:off x="1133" y="1360"/>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14" name="Line 191">
              <a:extLst>
                <a:ext uri="{FF2B5EF4-FFF2-40B4-BE49-F238E27FC236}">
                  <a16:creationId xmlns:a16="http://schemas.microsoft.com/office/drawing/2014/main" id="{AFB038E5-EE1E-C30F-5D02-B74FB33EF8F6}"/>
                </a:ext>
              </a:extLst>
            </p:cNvPr>
            <p:cNvSpPr>
              <a:spLocks noChangeShapeType="1"/>
            </p:cNvSpPr>
            <p:nvPr/>
          </p:nvSpPr>
          <p:spPr bwMode="auto">
            <a:xfrm rot="5400000">
              <a:off x="1133" y="1684"/>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15" name="Text Box 192">
              <a:extLst>
                <a:ext uri="{FF2B5EF4-FFF2-40B4-BE49-F238E27FC236}">
                  <a16:creationId xmlns:a16="http://schemas.microsoft.com/office/drawing/2014/main" id="{0DA8F000-148A-2974-5D74-BD4D811D5D9C}"/>
                </a:ext>
              </a:extLst>
            </p:cNvPr>
            <p:cNvSpPr txBox="1">
              <a:spLocks noChangeArrowheads="1"/>
            </p:cNvSpPr>
            <p:nvPr/>
          </p:nvSpPr>
          <p:spPr bwMode="auto">
            <a:xfrm>
              <a:off x="782" y="2901"/>
              <a:ext cx="36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1.6500</a:t>
              </a:r>
            </a:p>
          </p:txBody>
        </p:sp>
        <p:sp>
          <p:nvSpPr>
            <p:cNvPr id="99416" name="Text Box 193">
              <a:extLst>
                <a:ext uri="{FF2B5EF4-FFF2-40B4-BE49-F238E27FC236}">
                  <a16:creationId xmlns:a16="http://schemas.microsoft.com/office/drawing/2014/main" id="{AA956AB5-D98B-85A3-BE67-9A140D254F1B}"/>
                </a:ext>
              </a:extLst>
            </p:cNvPr>
            <p:cNvSpPr txBox="1">
              <a:spLocks noChangeArrowheads="1"/>
            </p:cNvSpPr>
            <p:nvPr/>
          </p:nvSpPr>
          <p:spPr bwMode="auto">
            <a:xfrm>
              <a:off x="1742" y="2984"/>
              <a:ext cx="29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500.0</a:t>
              </a:r>
              <a:endParaRPr lang="en-US" altLang="zh-CN" sz="2000">
                <a:latin typeface="Times New Roman" panose="02020603050405020304" pitchFamily="18" charset="0"/>
                <a:ea typeface="楷体_GB2312"/>
              </a:endParaRPr>
            </a:p>
          </p:txBody>
        </p:sp>
        <p:sp>
          <p:nvSpPr>
            <p:cNvPr id="99417" name="Text Box 194">
              <a:extLst>
                <a:ext uri="{FF2B5EF4-FFF2-40B4-BE49-F238E27FC236}">
                  <a16:creationId xmlns:a16="http://schemas.microsoft.com/office/drawing/2014/main" id="{8A58C18B-2C18-1B1A-8B95-3581C5B98757}"/>
                </a:ext>
              </a:extLst>
            </p:cNvPr>
            <p:cNvSpPr txBox="1">
              <a:spLocks noChangeArrowheads="1"/>
            </p:cNvSpPr>
            <p:nvPr/>
          </p:nvSpPr>
          <p:spPr bwMode="auto">
            <a:xfrm>
              <a:off x="3387" y="3007"/>
              <a:ext cx="24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700.0</a:t>
              </a:r>
              <a:endParaRPr lang="en-US" altLang="zh-CN" sz="2000">
                <a:latin typeface="Times New Roman" panose="02020603050405020304" pitchFamily="18" charset="0"/>
                <a:ea typeface="楷体_GB2312"/>
              </a:endParaRPr>
            </a:p>
          </p:txBody>
        </p:sp>
        <p:sp>
          <p:nvSpPr>
            <p:cNvPr id="99418" name="Text Box 195">
              <a:extLst>
                <a:ext uri="{FF2B5EF4-FFF2-40B4-BE49-F238E27FC236}">
                  <a16:creationId xmlns:a16="http://schemas.microsoft.com/office/drawing/2014/main" id="{9B616595-ED44-D96B-53F3-732BDCBB2576}"/>
                </a:ext>
              </a:extLst>
            </p:cNvPr>
            <p:cNvSpPr txBox="1">
              <a:spLocks noChangeArrowheads="1"/>
            </p:cNvSpPr>
            <p:nvPr/>
          </p:nvSpPr>
          <p:spPr bwMode="auto">
            <a:xfrm>
              <a:off x="781" y="2295"/>
              <a:ext cx="35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1.6700</a:t>
              </a:r>
              <a:endParaRPr lang="en-US" altLang="zh-CN" sz="2000">
                <a:latin typeface="Times New Roman" panose="02020603050405020304" pitchFamily="18" charset="0"/>
                <a:ea typeface="楷体_GB2312"/>
              </a:endParaRPr>
            </a:p>
          </p:txBody>
        </p:sp>
        <p:sp>
          <p:nvSpPr>
            <p:cNvPr id="99419" name="Text Box 196">
              <a:extLst>
                <a:ext uri="{FF2B5EF4-FFF2-40B4-BE49-F238E27FC236}">
                  <a16:creationId xmlns:a16="http://schemas.microsoft.com/office/drawing/2014/main" id="{479DCFB1-9C1F-84B4-AA73-29F45A27E4D9}"/>
                </a:ext>
              </a:extLst>
            </p:cNvPr>
            <p:cNvSpPr txBox="1">
              <a:spLocks noChangeArrowheads="1"/>
            </p:cNvSpPr>
            <p:nvPr/>
          </p:nvSpPr>
          <p:spPr bwMode="auto">
            <a:xfrm>
              <a:off x="775" y="2603"/>
              <a:ext cx="37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1.6600</a:t>
              </a:r>
              <a:endParaRPr lang="en-US" altLang="zh-CN" sz="2000">
                <a:latin typeface="Times New Roman" panose="02020603050405020304" pitchFamily="18" charset="0"/>
                <a:ea typeface="楷体_GB2312"/>
              </a:endParaRPr>
            </a:p>
          </p:txBody>
        </p:sp>
        <p:sp>
          <p:nvSpPr>
            <p:cNvPr id="99420" name="Text Box 197">
              <a:extLst>
                <a:ext uri="{FF2B5EF4-FFF2-40B4-BE49-F238E27FC236}">
                  <a16:creationId xmlns:a16="http://schemas.microsoft.com/office/drawing/2014/main" id="{27498D46-1721-0FE5-15A6-19FC196CDEF6}"/>
                </a:ext>
              </a:extLst>
            </p:cNvPr>
            <p:cNvSpPr txBox="1">
              <a:spLocks noChangeArrowheads="1"/>
            </p:cNvSpPr>
            <p:nvPr/>
          </p:nvSpPr>
          <p:spPr bwMode="auto">
            <a:xfrm>
              <a:off x="794" y="1335"/>
              <a:ext cx="34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1.7000</a:t>
              </a:r>
              <a:endParaRPr lang="en-US" altLang="zh-CN" sz="2000">
                <a:latin typeface="Times New Roman" panose="02020603050405020304" pitchFamily="18" charset="0"/>
                <a:ea typeface="楷体_GB2312"/>
              </a:endParaRPr>
            </a:p>
          </p:txBody>
        </p:sp>
        <p:sp>
          <p:nvSpPr>
            <p:cNvPr id="99421" name="Text Box 198">
              <a:extLst>
                <a:ext uri="{FF2B5EF4-FFF2-40B4-BE49-F238E27FC236}">
                  <a16:creationId xmlns:a16="http://schemas.microsoft.com/office/drawing/2014/main" id="{BE1BB372-CD7B-9BC1-433D-4E0A0F2EC5A9}"/>
                </a:ext>
              </a:extLst>
            </p:cNvPr>
            <p:cNvSpPr txBox="1">
              <a:spLocks noChangeArrowheads="1"/>
            </p:cNvSpPr>
            <p:nvPr/>
          </p:nvSpPr>
          <p:spPr bwMode="auto">
            <a:xfrm>
              <a:off x="797" y="1647"/>
              <a:ext cx="32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1.6900</a:t>
              </a:r>
              <a:endParaRPr lang="en-US" altLang="zh-CN" sz="2000">
                <a:latin typeface="Times New Roman" panose="02020603050405020304" pitchFamily="18" charset="0"/>
                <a:ea typeface="楷体_GB2312"/>
              </a:endParaRPr>
            </a:p>
          </p:txBody>
        </p:sp>
        <p:sp>
          <p:nvSpPr>
            <p:cNvPr id="99422" name="Text Box 199">
              <a:extLst>
                <a:ext uri="{FF2B5EF4-FFF2-40B4-BE49-F238E27FC236}">
                  <a16:creationId xmlns:a16="http://schemas.microsoft.com/office/drawing/2014/main" id="{FFDE23F7-F196-E49B-668E-AE737A21A179}"/>
                </a:ext>
              </a:extLst>
            </p:cNvPr>
            <p:cNvSpPr txBox="1">
              <a:spLocks noChangeArrowheads="1"/>
            </p:cNvSpPr>
            <p:nvPr/>
          </p:nvSpPr>
          <p:spPr bwMode="auto">
            <a:xfrm>
              <a:off x="796" y="1967"/>
              <a:ext cx="32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1.6800</a:t>
              </a:r>
              <a:endParaRPr lang="en-US" altLang="zh-CN" sz="2000">
                <a:latin typeface="Times New Roman" panose="02020603050405020304" pitchFamily="18" charset="0"/>
                <a:ea typeface="楷体_GB2312"/>
              </a:endParaRPr>
            </a:p>
          </p:txBody>
        </p:sp>
        <p:sp>
          <p:nvSpPr>
            <p:cNvPr id="99423" name="Text Box 200">
              <a:extLst>
                <a:ext uri="{FF2B5EF4-FFF2-40B4-BE49-F238E27FC236}">
                  <a16:creationId xmlns:a16="http://schemas.microsoft.com/office/drawing/2014/main" id="{EE109F9E-A5E4-3290-6C3B-C3FC92485FC3}"/>
                </a:ext>
              </a:extLst>
            </p:cNvPr>
            <p:cNvSpPr txBox="1">
              <a:spLocks noChangeArrowheads="1"/>
            </p:cNvSpPr>
            <p:nvPr/>
          </p:nvSpPr>
          <p:spPr bwMode="auto">
            <a:xfrm>
              <a:off x="2539" y="2984"/>
              <a:ext cx="28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600.0</a:t>
              </a:r>
              <a:endParaRPr lang="en-US" altLang="zh-CN" sz="2000">
                <a:latin typeface="Times New Roman" panose="02020603050405020304" pitchFamily="18" charset="0"/>
                <a:ea typeface="楷体_GB2312"/>
              </a:endParaRPr>
            </a:p>
          </p:txBody>
        </p:sp>
        <p:sp>
          <p:nvSpPr>
            <p:cNvPr id="99424" name="Line 201">
              <a:extLst>
                <a:ext uri="{FF2B5EF4-FFF2-40B4-BE49-F238E27FC236}">
                  <a16:creationId xmlns:a16="http://schemas.microsoft.com/office/drawing/2014/main" id="{2E7CE1A9-250F-5046-AE73-333247288736}"/>
                </a:ext>
              </a:extLst>
            </p:cNvPr>
            <p:cNvSpPr>
              <a:spLocks noChangeShapeType="1"/>
            </p:cNvSpPr>
            <p:nvPr/>
          </p:nvSpPr>
          <p:spPr bwMode="auto">
            <a:xfrm>
              <a:off x="2707" y="2950"/>
              <a:ext cx="0" cy="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25" name="Text Box 202">
              <a:extLst>
                <a:ext uri="{FF2B5EF4-FFF2-40B4-BE49-F238E27FC236}">
                  <a16:creationId xmlns:a16="http://schemas.microsoft.com/office/drawing/2014/main" id="{63C16047-1603-1166-D1F8-3F6CAB88AEF0}"/>
                </a:ext>
              </a:extLst>
            </p:cNvPr>
            <p:cNvSpPr txBox="1">
              <a:spLocks noChangeArrowheads="1"/>
            </p:cNvSpPr>
            <p:nvPr/>
          </p:nvSpPr>
          <p:spPr bwMode="auto">
            <a:xfrm>
              <a:off x="1048" y="3003"/>
              <a:ext cx="30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400.0</a:t>
              </a:r>
              <a:endParaRPr lang="en-US" altLang="zh-CN" sz="2000">
                <a:latin typeface="Times New Roman" panose="02020603050405020304" pitchFamily="18" charset="0"/>
                <a:ea typeface="楷体_GB2312"/>
              </a:endParaRPr>
            </a:p>
          </p:txBody>
        </p:sp>
        <p:sp>
          <p:nvSpPr>
            <p:cNvPr id="99426" name="Text Box 203">
              <a:extLst>
                <a:ext uri="{FF2B5EF4-FFF2-40B4-BE49-F238E27FC236}">
                  <a16:creationId xmlns:a16="http://schemas.microsoft.com/office/drawing/2014/main" id="{61DDB5B1-4CF3-9E72-209C-68DA17AD4582}"/>
                </a:ext>
              </a:extLst>
            </p:cNvPr>
            <p:cNvSpPr txBox="1">
              <a:spLocks noChangeArrowheads="1"/>
            </p:cNvSpPr>
            <p:nvPr/>
          </p:nvSpPr>
          <p:spPr bwMode="auto">
            <a:xfrm>
              <a:off x="1734" y="3075"/>
              <a:ext cx="15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en-US" sz="2000">
                  <a:solidFill>
                    <a:srgbClr val="3D4DC3"/>
                  </a:solidFill>
                  <a:latin typeface="Times New Roman" panose="02020603050405020304" pitchFamily="18" charset="0"/>
                  <a:ea typeface="黑体" panose="02010609060101010101" pitchFamily="49" charset="-122"/>
                </a:rPr>
                <a:t>玻璃材料色散曲线图</a:t>
              </a:r>
            </a:p>
          </p:txBody>
        </p:sp>
        <p:sp>
          <p:nvSpPr>
            <p:cNvPr id="99427" name="Line 204">
              <a:extLst>
                <a:ext uri="{FF2B5EF4-FFF2-40B4-BE49-F238E27FC236}">
                  <a16:creationId xmlns:a16="http://schemas.microsoft.com/office/drawing/2014/main" id="{362DC163-CBD6-0F75-F06D-086658E50903}"/>
                </a:ext>
              </a:extLst>
            </p:cNvPr>
            <p:cNvSpPr>
              <a:spLocks noChangeShapeType="1"/>
            </p:cNvSpPr>
            <p:nvPr/>
          </p:nvSpPr>
          <p:spPr bwMode="auto">
            <a:xfrm>
              <a:off x="1467" y="1515"/>
              <a:ext cx="3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28" name="Line 205">
              <a:extLst>
                <a:ext uri="{FF2B5EF4-FFF2-40B4-BE49-F238E27FC236}">
                  <a16:creationId xmlns:a16="http://schemas.microsoft.com/office/drawing/2014/main" id="{7AD6AB99-BF4A-CC7A-5B25-691F71F8A126}"/>
                </a:ext>
              </a:extLst>
            </p:cNvPr>
            <p:cNvSpPr>
              <a:spLocks noChangeShapeType="1"/>
            </p:cNvSpPr>
            <p:nvPr/>
          </p:nvSpPr>
          <p:spPr bwMode="auto">
            <a:xfrm rot="5400000">
              <a:off x="1468" y="1512"/>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29" name="Line 206">
              <a:extLst>
                <a:ext uri="{FF2B5EF4-FFF2-40B4-BE49-F238E27FC236}">
                  <a16:creationId xmlns:a16="http://schemas.microsoft.com/office/drawing/2014/main" id="{4B51CB78-FE94-E507-02F1-162D13CC8522}"/>
                </a:ext>
              </a:extLst>
            </p:cNvPr>
            <p:cNvSpPr>
              <a:spLocks noChangeShapeType="1"/>
            </p:cNvSpPr>
            <p:nvPr/>
          </p:nvSpPr>
          <p:spPr bwMode="auto">
            <a:xfrm>
              <a:off x="1652" y="1700"/>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0" name="Line 207">
              <a:extLst>
                <a:ext uri="{FF2B5EF4-FFF2-40B4-BE49-F238E27FC236}">
                  <a16:creationId xmlns:a16="http://schemas.microsoft.com/office/drawing/2014/main" id="{02EE08E1-7142-6CE5-B484-5A4783A6C268}"/>
                </a:ext>
              </a:extLst>
            </p:cNvPr>
            <p:cNvSpPr>
              <a:spLocks noChangeShapeType="1"/>
            </p:cNvSpPr>
            <p:nvPr/>
          </p:nvSpPr>
          <p:spPr bwMode="auto">
            <a:xfrm rot="5400000">
              <a:off x="1654" y="1697"/>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1" name="Line 208">
              <a:extLst>
                <a:ext uri="{FF2B5EF4-FFF2-40B4-BE49-F238E27FC236}">
                  <a16:creationId xmlns:a16="http://schemas.microsoft.com/office/drawing/2014/main" id="{70CF2ABF-9D50-ED1A-6E37-A237F925AEB4}"/>
                </a:ext>
              </a:extLst>
            </p:cNvPr>
            <p:cNvSpPr>
              <a:spLocks noChangeShapeType="1"/>
            </p:cNvSpPr>
            <p:nvPr/>
          </p:nvSpPr>
          <p:spPr bwMode="auto">
            <a:xfrm>
              <a:off x="1824" y="1844"/>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2" name="Line 209">
              <a:extLst>
                <a:ext uri="{FF2B5EF4-FFF2-40B4-BE49-F238E27FC236}">
                  <a16:creationId xmlns:a16="http://schemas.microsoft.com/office/drawing/2014/main" id="{44C57977-7460-1574-F5DC-372A21221AD1}"/>
                </a:ext>
              </a:extLst>
            </p:cNvPr>
            <p:cNvSpPr>
              <a:spLocks noChangeShapeType="1"/>
            </p:cNvSpPr>
            <p:nvPr/>
          </p:nvSpPr>
          <p:spPr bwMode="auto">
            <a:xfrm rot="5400000">
              <a:off x="1826" y="1841"/>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3" name="Line 210">
              <a:extLst>
                <a:ext uri="{FF2B5EF4-FFF2-40B4-BE49-F238E27FC236}">
                  <a16:creationId xmlns:a16="http://schemas.microsoft.com/office/drawing/2014/main" id="{9EF14671-E110-7F7B-51C6-6E613285C468}"/>
                </a:ext>
              </a:extLst>
            </p:cNvPr>
            <p:cNvSpPr>
              <a:spLocks noChangeShapeType="1"/>
            </p:cNvSpPr>
            <p:nvPr/>
          </p:nvSpPr>
          <p:spPr bwMode="auto">
            <a:xfrm>
              <a:off x="1907" y="1896"/>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4" name="Line 211">
              <a:extLst>
                <a:ext uri="{FF2B5EF4-FFF2-40B4-BE49-F238E27FC236}">
                  <a16:creationId xmlns:a16="http://schemas.microsoft.com/office/drawing/2014/main" id="{586ADA39-729F-933F-094F-0217F5E92260}"/>
                </a:ext>
              </a:extLst>
            </p:cNvPr>
            <p:cNvSpPr>
              <a:spLocks noChangeShapeType="1"/>
            </p:cNvSpPr>
            <p:nvPr/>
          </p:nvSpPr>
          <p:spPr bwMode="auto">
            <a:xfrm rot="5400000">
              <a:off x="1909" y="1893"/>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5" name="Line 212">
              <a:extLst>
                <a:ext uri="{FF2B5EF4-FFF2-40B4-BE49-F238E27FC236}">
                  <a16:creationId xmlns:a16="http://schemas.microsoft.com/office/drawing/2014/main" id="{6BEAACAA-EDAF-3421-9736-DD7D2F284443}"/>
                </a:ext>
              </a:extLst>
            </p:cNvPr>
            <p:cNvSpPr>
              <a:spLocks noChangeShapeType="1"/>
            </p:cNvSpPr>
            <p:nvPr/>
          </p:nvSpPr>
          <p:spPr bwMode="auto">
            <a:xfrm>
              <a:off x="2583" y="2283"/>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6" name="Line 213">
              <a:extLst>
                <a:ext uri="{FF2B5EF4-FFF2-40B4-BE49-F238E27FC236}">
                  <a16:creationId xmlns:a16="http://schemas.microsoft.com/office/drawing/2014/main" id="{60FECDE5-715C-6B97-9DA2-0E1ED327126F}"/>
                </a:ext>
              </a:extLst>
            </p:cNvPr>
            <p:cNvSpPr>
              <a:spLocks noChangeShapeType="1"/>
            </p:cNvSpPr>
            <p:nvPr/>
          </p:nvSpPr>
          <p:spPr bwMode="auto">
            <a:xfrm rot="5400000">
              <a:off x="2585" y="2280"/>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7" name="Line 214">
              <a:extLst>
                <a:ext uri="{FF2B5EF4-FFF2-40B4-BE49-F238E27FC236}">
                  <a16:creationId xmlns:a16="http://schemas.microsoft.com/office/drawing/2014/main" id="{E71AD5C8-1A50-59E1-EC98-240E581638FB}"/>
                </a:ext>
              </a:extLst>
            </p:cNvPr>
            <p:cNvSpPr>
              <a:spLocks noChangeShapeType="1"/>
            </p:cNvSpPr>
            <p:nvPr/>
          </p:nvSpPr>
          <p:spPr bwMode="auto">
            <a:xfrm>
              <a:off x="3228" y="2507"/>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8" name="Line 215">
              <a:extLst>
                <a:ext uri="{FF2B5EF4-FFF2-40B4-BE49-F238E27FC236}">
                  <a16:creationId xmlns:a16="http://schemas.microsoft.com/office/drawing/2014/main" id="{C7C87168-A5AC-9884-BC87-9BFAA66F57A5}"/>
                </a:ext>
              </a:extLst>
            </p:cNvPr>
            <p:cNvSpPr>
              <a:spLocks noChangeShapeType="1"/>
            </p:cNvSpPr>
            <p:nvPr/>
          </p:nvSpPr>
          <p:spPr bwMode="auto">
            <a:xfrm rot="5400000">
              <a:off x="3230" y="2504"/>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39" name="Line 216">
              <a:extLst>
                <a:ext uri="{FF2B5EF4-FFF2-40B4-BE49-F238E27FC236}">
                  <a16:creationId xmlns:a16="http://schemas.microsoft.com/office/drawing/2014/main" id="{C9E58D15-5D24-6DCC-F52F-3493F9DD477E}"/>
                </a:ext>
              </a:extLst>
            </p:cNvPr>
            <p:cNvSpPr>
              <a:spLocks noChangeShapeType="1"/>
            </p:cNvSpPr>
            <p:nvPr/>
          </p:nvSpPr>
          <p:spPr bwMode="auto">
            <a:xfrm>
              <a:off x="3529" y="2585"/>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40" name="Line 217">
              <a:extLst>
                <a:ext uri="{FF2B5EF4-FFF2-40B4-BE49-F238E27FC236}">
                  <a16:creationId xmlns:a16="http://schemas.microsoft.com/office/drawing/2014/main" id="{994D8C60-E358-091C-595C-2A97AC4F5BDE}"/>
                </a:ext>
              </a:extLst>
            </p:cNvPr>
            <p:cNvSpPr>
              <a:spLocks noChangeShapeType="1"/>
            </p:cNvSpPr>
            <p:nvPr/>
          </p:nvSpPr>
          <p:spPr bwMode="auto">
            <a:xfrm rot="5400000">
              <a:off x="3531" y="2582"/>
              <a:ext cx="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41" name="Rectangle 218">
              <a:extLst>
                <a:ext uri="{FF2B5EF4-FFF2-40B4-BE49-F238E27FC236}">
                  <a16:creationId xmlns:a16="http://schemas.microsoft.com/office/drawing/2014/main" id="{96497F92-F9DE-E1C2-2AAF-5FE12598502B}"/>
                </a:ext>
              </a:extLst>
            </p:cNvPr>
            <p:cNvSpPr>
              <a:spLocks noChangeArrowheads="1"/>
            </p:cNvSpPr>
            <p:nvPr/>
          </p:nvSpPr>
          <p:spPr bwMode="auto">
            <a:xfrm>
              <a:off x="2435" y="705"/>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endParaRPr lang="zh-CN" altLang="zh-CN" sz="2000">
                <a:latin typeface="Times New Roman" panose="02020603050405020304" pitchFamily="18" charset="0"/>
                <a:ea typeface="楷体_GB2312"/>
              </a:endParaRPr>
            </a:p>
          </p:txBody>
        </p:sp>
        <p:sp>
          <p:nvSpPr>
            <p:cNvPr id="99442" name="Freeform 219">
              <a:extLst>
                <a:ext uri="{FF2B5EF4-FFF2-40B4-BE49-F238E27FC236}">
                  <a16:creationId xmlns:a16="http://schemas.microsoft.com/office/drawing/2014/main" id="{BF6F4672-1956-6E92-0D92-164103BF059C}"/>
                </a:ext>
              </a:extLst>
            </p:cNvPr>
            <p:cNvSpPr>
              <a:spLocks/>
            </p:cNvSpPr>
            <p:nvPr/>
          </p:nvSpPr>
          <p:spPr bwMode="auto">
            <a:xfrm>
              <a:off x="1359" y="1361"/>
              <a:ext cx="2666" cy="1308"/>
            </a:xfrm>
            <a:custGeom>
              <a:avLst/>
              <a:gdLst>
                <a:gd name="T0" fmla="*/ 0 w 2666"/>
                <a:gd name="T1" fmla="*/ 0 h 1308"/>
                <a:gd name="T2" fmla="*/ 268 w 2666"/>
                <a:gd name="T3" fmla="*/ 297 h 1308"/>
                <a:gd name="T4" fmla="*/ 767 w 2666"/>
                <a:gd name="T5" fmla="*/ 677 h 1308"/>
                <a:gd name="T6" fmla="*/ 1411 w 2666"/>
                <a:gd name="T7" fmla="*/ 1010 h 1308"/>
                <a:gd name="T8" fmla="*/ 2215 w 2666"/>
                <a:gd name="T9" fmla="*/ 1226 h 1308"/>
                <a:gd name="T10" fmla="*/ 2666 w 2666"/>
                <a:gd name="T11" fmla="*/ 1308 h 1308"/>
                <a:gd name="T12" fmla="*/ 0 60000 65536"/>
                <a:gd name="T13" fmla="*/ 0 60000 65536"/>
                <a:gd name="T14" fmla="*/ 0 60000 65536"/>
                <a:gd name="T15" fmla="*/ 0 60000 65536"/>
                <a:gd name="T16" fmla="*/ 0 60000 65536"/>
                <a:gd name="T17" fmla="*/ 0 60000 65536"/>
                <a:gd name="T18" fmla="*/ 0 w 2666"/>
                <a:gd name="T19" fmla="*/ 0 h 1308"/>
                <a:gd name="T20" fmla="*/ 2666 w 2666"/>
                <a:gd name="T21" fmla="*/ 1308 h 1308"/>
              </a:gdLst>
              <a:ahLst/>
              <a:cxnLst>
                <a:cxn ang="T12">
                  <a:pos x="T0" y="T1"/>
                </a:cxn>
                <a:cxn ang="T13">
                  <a:pos x="T2" y="T3"/>
                </a:cxn>
                <a:cxn ang="T14">
                  <a:pos x="T4" y="T5"/>
                </a:cxn>
                <a:cxn ang="T15">
                  <a:pos x="T6" y="T7"/>
                </a:cxn>
                <a:cxn ang="T16">
                  <a:pos x="T8" y="T9"/>
                </a:cxn>
                <a:cxn ang="T17">
                  <a:pos x="T10" y="T11"/>
                </a:cxn>
              </a:cxnLst>
              <a:rect l="T18" t="T19" r="T20" b="T21"/>
              <a:pathLst>
                <a:path w="2666" h="1308">
                  <a:moveTo>
                    <a:pt x="0" y="0"/>
                  </a:moveTo>
                  <a:cubicBezTo>
                    <a:pt x="45" y="49"/>
                    <a:pt x="140" y="184"/>
                    <a:pt x="268" y="297"/>
                  </a:cubicBezTo>
                  <a:cubicBezTo>
                    <a:pt x="398" y="414"/>
                    <a:pt x="577" y="558"/>
                    <a:pt x="767" y="677"/>
                  </a:cubicBezTo>
                  <a:cubicBezTo>
                    <a:pt x="957" y="796"/>
                    <a:pt x="1170" y="919"/>
                    <a:pt x="1411" y="1010"/>
                  </a:cubicBezTo>
                  <a:cubicBezTo>
                    <a:pt x="1652" y="1101"/>
                    <a:pt x="2006" y="1176"/>
                    <a:pt x="2215" y="1226"/>
                  </a:cubicBezTo>
                  <a:cubicBezTo>
                    <a:pt x="2424" y="1276"/>
                    <a:pt x="2572" y="1291"/>
                    <a:pt x="2666" y="1308"/>
                  </a:cubicBezTo>
                </a:path>
              </a:pathLst>
            </a:custGeom>
            <a:noFill/>
            <a:ln w="127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9331" name="Text Box 220">
            <a:extLst>
              <a:ext uri="{FF2B5EF4-FFF2-40B4-BE49-F238E27FC236}">
                <a16:creationId xmlns:a16="http://schemas.microsoft.com/office/drawing/2014/main" id="{52082BC2-08BA-0C56-82DF-AF54983E2262}"/>
              </a:ext>
            </a:extLst>
          </p:cNvPr>
          <p:cNvSpPr txBox="1">
            <a:spLocks noChangeArrowheads="1"/>
          </p:cNvSpPr>
          <p:nvPr/>
        </p:nvSpPr>
        <p:spPr bwMode="auto">
          <a:xfrm>
            <a:off x="808038" y="809625"/>
            <a:ext cx="1747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en-US" sz="2000">
                <a:solidFill>
                  <a:srgbClr val="3D4DC3"/>
                </a:solidFill>
                <a:latin typeface="Times New Roman" panose="02020603050405020304" pitchFamily="18" charset="0"/>
                <a:ea typeface="黑体" panose="02010609060101010101" pitchFamily="49" charset="-122"/>
              </a:rPr>
              <a:t>改正为：</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Group 2">
            <a:extLst>
              <a:ext uri="{FF2B5EF4-FFF2-40B4-BE49-F238E27FC236}">
                <a16:creationId xmlns:a16="http://schemas.microsoft.com/office/drawing/2014/main" id="{61B965DB-FE12-3862-6429-2A2F7B19CA26}"/>
              </a:ext>
            </a:extLst>
          </p:cNvPr>
          <p:cNvGrpSpPr>
            <a:grpSpLocks/>
          </p:cNvGrpSpPr>
          <p:nvPr/>
        </p:nvGrpSpPr>
        <p:grpSpPr bwMode="auto">
          <a:xfrm>
            <a:off x="768350" y="476250"/>
            <a:ext cx="5087938" cy="5830888"/>
            <a:chOff x="721" y="362"/>
            <a:chExt cx="3205" cy="3673"/>
          </a:xfrm>
        </p:grpSpPr>
        <p:grpSp>
          <p:nvGrpSpPr>
            <p:cNvPr id="100356" name="Group 3">
              <a:extLst>
                <a:ext uri="{FF2B5EF4-FFF2-40B4-BE49-F238E27FC236}">
                  <a16:creationId xmlns:a16="http://schemas.microsoft.com/office/drawing/2014/main" id="{35CAB4A5-53FD-3525-8596-927949D9F777}"/>
                </a:ext>
              </a:extLst>
            </p:cNvPr>
            <p:cNvGrpSpPr>
              <a:grpSpLocks/>
            </p:cNvGrpSpPr>
            <p:nvPr/>
          </p:nvGrpSpPr>
          <p:grpSpPr bwMode="auto">
            <a:xfrm>
              <a:off x="721" y="362"/>
              <a:ext cx="3205" cy="3461"/>
              <a:chOff x="721" y="362"/>
              <a:chExt cx="3205" cy="3461"/>
            </a:xfrm>
          </p:grpSpPr>
          <p:sp>
            <p:nvSpPr>
              <p:cNvPr id="100358" name="Text Box 4">
                <a:extLst>
                  <a:ext uri="{FF2B5EF4-FFF2-40B4-BE49-F238E27FC236}">
                    <a16:creationId xmlns:a16="http://schemas.microsoft.com/office/drawing/2014/main" id="{76135EF8-4F26-8B7B-A08A-C14040EFB2C4}"/>
                  </a:ext>
                </a:extLst>
              </p:cNvPr>
              <p:cNvSpPr txBox="1">
                <a:spLocks noChangeArrowheads="1"/>
              </p:cNvSpPr>
              <p:nvPr/>
            </p:nvSpPr>
            <p:spPr bwMode="auto">
              <a:xfrm>
                <a:off x="1818" y="362"/>
                <a:ext cx="5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en-US" sz="2000">
                    <a:solidFill>
                      <a:schemeClr val="accent2"/>
                    </a:solidFill>
                    <a:latin typeface="黑体" panose="02010609060101010101" pitchFamily="49" charset="-122"/>
                    <a:ea typeface="黑体" panose="02010609060101010101" pitchFamily="49" charset="-122"/>
                  </a:rPr>
                  <a:t>图  </a:t>
                </a:r>
                <a:r>
                  <a:rPr lang="en-US" altLang="zh-CN" sz="2000">
                    <a:solidFill>
                      <a:schemeClr val="accent2"/>
                    </a:solidFill>
                    <a:latin typeface="黑体" panose="02010609060101010101" pitchFamily="49" charset="-122"/>
                    <a:ea typeface="黑体" panose="02010609060101010101" pitchFamily="49" charset="-122"/>
                  </a:rPr>
                  <a:t>2</a:t>
                </a:r>
              </a:p>
            </p:txBody>
          </p:sp>
          <p:grpSp>
            <p:nvGrpSpPr>
              <p:cNvPr id="100359" name="Group 5">
                <a:extLst>
                  <a:ext uri="{FF2B5EF4-FFF2-40B4-BE49-F238E27FC236}">
                    <a16:creationId xmlns:a16="http://schemas.microsoft.com/office/drawing/2014/main" id="{E97B8542-387E-5B39-2194-4A95DF994B55}"/>
                  </a:ext>
                </a:extLst>
              </p:cNvPr>
              <p:cNvGrpSpPr>
                <a:grpSpLocks/>
              </p:cNvGrpSpPr>
              <p:nvPr/>
            </p:nvGrpSpPr>
            <p:grpSpPr bwMode="auto">
              <a:xfrm>
                <a:off x="725" y="692"/>
                <a:ext cx="3130" cy="3131"/>
                <a:chOff x="1486" y="793"/>
                <a:chExt cx="3130" cy="3131"/>
              </a:xfrm>
            </p:grpSpPr>
            <p:grpSp>
              <p:nvGrpSpPr>
                <p:cNvPr id="100413" name="Group 6">
                  <a:extLst>
                    <a:ext uri="{FF2B5EF4-FFF2-40B4-BE49-F238E27FC236}">
                      <a16:creationId xmlns:a16="http://schemas.microsoft.com/office/drawing/2014/main" id="{024DAE1E-3B78-3D3F-4A88-CA71E9B6E1BD}"/>
                    </a:ext>
                  </a:extLst>
                </p:cNvPr>
                <p:cNvGrpSpPr>
                  <a:grpSpLocks/>
                </p:cNvGrpSpPr>
                <p:nvPr/>
              </p:nvGrpSpPr>
              <p:grpSpPr bwMode="auto">
                <a:xfrm>
                  <a:off x="1492" y="793"/>
                  <a:ext cx="3124" cy="3124"/>
                  <a:chOff x="1708" y="514"/>
                  <a:chExt cx="3124" cy="3124"/>
                </a:xfrm>
              </p:grpSpPr>
              <p:sp>
                <p:nvSpPr>
                  <p:cNvPr id="100481" name="Line 7">
                    <a:extLst>
                      <a:ext uri="{FF2B5EF4-FFF2-40B4-BE49-F238E27FC236}">
                        <a16:creationId xmlns:a16="http://schemas.microsoft.com/office/drawing/2014/main" id="{442176CA-4330-9B84-CA7E-6C5CC6E02957}"/>
                      </a:ext>
                    </a:extLst>
                  </p:cNvPr>
                  <p:cNvSpPr>
                    <a:spLocks noChangeShapeType="1"/>
                  </p:cNvSpPr>
                  <p:nvPr/>
                </p:nvSpPr>
                <p:spPr bwMode="auto">
                  <a:xfrm>
                    <a:off x="1708" y="51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2" name="Line 8">
                    <a:extLst>
                      <a:ext uri="{FF2B5EF4-FFF2-40B4-BE49-F238E27FC236}">
                        <a16:creationId xmlns:a16="http://schemas.microsoft.com/office/drawing/2014/main" id="{2802AB38-921D-9F68-1920-2C17437770C9}"/>
                      </a:ext>
                    </a:extLst>
                  </p:cNvPr>
                  <p:cNvSpPr>
                    <a:spLocks noChangeShapeType="1"/>
                  </p:cNvSpPr>
                  <p:nvPr/>
                </p:nvSpPr>
                <p:spPr bwMode="auto">
                  <a:xfrm>
                    <a:off x="1708" y="61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3" name="Line 9">
                    <a:extLst>
                      <a:ext uri="{FF2B5EF4-FFF2-40B4-BE49-F238E27FC236}">
                        <a16:creationId xmlns:a16="http://schemas.microsoft.com/office/drawing/2014/main" id="{F6079290-D36A-4123-BDC0-B50AA2881CB0}"/>
                      </a:ext>
                    </a:extLst>
                  </p:cNvPr>
                  <p:cNvSpPr>
                    <a:spLocks noChangeShapeType="1"/>
                  </p:cNvSpPr>
                  <p:nvPr/>
                </p:nvSpPr>
                <p:spPr bwMode="auto">
                  <a:xfrm>
                    <a:off x="1708" y="5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4" name="Line 10">
                    <a:extLst>
                      <a:ext uri="{FF2B5EF4-FFF2-40B4-BE49-F238E27FC236}">
                        <a16:creationId xmlns:a16="http://schemas.microsoft.com/office/drawing/2014/main" id="{7FB0E14B-70FE-0AF9-4636-FC2543B1B408}"/>
                      </a:ext>
                    </a:extLst>
                  </p:cNvPr>
                  <p:cNvSpPr>
                    <a:spLocks noChangeShapeType="1"/>
                  </p:cNvSpPr>
                  <p:nvPr/>
                </p:nvSpPr>
                <p:spPr bwMode="auto">
                  <a:xfrm>
                    <a:off x="1708" y="65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5" name="Line 11">
                    <a:extLst>
                      <a:ext uri="{FF2B5EF4-FFF2-40B4-BE49-F238E27FC236}">
                        <a16:creationId xmlns:a16="http://schemas.microsoft.com/office/drawing/2014/main" id="{9AB739F1-A556-D1D1-F413-F59BC424DF7F}"/>
                      </a:ext>
                    </a:extLst>
                  </p:cNvPr>
                  <p:cNvSpPr>
                    <a:spLocks noChangeShapeType="1"/>
                  </p:cNvSpPr>
                  <p:nvPr/>
                </p:nvSpPr>
                <p:spPr bwMode="auto">
                  <a:xfrm>
                    <a:off x="1708" y="69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6" name="Line 12">
                    <a:extLst>
                      <a:ext uri="{FF2B5EF4-FFF2-40B4-BE49-F238E27FC236}">
                        <a16:creationId xmlns:a16="http://schemas.microsoft.com/office/drawing/2014/main" id="{DCD89E0B-D6E0-DD41-0887-C0E189599D4F}"/>
                      </a:ext>
                    </a:extLst>
                  </p:cNvPr>
                  <p:cNvSpPr>
                    <a:spLocks noChangeShapeType="1"/>
                  </p:cNvSpPr>
                  <p:nvPr/>
                </p:nvSpPr>
                <p:spPr bwMode="auto">
                  <a:xfrm>
                    <a:off x="1708" y="75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7" name="Line 13">
                    <a:extLst>
                      <a:ext uri="{FF2B5EF4-FFF2-40B4-BE49-F238E27FC236}">
                        <a16:creationId xmlns:a16="http://schemas.microsoft.com/office/drawing/2014/main" id="{E3C45A59-B25B-31E8-7B57-15A0663F88F6}"/>
                      </a:ext>
                    </a:extLst>
                  </p:cNvPr>
                  <p:cNvSpPr>
                    <a:spLocks noChangeShapeType="1"/>
                  </p:cNvSpPr>
                  <p:nvPr/>
                </p:nvSpPr>
                <p:spPr bwMode="auto">
                  <a:xfrm>
                    <a:off x="1708" y="85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8" name="Line 14">
                    <a:extLst>
                      <a:ext uri="{FF2B5EF4-FFF2-40B4-BE49-F238E27FC236}">
                        <a16:creationId xmlns:a16="http://schemas.microsoft.com/office/drawing/2014/main" id="{FEAB6F1B-D9C1-357E-D847-2762FEA50D87}"/>
                      </a:ext>
                    </a:extLst>
                  </p:cNvPr>
                  <p:cNvSpPr>
                    <a:spLocks noChangeShapeType="1"/>
                  </p:cNvSpPr>
                  <p:nvPr/>
                </p:nvSpPr>
                <p:spPr bwMode="auto">
                  <a:xfrm>
                    <a:off x="1708" y="79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9" name="Line 15">
                    <a:extLst>
                      <a:ext uri="{FF2B5EF4-FFF2-40B4-BE49-F238E27FC236}">
                        <a16:creationId xmlns:a16="http://schemas.microsoft.com/office/drawing/2014/main" id="{66A43705-CDCB-5C8E-A83B-D741E68284BB}"/>
                      </a:ext>
                    </a:extLst>
                  </p:cNvPr>
                  <p:cNvSpPr>
                    <a:spLocks noChangeShapeType="1"/>
                  </p:cNvSpPr>
                  <p:nvPr/>
                </p:nvSpPr>
                <p:spPr bwMode="auto">
                  <a:xfrm>
                    <a:off x="1708" y="90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0" name="Line 16">
                    <a:extLst>
                      <a:ext uri="{FF2B5EF4-FFF2-40B4-BE49-F238E27FC236}">
                        <a16:creationId xmlns:a16="http://schemas.microsoft.com/office/drawing/2014/main" id="{F774E484-F5E1-6164-AEE6-BFAC3BFA4550}"/>
                      </a:ext>
                    </a:extLst>
                  </p:cNvPr>
                  <p:cNvSpPr>
                    <a:spLocks noChangeShapeType="1"/>
                  </p:cNvSpPr>
                  <p:nvPr/>
                </p:nvSpPr>
                <p:spPr bwMode="auto">
                  <a:xfrm>
                    <a:off x="1708" y="9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1" name="Line 17">
                    <a:extLst>
                      <a:ext uri="{FF2B5EF4-FFF2-40B4-BE49-F238E27FC236}">
                        <a16:creationId xmlns:a16="http://schemas.microsoft.com/office/drawing/2014/main" id="{BC746926-3B73-4E0F-7BEE-87A8F11BB434}"/>
                      </a:ext>
                    </a:extLst>
                  </p:cNvPr>
                  <p:cNvSpPr>
                    <a:spLocks noChangeShapeType="1"/>
                  </p:cNvSpPr>
                  <p:nvPr/>
                </p:nvSpPr>
                <p:spPr bwMode="auto">
                  <a:xfrm>
                    <a:off x="1708" y="100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2" name="Line 18">
                    <a:extLst>
                      <a:ext uri="{FF2B5EF4-FFF2-40B4-BE49-F238E27FC236}">
                        <a16:creationId xmlns:a16="http://schemas.microsoft.com/office/drawing/2014/main" id="{B238AFEC-979B-45FB-B3B5-9819279F3167}"/>
                      </a:ext>
                    </a:extLst>
                  </p:cNvPr>
                  <p:cNvSpPr>
                    <a:spLocks noChangeShapeType="1"/>
                  </p:cNvSpPr>
                  <p:nvPr/>
                </p:nvSpPr>
                <p:spPr bwMode="auto">
                  <a:xfrm>
                    <a:off x="1708" y="10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3" name="Line 19">
                    <a:extLst>
                      <a:ext uri="{FF2B5EF4-FFF2-40B4-BE49-F238E27FC236}">
                        <a16:creationId xmlns:a16="http://schemas.microsoft.com/office/drawing/2014/main" id="{19D2FC20-8B97-958B-358C-0E4999A63AD9}"/>
                      </a:ext>
                    </a:extLst>
                  </p:cNvPr>
                  <p:cNvSpPr>
                    <a:spLocks noChangeShapeType="1"/>
                  </p:cNvSpPr>
                  <p:nvPr/>
                </p:nvSpPr>
                <p:spPr bwMode="auto">
                  <a:xfrm>
                    <a:off x="1708" y="10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4" name="Line 20">
                    <a:extLst>
                      <a:ext uri="{FF2B5EF4-FFF2-40B4-BE49-F238E27FC236}">
                        <a16:creationId xmlns:a16="http://schemas.microsoft.com/office/drawing/2014/main" id="{247074BA-AC87-C4B1-E5C1-ADFFC9F6BF0F}"/>
                      </a:ext>
                    </a:extLst>
                  </p:cNvPr>
                  <p:cNvSpPr>
                    <a:spLocks noChangeShapeType="1"/>
                  </p:cNvSpPr>
                  <p:nvPr/>
                </p:nvSpPr>
                <p:spPr bwMode="auto">
                  <a:xfrm>
                    <a:off x="1708" y="113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5" name="Line 21">
                    <a:extLst>
                      <a:ext uri="{FF2B5EF4-FFF2-40B4-BE49-F238E27FC236}">
                        <a16:creationId xmlns:a16="http://schemas.microsoft.com/office/drawing/2014/main" id="{1319FF2D-66C9-A010-128B-9B6F7ECA6DA4}"/>
                      </a:ext>
                    </a:extLst>
                  </p:cNvPr>
                  <p:cNvSpPr>
                    <a:spLocks noChangeShapeType="1"/>
                  </p:cNvSpPr>
                  <p:nvPr/>
                </p:nvSpPr>
                <p:spPr bwMode="auto">
                  <a:xfrm>
                    <a:off x="1708" y="118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6" name="Line 22">
                    <a:extLst>
                      <a:ext uri="{FF2B5EF4-FFF2-40B4-BE49-F238E27FC236}">
                        <a16:creationId xmlns:a16="http://schemas.microsoft.com/office/drawing/2014/main" id="{718E7D18-7FF1-094B-1E16-7086E4B2174C}"/>
                      </a:ext>
                    </a:extLst>
                  </p:cNvPr>
                  <p:cNvSpPr>
                    <a:spLocks noChangeShapeType="1"/>
                  </p:cNvSpPr>
                  <p:nvPr/>
                </p:nvSpPr>
                <p:spPr bwMode="auto">
                  <a:xfrm>
                    <a:off x="1708" y="123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7" name="Line 23">
                    <a:extLst>
                      <a:ext uri="{FF2B5EF4-FFF2-40B4-BE49-F238E27FC236}">
                        <a16:creationId xmlns:a16="http://schemas.microsoft.com/office/drawing/2014/main" id="{D289EB07-3234-1AC5-B7F0-B4B6A69CC49A}"/>
                      </a:ext>
                    </a:extLst>
                  </p:cNvPr>
                  <p:cNvSpPr>
                    <a:spLocks noChangeShapeType="1"/>
                  </p:cNvSpPr>
                  <p:nvPr/>
                </p:nvSpPr>
                <p:spPr bwMode="auto">
                  <a:xfrm>
                    <a:off x="1708" y="133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8" name="Line 24">
                    <a:extLst>
                      <a:ext uri="{FF2B5EF4-FFF2-40B4-BE49-F238E27FC236}">
                        <a16:creationId xmlns:a16="http://schemas.microsoft.com/office/drawing/2014/main" id="{21E0231D-0ED9-1892-AF95-0A76EA50445A}"/>
                      </a:ext>
                    </a:extLst>
                  </p:cNvPr>
                  <p:cNvSpPr>
                    <a:spLocks noChangeShapeType="1"/>
                  </p:cNvSpPr>
                  <p:nvPr/>
                </p:nvSpPr>
                <p:spPr bwMode="auto">
                  <a:xfrm>
                    <a:off x="1708" y="128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99" name="Line 25">
                    <a:extLst>
                      <a:ext uri="{FF2B5EF4-FFF2-40B4-BE49-F238E27FC236}">
                        <a16:creationId xmlns:a16="http://schemas.microsoft.com/office/drawing/2014/main" id="{F12C2B59-0613-C76F-D909-836302F7B443}"/>
                      </a:ext>
                    </a:extLst>
                  </p:cNvPr>
                  <p:cNvSpPr>
                    <a:spLocks noChangeShapeType="1"/>
                  </p:cNvSpPr>
                  <p:nvPr/>
                </p:nvSpPr>
                <p:spPr bwMode="auto">
                  <a:xfrm>
                    <a:off x="1708" y="138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0" name="Line 26">
                    <a:extLst>
                      <a:ext uri="{FF2B5EF4-FFF2-40B4-BE49-F238E27FC236}">
                        <a16:creationId xmlns:a16="http://schemas.microsoft.com/office/drawing/2014/main" id="{17EF8D6D-9157-1358-DB79-737D38E772F4}"/>
                      </a:ext>
                    </a:extLst>
                  </p:cNvPr>
                  <p:cNvSpPr>
                    <a:spLocks noChangeShapeType="1"/>
                  </p:cNvSpPr>
                  <p:nvPr/>
                </p:nvSpPr>
                <p:spPr bwMode="auto">
                  <a:xfrm>
                    <a:off x="1708" y="143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1" name="Line 27">
                    <a:extLst>
                      <a:ext uri="{FF2B5EF4-FFF2-40B4-BE49-F238E27FC236}">
                        <a16:creationId xmlns:a16="http://schemas.microsoft.com/office/drawing/2014/main" id="{49604AA1-2793-B018-788E-C7C443BA7A4B}"/>
                      </a:ext>
                    </a:extLst>
                  </p:cNvPr>
                  <p:cNvSpPr>
                    <a:spLocks noChangeShapeType="1"/>
                  </p:cNvSpPr>
                  <p:nvPr/>
                </p:nvSpPr>
                <p:spPr bwMode="auto">
                  <a:xfrm>
                    <a:off x="1708" y="147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2" name="Line 28">
                    <a:extLst>
                      <a:ext uri="{FF2B5EF4-FFF2-40B4-BE49-F238E27FC236}">
                        <a16:creationId xmlns:a16="http://schemas.microsoft.com/office/drawing/2014/main" id="{D59A02D4-6567-BB15-1DDC-9DFBD0821F5B}"/>
                      </a:ext>
                    </a:extLst>
                  </p:cNvPr>
                  <p:cNvSpPr>
                    <a:spLocks noChangeShapeType="1"/>
                  </p:cNvSpPr>
                  <p:nvPr/>
                </p:nvSpPr>
                <p:spPr bwMode="auto">
                  <a:xfrm>
                    <a:off x="1708" y="157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3" name="Line 29">
                    <a:extLst>
                      <a:ext uri="{FF2B5EF4-FFF2-40B4-BE49-F238E27FC236}">
                        <a16:creationId xmlns:a16="http://schemas.microsoft.com/office/drawing/2014/main" id="{F7696A39-2A1D-5B63-51F1-5D4B70F4A452}"/>
                      </a:ext>
                    </a:extLst>
                  </p:cNvPr>
                  <p:cNvSpPr>
                    <a:spLocks noChangeShapeType="1"/>
                  </p:cNvSpPr>
                  <p:nvPr/>
                </p:nvSpPr>
                <p:spPr bwMode="auto">
                  <a:xfrm>
                    <a:off x="1708" y="152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4" name="Line 30">
                    <a:extLst>
                      <a:ext uri="{FF2B5EF4-FFF2-40B4-BE49-F238E27FC236}">
                        <a16:creationId xmlns:a16="http://schemas.microsoft.com/office/drawing/2014/main" id="{64D864E0-C57D-F9F0-71EE-65CB651225FA}"/>
                      </a:ext>
                    </a:extLst>
                  </p:cNvPr>
                  <p:cNvSpPr>
                    <a:spLocks noChangeShapeType="1"/>
                  </p:cNvSpPr>
                  <p:nvPr/>
                </p:nvSpPr>
                <p:spPr bwMode="auto">
                  <a:xfrm>
                    <a:off x="1708" y="161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5" name="Line 31">
                    <a:extLst>
                      <a:ext uri="{FF2B5EF4-FFF2-40B4-BE49-F238E27FC236}">
                        <a16:creationId xmlns:a16="http://schemas.microsoft.com/office/drawing/2014/main" id="{7777FBFD-7374-8838-F6F8-2B49659F928B}"/>
                      </a:ext>
                    </a:extLst>
                  </p:cNvPr>
                  <p:cNvSpPr>
                    <a:spLocks noChangeShapeType="1"/>
                  </p:cNvSpPr>
                  <p:nvPr/>
                </p:nvSpPr>
                <p:spPr bwMode="auto">
                  <a:xfrm>
                    <a:off x="1708" y="166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6" name="Line 32">
                    <a:extLst>
                      <a:ext uri="{FF2B5EF4-FFF2-40B4-BE49-F238E27FC236}">
                        <a16:creationId xmlns:a16="http://schemas.microsoft.com/office/drawing/2014/main" id="{472E98AC-3E0A-7386-BEF0-F9901E96255F}"/>
                      </a:ext>
                    </a:extLst>
                  </p:cNvPr>
                  <p:cNvSpPr>
                    <a:spLocks noChangeShapeType="1"/>
                  </p:cNvSpPr>
                  <p:nvPr/>
                </p:nvSpPr>
                <p:spPr bwMode="auto">
                  <a:xfrm>
                    <a:off x="1708" y="171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7" name="Line 33">
                    <a:extLst>
                      <a:ext uri="{FF2B5EF4-FFF2-40B4-BE49-F238E27FC236}">
                        <a16:creationId xmlns:a16="http://schemas.microsoft.com/office/drawing/2014/main" id="{724105D4-6867-554D-71FB-CABF43D2782D}"/>
                      </a:ext>
                    </a:extLst>
                  </p:cNvPr>
                  <p:cNvSpPr>
                    <a:spLocks noChangeShapeType="1"/>
                  </p:cNvSpPr>
                  <p:nvPr/>
                </p:nvSpPr>
                <p:spPr bwMode="auto">
                  <a:xfrm>
                    <a:off x="1708" y="180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8" name="Line 34">
                    <a:extLst>
                      <a:ext uri="{FF2B5EF4-FFF2-40B4-BE49-F238E27FC236}">
                        <a16:creationId xmlns:a16="http://schemas.microsoft.com/office/drawing/2014/main" id="{10B2349D-5C40-83ED-7156-A643763467A6}"/>
                      </a:ext>
                    </a:extLst>
                  </p:cNvPr>
                  <p:cNvSpPr>
                    <a:spLocks noChangeShapeType="1"/>
                  </p:cNvSpPr>
                  <p:nvPr/>
                </p:nvSpPr>
                <p:spPr bwMode="auto">
                  <a:xfrm>
                    <a:off x="1708" y="176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09" name="Line 35">
                    <a:extLst>
                      <a:ext uri="{FF2B5EF4-FFF2-40B4-BE49-F238E27FC236}">
                        <a16:creationId xmlns:a16="http://schemas.microsoft.com/office/drawing/2014/main" id="{EB53FE26-C4B5-FB8E-EDB8-1CE36FAB19B9}"/>
                      </a:ext>
                    </a:extLst>
                  </p:cNvPr>
                  <p:cNvSpPr>
                    <a:spLocks noChangeShapeType="1"/>
                  </p:cNvSpPr>
                  <p:nvPr/>
                </p:nvSpPr>
                <p:spPr bwMode="auto">
                  <a:xfrm>
                    <a:off x="1708" y="185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0" name="Line 36">
                    <a:extLst>
                      <a:ext uri="{FF2B5EF4-FFF2-40B4-BE49-F238E27FC236}">
                        <a16:creationId xmlns:a16="http://schemas.microsoft.com/office/drawing/2014/main" id="{5DF84F04-A3ED-FDB7-77F2-C12393B3720F}"/>
                      </a:ext>
                    </a:extLst>
                  </p:cNvPr>
                  <p:cNvSpPr>
                    <a:spLocks noChangeShapeType="1"/>
                  </p:cNvSpPr>
                  <p:nvPr/>
                </p:nvSpPr>
                <p:spPr bwMode="auto">
                  <a:xfrm>
                    <a:off x="1708" y="190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1" name="Line 37">
                    <a:extLst>
                      <a:ext uri="{FF2B5EF4-FFF2-40B4-BE49-F238E27FC236}">
                        <a16:creationId xmlns:a16="http://schemas.microsoft.com/office/drawing/2014/main" id="{1C408B45-1446-F6DB-47D2-6D37116CE16B}"/>
                      </a:ext>
                    </a:extLst>
                  </p:cNvPr>
                  <p:cNvSpPr>
                    <a:spLocks noChangeShapeType="1"/>
                  </p:cNvSpPr>
                  <p:nvPr/>
                </p:nvSpPr>
                <p:spPr bwMode="auto">
                  <a:xfrm>
                    <a:off x="1708" y="195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2" name="Line 38">
                    <a:extLst>
                      <a:ext uri="{FF2B5EF4-FFF2-40B4-BE49-F238E27FC236}">
                        <a16:creationId xmlns:a16="http://schemas.microsoft.com/office/drawing/2014/main" id="{431ADB1F-5361-C6AC-69FC-DE9B682C982D}"/>
                      </a:ext>
                    </a:extLst>
                  </p:cNvPr>
                  <p:cNvSpPr>
                    <a:spLocks noChangeShapeType="1"/>
                  </p:cNvSpPr>
                  <p:nvPr/>
                </p:nvSpPr>
                <p:spPr bwMode="auto">
                  <a:xfrm>
                    <a:off x="1708" y="205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3" name="Line 39">
                    <a:extLst>
                      <a:ext uri="{FF2B5EF4-FFF2-40B4-BE49-F238E27FC236}">
                        <a16:creationId xmlns:a16="http://schemas.microsoft.com/office/drawing/2014/main" id="{5A633FEF-24D3-258F-A707-B8828304C484}"/>
                      </a:ext>
                    </a:extLst>
                  </p:cNvPr>
                  <p:cNvSpPr>
                    <a:spLocks noChangeShapeType="1"/>
                  </p:cNvSpPr>
                  <p:nvPr/>
                </p:nvSpPr>
                <p:spPr bwMode="auto">
                  <a:xfrm>
                    <a:off x="1708" y="200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4" name="Line 40">
                    <a:extLst>
                      <a:ext uri="{FF2B5EF4-FFF2-40B4-BE49-F238E27FC236}">
                        <a16:creationId xmlns:a16="http://schemas.microsoft.com/office/drawing/2014/main" id="{4C1BC623-35BB-D920-19E2-7A2DF0A05AC4}"/>
                      </a:ext>
                    </a:extLst>
                  </p:cNvPr>
                  <p:cNvSpPr>
                    <a:spLocks noChangeShapeType="1"/>
                  </p:cNvSpPr>
                  <p:nvPr/>
                </p:nvSpPr>
                <p:spPr bwMode="auto">
                  <a:xfrm>
                    <a:off x="1708" y="209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5" name="Line 41">
                    <a:extLst>
                      <a:ext uri="{FF2B5EF4-FFF2-40B4-BE49-F238E27FC236}">
                        <a16:creationId xmlns:a16="http://schemas.microsoft.com/office/drawing/2014/main" id="{C6AE88B0-F2C8-1493-BCFE-000D5882D116}"/>
                      </a:ext>
                    </a:extLst>
                  </p:cNvPr>
                  <p:cNvSpPr>
                    <a:spLocks noChangeShapeType="1"/>
                  </p:cNvSpPr>
                  <p:nvPr/>
                </p:nvSpPr>
                <p:spPr bwMode="auto">
                  <a:xfrm>
                    <a:off x="1708" y="214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6" name="Line 42">
                    <a:extLst>
                      <a:ext uri="{FF2B5EF4-FFF2-40B4-BE49-F238E27FC236}">
                        <a16:creationId xmlns:a16="http://schemas.microsoft.com/office/drawing/2014/main" id="{6445BF94-E89A-6A88-A55C-F0F786ECD618}"/>
                      </a:ext>
                    </a:extLst>
                  </p:cNvPr>
                  <p:cNvSpPr>
                    <a:spLocks noChangeShapeType="1"/>
                  </p:cNvSpPr>
                  <p:nvPr/>
                </p:nvSpPr>
                <p:spPr bwMode="auto">
                  <a:xfrm>
                    <a:off x="1708" y="219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7" name="Line 43">
                    <a:extLst>
                      <a:ext uri="{FF2B5EF4-FFF2-40B4-BE49-F238E27FC236}">
                        <a16:creationId xmlns:a16="http://schemas.microsoft.com/office/drawing/2014/main" id="{03C39463-A1CA-DD28-323E-343008C8005B}"/>
                      </a:ext>
                    </a:extLst>
                  </p:cNvPr>
                  <p:cNvSpPr>
                    <a:spLocks noChangeShapeType="1"/>
                  </p:cNvSpPr>
                  <p:nvPr/>
                </p:nvSpPr>
                <p:spPr bwMode="auto">
                  <a:xfrm>
                    <a:off x="1708" y="229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8" name="Line 44">
                    <a:extLst>
                      <a:ext uri="{FF2B5EF4-FFF2-40B4-BE49-F238E27FC236}">
                        <a16:creationId xmlns:a16="http://schemas.microsoft.com/office/drawing/2014/main" id="{048A401E-7956-3FDC-E79B-17B42CD8A2AC}"/>
                      </a:ext>
                    </a:extLst>
                  </p:cNvPr>
                  <p:cNvSpPr>
                    <a:spLocks noChangeShapeType="1"/>
                  </p:cNvSpPr>
                  <p:nvPr/>
                </p:nvSpPr>
                <p:spPr bwMode="auto">
                  <a:xfrm>
                    <a:off x="1708" y="224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19" name="Line 45">
                    <a:extLst>
                      <a:ext uri="{FF2B5EF4-FFF2-40B4-BE49-F238E27FC236}">
                        <a16:creationId xmlns:a16="http://schemas.microsoft.com/office/drawing/2014/main" id="{E8AC7D86-98C6-D371-2F05-3816F5EDEB53}"/>
                      </a:ext>
                    </a:extLst>
                  </p:cNvPr>
                  <p:cNvSpPr>
                    <a:spLocks noChangeShapeType="1"/>
                  </p:cNvSpPr>
                  <p:nvPr/>
                </p:nvSpPr>
                <p:spPr bwMode="auto">
                  <a:xfrm>
                    <a:off x="1708" y="234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0" name="Line 46">
                    <a:extLst>
                      <a:ext uri="{FF2B5EF4-FFF2-40B4-BE49-F238E27FC236}">
                        <a16:creationId xmlns:a16="http://schemas.microsoft.com/office/drawing/2014/main" id="{126B2C76-C7A1-3BDD-0B8A-A74A9E8B3FD5}"/>
                      </a:ext>
                    </a:extLst>
                  </p:cNvPr>
                  <p:cNvSpPr>
                    <a:spLocks noChangeShapeType="1"/>
                  </p:cNvSpPr>
                  <p:nvPr/>
                </p:nvSpPr>
                <p:spPr bwMode="auto">
                  <a:xfrm>
                    <a:off x="1708" y="239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1" name="Line 47">
                    <a:extLst>
                      <a:ext uri="{FF2B5EF4-FFF2-40B4-BE49-F238E27FC236}">
                        <a16:creationId xmlns:a16="http://schemas.microsoft.com/office/drawing/2014/main" id="{A4E2094C-3B71-93C3-1B75-0939FE650BDE}"/>
                      </a:ext>
                    </a:extLst>
                  </p:cNvPr>
                  <p:cNvSpPr>
                    <a:spLocks noChangeShapeType="1"/>
                  </p:cNvSpPr>
                  <p:nvPr/>
                </p:nvSpPr>
                <p:spPr bwMode="auto">
                  <a:xfrm>
                    <a:off x="1708" y="244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2" name="Line 48">
                    <a:extLst>
                      <a:ext uri="{FF2B5EF4-FFF2-40B4-BE49-F238E27FC236}">
                        <a16:creationId xmlns:a16="http://schemas.microsoft.com/office/drawing/2014/main" id="{4D1A28F0-9A7E-1310-3847-EEDFAFB844C8}"/>
                      </a:ext>
                    </a:extLst>
                  </p:cNvPr>
                  <p:cNvSpPr>
                    <a:spLocks noChangeShapeType="1"/>
                  </p:cNvSpPr>
                  <p:nvPr/>
                </p:nvSpPr>
                <p:spPr bwMode="auto">
                  <a:xfrm>
                    <a:off x="1708" y="253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3" name="Line 49">
                    <a:extLst>
                      <a:ext uri="{FF2B5EF4-FFF2-40B4-BE49-F238E27FC236}">
                        <a16:creationId xmlns:a16="http://schemas.microsoft.com/office/drawing/2014/main" id="{247C1D79-E75E-57DA-32CA-35CB68CB00E8}"/>
                      </a:ext>
                    </a:extLst>
                  </p:cNvPr>
                  <p:cNvSpPr>
                    <a:spLocks noChangeShapeType="1"/>
                  </p:cNvSpPr>
                  <p:nvPr/>
                </p:nvSpPr>
                <p:spPr bwMode="auto">
                  <a:xfrm>
                    <a:off x="1708" y="24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4" name="Line 50">
                    <a:extLst>
                      <a:ext uri="{FF2B5EF4-FFF2-40B4-BE49-F238E27FC236}">
                        <a16:creationId xmlns:a16="http://schemas.microsoft.com/office/drawing/2014/main" id="{306BADD2-7100-07A5-B278-75B897EB19A7}"/>
                      </a:ext>
                    </a:extLst>
                  </p:cNvPr>
                  <p:cNvSpPr>
                    <a:spLocks noChangeShapeType="1"/>
                  </p:cNvSpPr>
                  <p:nvPr/>
                </p:nvSpPr>
                <p:spPr bwMode="auto">
                  <a:xfrm>
                    <a:off x="1708" y="258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5" name="Line 51">
                    <a:extLst>
                      <a:ext uri="{FF2B5EF4-FFF2-40B4-BE49-F238E27FC236}">
                        <a16:creationId xmlns:a16="http://schemas.microsoft.com/office/drawing/2014/main" id="{FD14EE5B-45C5-6011-D4C5-569792351E23}"/>
                      </a:ext>
                    </a:extLst>
                  </p:cNvPr>
                  <p:cNvSpPr>
                    <a:spLocks noChangeShapeType="1"/>
                  </p:cNvSpPr>
                  <p:nvPr/>
                </p:nvSpPr>
                <p:spPr bwMode="auto">
                  <a:xfrm>
                    <a:off x="1708" y="263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6" name="Line 52">
                    <a:extLst>
                      <a:ext uri="{FF2B5EF4-FFF2-40B4-BE49-F238E27FC236}">
                        <a16:creationId xmlns:a16="http://schemas.microsoft.com/office/drawing/2014/main" id="{C9CEBA33-ACB2-4435-E04F-8BEE67EEC097}"/>
                      </a:ext>
                    </a:extLst>
                  </p:cNvPr>
                  <p:cNvSpPr>
                    <a:spLocks noChangeShapeType="1"/>
                  </p:cNvSpPr>
                  <p:nvPr/>
                </p:nvSpPr>
                <p:spPr bwMode="auto">
                  <a:xfrm>
                    <a:off x="1708" y="2687"/>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7" name="Line 53">
                    <a:extLst>
                      <a:ext uri="{FF2B5EF4-FFF2-40B4-BE49-F238E27FC236}">
                        <a16:creationId xmlns:a16="http://schemas.microsoft.com/office/drawing/2014/main" id="{41353CBA-99F0-AEBC-ABF4-EF08C666FC02}"/>
                      </a:ext>
                    </a:extLst>
                  </p:cNvPr>
                  <p:cNvSpPr>
                    <a:spLocks noChangeShapeType="1"/>
                  </p:cNvSpPr>
                  <p:nvPr/>
                </p:nvSpPr>
                <p:spPr bwMode="auto">
                  <a:xfrm>
                    <a:off x="1708" y="277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8" name="Line 54">
                    <a:extLst>
                      <a:ext uri="{FF2B5EF4-FFF2-40B4-BE49-F238E27FC236}">
                        <a16:creationId xmlns:a16="http://schemas.microsoft.com/office/drawing/2014/main" id="{B703B7A4-7075-E407-12BA-3A7C7833A884}"/>
                      </a:ext>
                    </a:extLst>
                  </p:cNvPr>
                  <p:cNvSpPr>
                    <a:spLocks noChangeShapeType="1"/>
                  </p:cNvSpPr>
                  <p:nvPr/>
                </p:nvSpPr>
                <p:spPr bwMode="auto">
                  <a:xfrm>
                    <a:off x="1708" y="272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29" name="Line 55">
                    <a:extLst>
                      <a:ext uri="{FF2B5EF4-FFF2-40B4-BE49-F238E27FC236}">
                        <a16:creationId xmlns:a16="http://schemas.microsoft.com/office/drawing/2014/main" id="{4AE8A0B1-5F67-B864-5CC5-05C7B354C96E}"/>
                      </a:ext>
                    </a:extLst>
                  </p:cNvPr>
                  <p:cNvSpPr>
                    <a:spLocks noChangeShapeType="1"/>
                  </p:cNvSpPr>
                  <p:nvPr/>
                </p:nvSpPr>
                <p:spPr bwMode="auto">
                  <a:xfrm>
                    <a:off x="1708" y="281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0" name="Line 56">
                    <a:extLst>
                      <a:ext uri="{FF2B5EF4-FFF2-40B4-BE49-F238E27FC236}">
                        <a16:creationId xmlns:a16="http://schemas.microsoft.com/office/drawing/2014/main" id="{D1C9F6D4-C8D8-95E2-B69C-555031718991}"/>
                      </a:ext>
                    </a:extLst>
                  </p:cNvPr>
                  <p:cNvSpPr>
                    <a:spLocks noChangeShapeType="1"/>
                  </p:cNvSpPr>
                  <p:nvPr/>
                </p:nvSpPr>
                <p:spPr bwMode="auto">
                  <a:xfrm>
                    <a:off x="1708" y="286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1" name="Line 57">
                    <a:extLst>
                      <a:ext uri="{FF2B5EF4-FFF2-40B4-BE49-F238E27FC236}">
                        <a16:creationId xmlns:a16="http://schemas.microsoft.com/office/drawing/2014/main" id="{A2AEB681-86EF-54D4-455E-D500D4348AA0}"/>
                      </a:ext>
                    </a:extLst>
                  </p:cNvPr>
                  <p:cNvSpPr>
                    <a:spLocks noChangeShapeType="1"/>
                  </p:cNvSpPr>
                  <p:nvPr/>
                </p:nvSpPr>
                <p:spPr bwMode="auto">
                  <a:xfrm>
                    <a:off x="1708" y="291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2" name="Line 58">
                    <a:extLst>
                      <a:ext uri="{FF2B5EF4-FFF2-40B4-BE49-F238E27FC236}">
                        <a16:creationId xmlns:a16="http://schemas.microsoft.com/office/drawing/2014/main" id="{0F6ABCD8-8129-32C8-22C2-5142721FB2EE}"/>
                      </a:ext>
                    </a:extLst>
                  </p:cNvPr>
                  <p:cNvSpPr>
                    <a:spLocks noChangeShapeType="1"/>
                  </p:cNvSpPr>
                  <p:nvPr/>
                </p:nvSpPr>
                <p:spPr bwMode="auto">
                  <a:xfrm>
                    <a:off x="1708" y="301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3" name="Line 59">
                    <a:extLst>
                      <a:ext uri="{FF2B5EF4-FFF2-40B4-BE49-F238E27FC236}">
                        <a16:creationId xmlns:a16="http://schemas.microsoft.com/office/drawing/2014/main" id="{1E5CAF7C-450F-B804-8214-B0EEEEC29A80}"/>
                      </a:ext>
                    </a:extLst>
                  </p:cNvPr>
                  <p:cNvSpPr>
                    <a:spLocks noChangeShapeType="1"/>
                  </p:cNvSpPr>
                  <p:nvPr/>
                </p:nvSpPr>
                <p:spPr bwMode="auto">
                  <a:xfrm>
                    <a:off x="1708" y="29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4" name="Line 60">
                    <a:extLst>
                      <a:ext uri="{FF2B5EF4-FFF2-40B4-BE49-F238E27FC236}">
                        <a16:creationId xmlns:a16="http://schemas.microsoft.com/office/drawing/2014/main" id="{6DCD8E83-F5CB-5BB2-0502-039D6E086F7A}"/>
                      </a:ext>
                    </a:extLst>
                  </p:cNvPr>
                  <p:cNvSpPr>
                    <a:spLocks noChangeShapeType="1"/>
                  </p:cNvSpPr>
                  <p:nvPr/>
                </p:nvSpPr>
                <p:spPr bwMode="auto">
                  <a:xfrm>
                    <a:off x="1708" y="305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5" name="Line 61">
                    <a:extLst>
                      <a:ext uri="{FF2B5EF4-FFF2-40B4-BE49-F238E27FC236}">
                        <a16:creationId xmlns:a16="http://schemas.microsoft.com/office/drawing/2014/main" id="{9CFB4EB7-5686-6F83-4500-88C8CAF394DC}"/>
                      </a:ext>
                    </a:extLst>
                  </p:cNvPr>
                  <p:cNvSpPr>
                    <a:spLocks noChangeShapeType="1"/>
                  </p:cNvSpPr>
                  <p:nvPr/>
                </p:nvSpPr>
                <p:spPr bwMode="auto">
                  <a:xfrm>
                    <a:off x="1708" y="309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6" name="Line 62">
                    <a:extLst>
                      <a:ext uri="{FF2B5EF4-FFF2-40B4-BE49-F238E27FC236}">
                        <a16:creationId xmlns:a16="http://schemas.microsoft.com/office/drawing/2014/main" id="{86A5C0BF-27AE-E2C7-CD1E-D814282E1B30}"/>
                      </a:ext>
                    </a:extLst>
                  </p:cNvPr>
                  <p:cNvSpPr>
                    <a:spLocks noChangeShapeType="1"/>
                  </p:cNvSpPr>
                  <p:nvPr/>
                </p:nvSpPr>
                <p:spPr bwMode="auto">
                  <a:xfrm>
                    <a:off x="1708" y="315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7" name="Line 63">
                    <a:extLst>
                      <a:ext uri="{FF2B5EF4-FFF2-40B4-BE49-F238E27FC236}">
                        <a16:creationId xmlns:a16="http://schemas.microsoft.com/office/drawing/2014/main" id="{5784FAE3-CF97-06FC-7BC8-DC66E8962176}"/>
                      </a:ext>
                    </a:extLst>
                  </p:cNvPr>
                  <p:cNvSpPr>
                    <a:spLocks noChangeShapeType="1"/>
                  </p:cNvSpPr>
                  <p:nvPr/>
                </p:nvSpPr>
                <p:spPr bwMode="auto">
                  <a:xfrm>
                    <a:off x="1708" y="325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8" name="Line 64">
                    <a:extLst>
                      <a:ext uri="{FF2B5EF4-FFF2-40B4-BE49-F238E27FC236}">
                        <a16:creationId xmlns:a16="http://schemas.microsoft.com/office/drawing/2014/main" id="{14C85904-7C6A-CD4F-81D8-76571FBFAE3A}"/>
                      </a:ext>
                    </a:extLst>
                  </p:cNvPr>
                  <p:cNvSpPr>
                    <a:spLocks noChangeShapeType="1"/>
                  </p:cNvSpPr>
                  <p:nvPr/>
                </p:nvSpPr>
                <p:spPr bwMode="auto">
                  <a:xfrm>
                    <a:off x="1708" y="320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39" name="Line 65">
                    <a:extLst>
                      <a:ext uri="{FF2B5EF4-FFF2-40B4-BE49-F238E27FC236}">
                        <a16:creationId xmlns:a16="http://schemas.microsoft.com/office/drawing/2014/main" id="{1B7B8ACF-9985-6725-255A-56559D9332F2}"/>
                      </a:ext>
                    </a:extLst>
                  </p:cNvPr>
                  <p:cNvSpPr>
                    <a:spLocks noChangeShapeType="1"/>
                  </p:cNvSpPr>
                  <p:nvPr/>
                </p:nvSpPr>
                <p:spPr bwMode="auto">
                  <a:xfrm>
                    <a:off x="1708" y="3303"/>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40" name="Line 66">
                    <a:extLst>
                      <a:ext uri="{FF2B5EF4-FFF2-40B4-BE49-F238E27FC236}">
                        <a16:creationId xmlns:a16="http://schemas.microsoft.com/office/drawing/2014/main" id="{227BAD9B-C062-92E9-153B-59C3CF84079F}"/>
                      </a:ext>
                    </a:extLst>
                  </p:cNvPr>
                  <p:cNvSpPr>
                    <a:spLocks noChangeShapeType="1"/>
                  </p:cNvSpPr>
                  <p:nvPr/>
                </p:nvSpPr>
                <p:spPr bwMode="auto">
                  <a:xfrm>
                    <a:off x="1708" y="335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41" name="Line 67">
                    <a:extLst>
                      <a:ext uri="{FF2B5EF4-FFF2-40B4-BE49-F238E27FC236}">
                        <a16:creationId xmlns:a16="http://schemas.microsoft.com/office/drawing/2014/main" id="{AB5499A3-13B5-BB1E-62C1-4D7AA38773FC}"/>
                      </a:ext>
                    </a:extLst>
                  </p:cNvPr>
                  <p:cNvSpPr>
                    <a:spLocks noChangeShapeType="1"/>
                  </p:cNvSpPr>
                  <p:nvPr/>
                </p:nvSpPr>
                <p:spPr bwMode="auto">
                  <a:xfrm>
                    <a:off x="1708" y="339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42" name="Line 68">
                    <a:extLst>
                      <a:ext uri="{FF2B5EF4-FFF2-40B4-BE49-F238E27FC236}">
                        <a16:creationId xmlns:a16="http://schemas.microsoft.com/office/drawing/2014/main" id="{8AA027D9-B3A2-A5DB-9749-2F2126CE9A93}"/>
                      </a:ext>
                    </a:extLst>
                  </p:cNvPr>
                  <p:cNvSpPr>
                    <a:spLocks noChangeShapeType="1"/>
                  </p:cNvSpPr>
                  <p:nvPr/>
                </p:nvSpPr>
                <p:spPr bwMode="auto">
                  <a:xfrm>
                    <a:off x="1708" y="34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43" name="Line 69">
                    <a:extLst>
                      <a:ext uri="{FF2B5EF4-FFF2-40B4-BE49-F238E27FC236}">
                        <a16:creationId xmlns:a16="http://schemas.microsoft.com/office/drawing/2014/main" id="{A34EF101-F464-E91E-1413-229F58A5A2D1}"/>
                      </a:ext>
                    </a:extLst>
                  </p:cNvPr>
                  <p:cNvSpPr>
                    <a:spLocks noChangeShapeType="1"/>
                  </p:cNvSpPr>
                  <p:nvPr/>
                </p:nvSpPr>
                <p:spPr bwMode="auto">
                  <a:xfrm>
                    <a:off x="1708" y="34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44" name="Line 70">
                    <a:extLst>
                      <a:ext uri="{FF2B5EF4-FFF2-40B4-BE49-F238E27FC236}">
                        <a16:creationId xmlns:a16="http://schemas.microsoft.com/office/drawing/2014/main" id="{5C5DDDF3-CF56-1911-F458-5221E10DFFC2}"/>
                      </a:ext>
                    </a:extLst>
                  </p:cNvPr>
                  <p:cNvSpPr>
                    <a:spLocks noChangeShapeType="1"/>
                  </p:cNvSpPr>
                  <p:nvPr/>
                </p:nvSpPr>
                <p:spPr bwMode="auto">
                  <a:xfrm>
                    <a:off x="1708" y="353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45" name="Line 71">
                    <a:extLst>
                      <a:ext uri="{FF2B5EF4-FFF2-40B4-BE49-F238E27FC236}">
                        <a16:creationId xmlns:a16="http://schemas.microsoft.com/office/drawing/2014/main" id="{2E4059FD-FFC5-00F4-5F0C-B7DF8FA07E8C}"/>
                      </a:ext>
                    </a:extLst>
                  </p:cNvPr>
                  <p:cNvSpPr>
                    <a:spLocks noChangeShapeType="1"/>
                  </p:cNvSpPr>
                  <p:nvPr/>
                </p:nvSpPr>
                <p:spPr bwMode="auto">
                  <a:xfrm>
                    <a:off x="1708" y="358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546" name="Line 72">
                    <a:extLst>
                      <a:ext uri="{FF2B5EF4-FFF2-40B4-BE49-F238E27FC236}">
                        <a16:creationId xmlns:a16="http://schemas.microsoft.com/office/drawing/2014/main" id="{5B597E6B-9870-F820-04CE-E7E1BB3001AF}"/>
                      </a:ext>
                    </a:extLst>
                  </p:cNvPr>
                  <p:cNvSpPr>
                    <a:spLocks noChangeShapeType="1"/>
                  </p:cNvSpPr>
                  <p:nvPr/>
                </p:nvSpPr>
                <p:spPr bwMode="auto">
                  <a:xfrm>
                    <a:off x="1708" y="363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414" name="Group 73">
                  <a:extLst>
                    <a:ext uri="{FF2B5EF4-FFF2-40B4-BE49-F238E27FC236}">
                      <a16:creationId xmlns:a16="http://schemas.microsoft.com/office/drawing/2014/main" id="{AFA1ECEA-1F8F-4F65-BF92-65878A1DDA77}"/>
                    </a:ext>
                  </a:extLst>
                </p:cNvPr>
                <p:cNvGrpSpPr>
                  <a:grpSpLocks/>
                </p:cNvGrpSpPr>
                <p:nvPr/>
              </p:nvGrpSpPr>
              <p:grpSpPr bwMode="auto">
                <a:xfrm>
                  <a:off x="1486" y="800"/>
                  <a:ext cx="3124" cy="3124"/>
                  <a:chOff x="1731" y="700"/>
                  <a:chExt cx="3124" cy="3124"/>
                </a:xfrm>
              </p:grpSpPr>
              <p:sp>
                <p:nvSpPr>
                  <p:cNvPr id="100415" name="Line 74">
                    <a:extLst>
                      <a:ext uri="{FF2B5EF4-FFF2-40B4-BE49-F238E27FC236}">
                        <a16:creationId xmlns:a16="http://schemas.microsoft.com/office/drawing/2014/main" id="{CD73BB25-9AE5-6A24-50F7-1C326F73B710}"/>
                      </a:ext>
                    </a:extLst>
                  </p:cNvPr>
                  <p:cNvSpPr>
                    <a:spLocks noChangeShapeType="1"/>
                  </p:cNvSpPr>
                  <p:nvPr/>
                </p:nvSpPr>
                <p:spPr bwMode="auto">
                  <a:xfrm rot="5400000">
                    <a:off x="3293"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16" name="Line 75">
                    <a:extLst>
                      <a:ext uri="{FF2B5EF4-FFF2-40B4-BE49-F238E27FC236}">
                        <a16:creationId xmlns:a16="http://schemas.microsoft.com/office/drawing/2014/main" id="{3A2615D5-3939-3028-0E13-6C49B1CC6552}"/>
                      </a:ext>
                    </a:extLst>
                  </p:cNvPr>
                  <p:cNvSpPr>
                    <a:spLocks noChangeShapeType="1"/>
                  </p:cNvSpPr>
                  <p:nvPr/>
                </p:nvSpPr>
                <p:spPr bwMode="auto">
                  <a:xfrm rot="5400000">
                    <a:off x="3189"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17" name="Line 76">
                    <a:extLst>
                      <a:ext uri="{FF2B5EF4-FFF2-40B4-BE49-F238E27FC236}">
                        <a16:creationId xmlns:a16="http://schemas.microsoft.com/office/drawing/2014/main" id="{BD6D80A9-DD48-AEA1-EBB6-2D7CFE266768}"/>
                      </a:ext>
                    </a:extLst>
                  </p:cNvPr>
                  <p:cNvSpPr>
                    <a:spLocks noChangeShapeType="1"/>
                  </p:cNvSpPr>
                  <p:nvPr/>
                </p:nvSpPr>
                <p:spPr bwMode="auto">
                  <a:xfrm rot="5400000">
                    <a:off x="32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18" name="Line 77">
                    <a:extLst>
                      <a:ext uri="{FF2B5EF4-FFF2-40B4-BE49-F238E27FC236}">
                        <a16:creationId xmlns:a16="http://schemas.microsoft.com/office/drawing/2014/main" id="{6FC89EE9-1309-54F7-A930-A06AC0570E24}"/>
                      </a:ext>
                    </a:extLst>
                  </p:cNvPr>
                  <p:cNvSpPr>
                    <a:spLocks noChangeShapeType="1"/>
                  </p:cNvSpPr>
                  <p:nvPr/>
                </p:nvSpPr>
                <p:spPr bwMode="auto">
                  <a:xfrm rot="5400000">
                    <a:off x="3139"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19" name="Line 78">
                    <a:extLst>
                      <a:ext uri="{FF2B5EF4-FFF2-40B4-BE49-F238E27FC236}">
                        <a16:creationId xmlns:a16="http://schemas.microsoft.com/office/drawing/2014/main" id="{CBB2FAF0-DE4C-DCF1-E00F-413035051141}"/>
                      </a:ext>
                    </a:extLst>
                  </p:cNvPr>
                  <p:cNvSpPr>
                    <a:spLocks noChangeShapeType="1"/>
                  </p:cNvSpPr>
                  <p:nvPr/>
                </p:nvSpPr>
                <p:spPr bwMode="auto">
                  <a:xfrm rot="5400000">
                    <a:off x="309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0" name="Line 79">
                    <a:extLst>
                      <a:ext uri="{FF2B5EF4-FFF2-40B4-BE49-F238E27FC236}">
                        <a16:creationId xmlns:a16="http://schemas.microsoft.com/office/drawing/2014/main" id="{C67B1E51-2D32-D385-5CFB-145DF9E7FB8E}"/>
                      </a:ext>
                    </a:extLst>
                  </p:cNvPr>
                  <p:cNvSpPr>
                    <a:spLocks noChangeShapeType="1"/>
                  </p:cNvSpPr>
                  <p:nvPr/>
                </p:nvSpPr>
                <p:spPr bwMode="auto">
                  <a:xfrm rot="5400000">
                    <a:off x="3040"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1" name="Line 80">
                    <a:extLst>
                      <a:ext uri="{FF2B5EF4-FFF2-40B4-BE49-F238E27FC236}">
                        <a16:creationId xmlns:a16="http://schemas.microsoft.com/office/drawing/2014/main" id="{9B6312E5-5BA5-CBDB-E060-AFC6540B924E}"/>
                      </a:ext>
                    </a:extLst>
                  </p:cNvPr>
                  <p:cNvSpPr>
                    <a:spLocks noChangeShapeType="1"/>
                  </p:cNvSpPr>
                  <p:nvPr/>
                </p:nvSpPr>
                <p:spPr bwMode="auto">
                  <a:xfrm rot="5400000">
                    <a:off x="29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2" name="Line 81">
                    <a:extLst>
                      <a:ext uri="{FF2B5EF4-FFF2-40B4-BE49-F238E27FC236}">
                        <a16:creationId xmlns:a16="http://schemas.microsoft.com/office/drawing/2014/main" id="{055C70E3-6CBA-27B6-68FD-4BEDF1E00F0E}"/>
                      </a:ext>
                    </a:extLst>
                  </p:cNvPr>
                  <p:cNvSpPr>
                    <a:spLocks noChangeShapeType="1"/>
                  </p:cNvSpPr>
                  <p:nvPr/>
                </p:nvSpPr>
                <p:spPr bwMode="auto">
                  <a:xfrm rot="5400000">
                    <a:off x="298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3" name="Line 82">
                    <a:extLst>
                      <a:ext uri="{FF2B5EF4-FFF2-40B4-BE49-F238E27FC236}">
                        <a16:creationId xmlns:a16="http://schemas.microsoft.com/office/drawing/2014/main" id="{B50BB500-A9FB-C5CB-1924-B87E1B6E726A}"/>
                      </a:ext>
                    </a:extLst>
                  </p:cNvPr>
                  <p:cNvSpPr>
                    <a:spLocks noChangeShapeType="1"/>
                  </p:cNvSpPr>
                  <p:nvPr/>
                </p:nvSpPr>
                <p:spPr bwMode="auto">
                  <a:xfrm rot="5400000">
                    <a:off x="289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4" name="Line 83">
                    <a:extLst>
                      <a:ext uri="{FF2B5EF4-FFF2-40B4-BE49-F238E27FC236}">
                        <a16:creationId xmlns:a16="http://schemas.microsoft.com/office/drawing/2014/main" id="{2744D94B-1379-2404-DCEC-85E67227DD57}"/>
                      </a:ext>
                    </a:extLst>
                  </p:cNvPr>
                  <p:cNvSpPr>
                    <a:spLocks noChangeShapeType="1"/>
                  </p:cNvSpPr>
                  <p:nvPr/>
                </p:nvSpPr>
                <p:spPr bwMode="auto">
                  <a:xfrm rot="5400000">
                    <a:off x="284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5" name="Line 84">
                    <a:extLst>
                      <a:ext uri="{FF2B5EF4-FFF2-40B4-BE49-F238E27FC236}">
                        <a16:creationId xmlns:a16="http://schemas.microsoft.com/office/drawing/2014/main" id="{02E38219-E0EC-0071-BB03-06534141E792}"/>
                      </a:ext>
                    </a:extLst>
                  </p:cNvPr>
                  <p:cNvSpPr>
                    <a:spLocks noChangeShapeType="1"/>
                  </p:cNvSpPr>
                  <p:nvPr/>
                </p:nvSpPr>
                <p:spPr bwMode="auto">
                  <a:xfrm rot="5400000">
                    <a:off x="280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6" name="Line 85">
                    <a:extLst>
                      <a:ext uri="{FF2B5EF4-FFF2-40B4-BE49-F238E27FC236}">
                        <a16:creationId xmlns:a16="http://schemas.microsoft.com/office/drawing/2014/main" id="{8985D415-FAF7-4CEE-8633-FE2714661946}"/>
                      </a:ext>
                    </a:extLst>
                  </p:cNvPr>
                  <p:cNvSpPr>
                    <a:spLocks noChangeShapeType="1"/>
                  </p:cNvSpPr>
                  <p:nvPr/>
                </p:nvSpPr>
                <p:spPr bwMode="auto">
                  <a:xfrm rot="5400000">
                    <a:off x="270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7" name="Line 86">
                    <a:extLst>
                      <a:ext uri="{FF2B5EF4-FFF2-40B4-BE49-F238E27FC236}">
                        <a16:creationId xmlns:a16="http://schemas.microsoft.com/office/drawing/2014/main" id="{2E536FC6-3560-5125-7B4F-E489B3EED677}"/>
                      </a:ext>
                    </a:extLst>
                  </p:cNvPr>
                  <p:cNvSpPr>
                    <a:spLocks noChangeShapeType="1"/>
                  </p:cNvSpPr>
                  <p:nvPr/>
                </p:nvSpPr>
                <p:spPr bwMode="auto">
                  <a:xfrm rot="5400000">
                    <a:off x="274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8" name="Line 87">
                    <a:extLst>
                      <a:ext uri="{FF2B5EF4-FFF2-40B4-BE49-F238E27FC236}">
                        <a16:creationId xmlns:a16="http://schemas.microsoft.com/office/drawing/2014/main" id="{02ABA08B-70B4-147F-A1E5-2F3CB05A87E2}"/>
                      </a:ext>
                    </a:extLst>
                  </p:cNvPr>
                  <p:cNvSpPr>
                    <a:spLocks noChangeShapeType="1"/>
                  </p:cNvSpPr>
                  <p:nvPr/>
                </p:nvSpPr>
                <p:spPr bwMode="auto">
                  <a:xfrm rot="5400000">
                    <a:off x="265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29" name="Line 88">
                    <a:extLst>
                      <a:ext uri="{FF2B5EF4-FFF2-40B4-BE49-F238E27FC236}">
                        <a16:creationId xmlns:a16="http://schemas.microsoft.com/office/drawing/2014/main" id="{E8956512-0527-CF78-264C-5F52798403C0}"/>
                      </a:ext>
                    </a:extLst>
                  </p:cNvPr>
                  <p:cNvSpPr>
                    <a:spLocks noChangeShapeType="1"/>
                  </p:cNvSpPr>
                  <p:nvPr/>
                </p:nvSpPr>
                <p:spPr bwMode="auto">
                  <a:xfrm rot="5400000">
                    <a:off x="261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0" name="Line 89">
                    <a:extLst>
                      <a:ext uri="{FF2B5EF4-FFF2-40B4-BE49-F238E27FC236}">
                        <a16:creationId xmlns:a16="http://schemas.microsoft.com/office/drawing/2014/main" id="{C86585D4-9A8E-0E74-3D52-4A1F40F2FB8E}"/>
                      </a:ext>
                    </a:extLst>
                  </p:cNvPr>
                  <p:cNvSpPr>
                    <a:spLocks noChangeShapeType="1"/>
                  </p:cNvSpPr>
                  <p:nvPr/>
                </p:nvSpPr>
                <p:spPr bwMode="auto">
                  <a:xfrm rot="5400000">
                    <a:off x="256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1" name="Line 90">
                    <a:extLst>
                      <a:ext uri="{FF2B5EF4-FFF2-40B4-BE49-F238E27FC236}">
                        <a16:creationId xmlns:a16="http://schemas.microsoft.com/office/drawing/2014/main" id="{EF9419CD-2AE2-5771-9271-79F60869DB44}"/>
                      </a:ext>
                    </a:extLst>
                  </p:cNvPr>
                  <p:cNvSpPr>
                    <a:spLocks noChangeShapeType="1"/>
                  </p:cNvSpPr>
                  <p:nvPr/>
                </p:nvSpPr>
                <p:spPr bwMode="auto">
                  <a:xfrm rot="5400000">
                    <a:off x="246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2" name="Line 91">
                    <a:extLst>
                      <a:ext uri="{FF2B5EF4-FFF2-40B4-BE49-F238E27FC236}">
                        <a16:creationId xmlns:a16="http://schemas.microsoft.com/office/drawing/2014/main" id="{0CFA692C-CCCD-7194-A391-4054CBEE0854}"/>
                      </a:ext>
                    </a:extLst>
                  </p:cNvPr>
                  <p:cNvSpPr>
                    <a:spLocks noChangeShapeType="1"/>
                  </p:cNvSpPr>
                  <p:nvPr/>
                </p:nvSpPr>
                <p:spPr bwMode="auto">
                  <a:xfrm rot="5400000">
                    <a:off x="251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3" name="Line 92">
                    <a:extLst>
                      <a:ext uri="{FF2B5EF4-FFF2-40B4-BE49-F238E27FC236}">
                        <a16:creationId xmlns:a16="http://schemas.microsoft.com/office/drawing/2014/main" id="{9BD62F0C-DA83-3EDD-8184-AEA318DDD205}"/>
                      </a:ext>
                    </a:extLst>
                  </p:cNvPr>
                  <p:cNvSpPr>
                    <a:spLocks noChangeShapeType="1"/>
                  </p:cNvSpPr>
                  <p:nvPr/>
                </p:nvSpPr>
                <p:spPr bwMode="auto">
                  <a:xfrm rot="5400000">
                    <a:off x="241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4" name="Line 93">
                    <a:extLst>
                      <a:ext uri="{FF2B5EF4-FFF2-40B4-BE49-F238E27FC236}">
                        <a16:creationId xmlns:a16="http://schemas.microsoft.com/office/drawing/2014/main" id="{67EED148-9272-3F74-3340-4A6C0B037DC9}"/>
                      </a:ext>
                    </a:extLst>
                  </p:cNvPr>
                  <p:cNvSpPr>
                    <a:spLocks noChangeShapeType="1"/>
                  </p:cNvSpPr>
                  <p:nvPr/>
                </p:nvSpPr>
                <p:spPr bwMode="auto">
                  <a:xfrm rot="5400000">
                    <a:off x="237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5" name="Line 94">
                    <a:extLst>
                      <a:ext uri="{FF2B5EF4-FFF2-40B4-BE49-F238E27FC236}">
                        <a16:creationId xmlns:a16="http://schemas.microsoft.com/office/drawing/2014/main" id="{661F1E29-6961-8BB8-5BC6-9F0F909ACC01}"/>
                      </a:ext>
                    </a:extLst>
                  </p:cNvPr>
                  <p:cNvSpPr>
                    <a:spLocks noChangeShapeType="1"/>
                  </p:cNvSpPr>
                  <p:nvPr/>
                </p:nvSpPr>
                <p:spPr bwMode="auto">
                  <a:xfrm rot="5400000">
                    <a:off x="232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6" name="Line 95">
                    <a:extLst>
                      <a:ext uri="{FF2B5EF4-FFF2-40B4-BE49-F238E27FC236}">
                        <a16:creationId xmlns:a16="http://schemas.microsoft.com/office/drawing/2014/main" id="{770F42D0-C2BE-0A6A-E45A-790005BB5B7C}"/>
                      </a:ext>
                    </a:extLst>
                  </p:cNvPr>
                  <p:cNvSpPr>
                    <a:spLocks noChangeShapeType="1"/>
                  </p:cNvSpPr>
                  <p:nvPr/>
                </p:nvSpPr>
                <p:spPr bwMode="auto">
                  <a:xfrm rot="5400000">
                    <a:off x="223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7" name="Line 96">
                    <a:extLst>
                      <a:ext uri="{FF2B5EF4-FFF2-40B4-BE49-F238E27FC236}">
                        <a16:creationId xmlns:a16="http://schemas.microsoft.com/office/drawing/2014/main" id="{E720EE28-3E82-8F90-6727-A4A900210814}"/>
                      </a:ext>
                    </a:extLst>
                  </p:cNvPr>
                  <p:cNvSpPr>
                    <a:spLocks noChangeShapeType="1"/>
                  </p:cNvSpPr>
                  <p:nvPr/>
                </p:nvSpPr>
                <p:spPr bwMode="auto">
                  <a:xfrm rot="5400000">
                    <a:off x="227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8" name="Line 97">
                    <a:extLst>
                      <a:ext uri="{FF2B5EF4-FFF2-40B4-BE49-F238E27FC236}">
                        <a16:creationId xmlns:a16="http://schemas.microsoft.com/office/drawing/2014/main" id="{828BE29D-F01F-830A-0769-4B03DD3EE184}"/>
                      </a:ext>
                    </a:extLst>
                  </p:cNvPr>
                  <p:cNvSpPr>
                    <a:spLocks noChangeShapeType="1"/>
                  </p:cNvSpPr>
                  <p:nvPr/>
                </p:nvSpPr>
                <p:spPr bwMode="auto">
                  <a:xfrm rot="5400000">
                    <a:off x="218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39" name="Line 98">
                    <a:extLst>
                      <a:ext uri="{FF2B5EF4-FFF2-40B4-BE49-F238E27FC236}">
                        <a16:creationId xmlns:a16="http://schemas.microsoft.com/office/drawing/2014/main" id="{B97B6E4F-CBC7-0778-85AB-DC842FCCD271}"/>
                      </a:ext>
                    </a:extLst>
                  </p:cNvPr>
                  <p:cNvSpPr>
                    <a:spLocks noChangeShapeType="1"/>
                  </p:cNvSpPr>
                  <p:nvPr/>
                </p:nvSpPr>
                <p:spPr bwMode="auto">
                  <a:xfrm rot="5400000">
                    <a:off x="212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0" name="Line 99">
                    <a:extLst>
                      <a:ext uri="{FF2B5EF4-FFF2-40B4-BE49-F238E27FC236}">
                        <a16:creationId xmlns:a16="http://schemas.microsoft.com/office/drawing/2014/main" id="{D0EE69F6-438F-8945-18D2-086A593484CD}"/>
                      </a:ext>
                    </a:extLst>
                  </p:cNvPr>
                  <p:cNvSpPr>
                    <a:spLocks noChangeShapeType="1"/>
                  </p:cNvSpPr>
                  <p:nvPr/>
                </p:nvSpPr>
                <p:spPr bwMode="auto">
                  <a:xfrm rot="5400000">
                    <a:off x="208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1" name="Line 100">
                    <a:extLst>
                      <a:ext uri="{FF2B5EF4-FFF2-40B4-BE49-F238E27FC236}">
                        <a16:creationId xmlns:a16="http://schemas.microsoft.com/office/drawing/2014/main" id="{A422024C-CFC6-6CEF-A38B-57BFD14172A2}"/>
                      </a:ext>
                    </a:extLst>
                  </p:cNvPr>
                  <p:cNvSpPr>
                    <a:spLocks noChangeShapeType="1"/>
                  </p:cNvSpPr>
                  <p:nvPr/>
                </p:nvSpPr>
                <p:spPr bwMode="auto">
                  <a:xfrm rot="5400000">
                    <a:off x="198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2" name="Line 101">
                    <a:extLst>
                      <a:ext uri="{FF2B5EF4-FFF2-40B4-BE49-F238E27FC236}">
                        <a16:creationId xmlns:a16="http://schemas.microsoft.com/office/drawing/2014/main" id="{3DC20E70-A24E-EB7C-7094-7D18C1697DA9}"/>
                      </a:ext>
                    </a:extLst>
                  </p:cNvPr>
                  <p:cNvSpPr>
                    <a:spLocks noChangeShapeType="1"/>
                  </p:cNvSpPr>
                  <p:nvPr/>
                </p:nvSpPr>
                <p:spPr bwMode="auto">
                  <a:xfrm rot="5400000">
                    <a:off x="203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3" name="Line 102">
                    <a:extLst>
                      <a:ext uri="{FF2B5EF4-FFF2-40B4-BE49-F238E27FC236}">
                        <a16:creationId xmlns:a16="http://schemas.microsoft.com/office/drawing/2014/main" id="{E31644F4-FF4B-6450-41F4-008D9FC996DF}"/>
                      </a:ext>
                    </a:extLst>
                  </p:cNvPr>
                  <p:cNvSpPr>
                    <a:spLocks noChangeShapeType="1"/>
                  </p:cNvSpPr>
                  <p:nvPr/>
                </p:nvSpPr>
                <p:spPr bwMode="auto">
                  <a:xfrm rot="5400000">
                    <a:off x="19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4" name="Line 103">
                    <a:extLst>
                      <a:ext uri="{FF2B5EF4-FFF2-40B4-BE49-F238E27FC236}">
                        <a16:creationId xmlns:a16="http://schemas.microsoft.com/office/drawing/2014/main" id="{E36E2FA2-E6E2-8365-6AEB-3A3512539200}"/>
                      </a:ext>
                    </a:extLst>
                  </p:cNvPr>
                  <p:cNvSpPr>
                    <a:spLocks noChangeShapeType="1"/>
                  </p:cNvSpPr>
                  <p:nvPr/>
                </p:nvSpPr>
                <p:spPr bwMode="auto">
                  <a:xfrm rot="5400000">
                    <a:off x="189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5" name="Line 104">
                    <a:extLst>
                      <a:ext uri="{FF2B5EF4-FFF2-40B4-BE49-F238E27FC236}">
                        <a16:creationId xmlns:a16="http://schemas.microsoft.com/office/drawing/2014/main" id="{0059186C-5FDF-DE7C-3188-A6C1DBF041BC}"/>
                      </a:ext>
                    </a:extLst>
                  </p:cNvPr>
                  <p:cNvSpPr>
                    <a:spLocks noChangeShapeType="1"/>
                  </p:cNvSpPr>
                  <p:nvPr/>
                </p:nvSpPr>
                <p:spPr bwMode="auto">
                  <a:xfrm rot="5400000">
                    <a:off x="1847"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6" name="Line 105">
                    <a:extLst>
                      <a:ext uri="{FF2B5EF4-FFF2-40B4-BE49-F238E27FC236}">
                        <a16:creationId xmlns:a16="http://schemas.microsoft.com/office/drawing/2014/main" id="{9D7DDE9F-AE97-FFE0-8A5A-BD566AC111E6}"/>
                      </a:ext>
                    </a:extLst>
                  </p:cNvPr>
                  <p:cNvSpPr>
                    <a:spLocks noChangeShapeType="1"/>
                  </p:cNvSpPr>
                  <p:nvPr/>
                </p:nvSpPr>
                <p:spPr bwMode="auto">
                  <a:xfrm rot="5400000">
                    <a:off x="174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7" name="Line 106">
                    <a:extLst>
                      <a:ext uri="{FF2B5EF4-FFF2-40B4-BE49-F238E27FC236}">
                        <a16:creationId xmlns:a16="http://schemas.microsoft.com/office/drawing/2014/main" id="{02EB4271-2511-6305-5DF9-872D7551D6A6}"/>
                      </a:ext>
                    </a:extLst>
                  </p:cNvPr>
                  <p:cNvSpPr>
                    <a:spLocks noChangeShapeType="1"/>
                  </p:cNvSpPr>
                  <p:nvPr/>
                </p:nvSpPr>
                <p:spPr bwMode="auto">
                  <a:xfrm rot="5400000">
                    <a:off x="179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8" name="Line 107">
                    <a:extLst>
                      <a:ext uri="{FF2B5EF4-FFF2-40B4-BE49-F238E27FC236}">
                        <a16:creationId xmlns:a16="http://schemas.microsoft.com/office/drawing/2014/main" id="{B70B9589-1731-F10D-E168-0B1BA57D0AA1}"/>
                      </a:ext>
                    </a:extLst>
                  </p:cNvPr>
                  <p:cNvSpPr>
                    <a:spLocks noChangeShapeType="1"/>
                  </p:cNvSpPr>
                  <p:nvPr/>
                </p:nvSpPr>
                <p:spPr bwMode="auto">
                  <a:xfrm rot="5400000">
                    <a:off x="170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49" name="Line 108">
                    <a:extLst>
                      <a:ext uri="{FF2B5EF4-FFF2-40B4-BE49-F238E27FC236}">
                        <a16:creationId xmlns:a16="http://schemas.microsoft.com/office/drawing/2014/main" id="{B38AB187-09C4-F3D4-8139-1C9EEB0CE627}"/>
                      </a:ext>
                    </a:extLst>
                  </p:cNvPr>
                  <p:cNvSpPr>
                    <a:spLocks noChangeShapeType="1"/>
                  </p:cNvSpPr>
                  <p:nvPr/>
                </p:nvSpPr>
                <p:spPr bwMode="auto">
                  <a:xfrm rot="5400000">
                    <a:off x="165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0" name="Line 109">
                    <a:extLst>
                      <a:ext uri="{FF2B5EF4-FFF2-40B4-BE49-F238E27FC236}">
                        <a16:creationId xmlns:a16="http://schemas.microsoft.com/office/drawing/2014/main" id="{1499F0EE-3033-5615-0254-AEB010B03E65}"/>
                      </a:ext>
                    </a:extLst>
                  </p:cNvPr>
                  <p:cNvSpPr>
                    <a:spLocks noChangeShapeType="1"/>
                  </p:cNvSpPr>
                  <p:nvPr/>
                </p:nvSpPr>
                <p:spPr bwMode="auto">
                  <a:xfrm rot="5400000">
                    <a:off x="161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1" name="Line 110">
                    <a:extLst>
                      <a:ext uri="{FF2B5EF4-FFF2-40B4-BE49-F238E27FC236}">
                        <a16:creationId xmlns:a16="http://schemas.microsoft.com/office/drawing/2014/main" id="{C462402C-7B4F-487C-56FB-C1A679447D14}"/>
                      </a:ext>
                    </a:extLst>
                  </p:cNvPr>
                  <p:cNvSpPr>
                    <a:spLocks noChangeShapeType="1"/>
                  </p:cNvSpPr>
                  <p:nvPr/>
                </p:nvSpPr>
                <p:spPr bwMode="auto">
                  <a:xfrm rot="5400000">
                    <a:off x="150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2" name="Line 111">
                    <a:extLst>
                      <a:ext uri="{FF2B5EF4-FFF2-40B4-BE49-F238E27FC236}">
                        <a16:creationId xmlns:a16="http://schemas.microsoft.com/office/drawing/2014/main" id="{38870607-5782-0BF7-57A6-097F6F8C06C0}"/>
                      </a:ext>
                    </a:extLst>
                  </p:cNvPr>
                  <p:cNvSpPr>
                    <a:spLocks noChangeShapeType="1"/>
                  </p:cNvSpPr>
                  <p:nvPr/>
                </p:nvSpPr>
                <p:spPr bwMode="auto">
                  <a:xfrm rot="5400000">
                    <a:off x="155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3" name="Line 112">
                    <a:extLst>
                      <a:ext uri="{FF2B5EF4-FFF2-40B4-BE49-F238E27FC236}">
                        <a16:creationId xmlns:a16="http://schemas.microsoft.com/office/drawing/2014/main" id="{7DF4CC24-1603-8482-4CF8-D9B70FAB2492}"/>
                      </a:ext>
                    </a:extLst>
                  </p:cNvPr>
                  <p:cNvSpPr>
                    <a:spLocks noChangeShapeType="1"/>
                  </p:cNvSpPr>
                  <p:nvPr/>
                </p:nvSpPr>
                <p:spPr bwMode="auto">
                  <a:xfrm rot="5400000">
                    <a:off x="1467"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4" name="Line 113">
                    <a:extLst>
                      <a:ext uri="{FF2B5EF4-FFF2-40B4-BE49-F238E27FC236}">
                        <a16:creationId xmlns:a16="http://schemas.microsoft.com/office/drawing/2014/main" id="{C1EA40A6-F563-7678-D04A-A1355DD1A4C9}"/>
                      </a:ext>
                    </a:extLst>
                  </p:cNvPr>
                  <p:cNvSpPr>
                    <a:spLocks noChangeShapeType="1"/>
                  </p:cNvSpPr>
                  <p:nvPr/>
                </p:nvSpPr>
                <p:spPr bwMode="auto">
                  <a:xfrm rot="5400000">
                    <a:off x="141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5" name="Line 114">
                    <a:extLst>
                      <a:ext uri="{FF2B5EF4-FFF2-40B4-BE49-F238E27FC236}">
                        <a16:creationId xmlns:a16="http://schemas.microsoft.com/office/drawing/2014/main" id="{D97BA8A7-1A1E-84AD-F40C-DFC7EE65928C}"/>
                      </a:ext>
                    </a:extLst>
                  </p:cNvPr>
                  <p:cNvSpPr>
                    <a:spLocks noChangeShapeType="1"/>
                  </p:cNvSpPr>
                  <p:nvPr/>
                </p:nvSpPr>
                <p:spPr bwMode="auto">
                  <a:xfrm rot="5400000">
                    <a:off x="1362"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6" name="Line 115">
                    <a:extLst>
                      <a:ext uri="{FF2B5EF4-FFF2-40B4-BE49-F238E27FC236}">
                        <a16:creationId xmlns:a16="http://schemas.microsoft.com/office/drawing/2014/main" id="{E667A5D0-B3DF-8D6F-2E1C-8B91ECF9525C}"/>
                      </a:ext>
                    </a:extLst>
                  </p:cNvPr>
                  <p:cNvSpPr>
                    <a:spLocks noChangeShapeType="1"/>
                  </p:cNvSpPr>
                  <p:nvPr/>
                </p:nvSpPr>
                <p:spPr bwMode="auto">
                  <a:xfrm rot="5400000">
                    <a:off x="126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7" name="Line 116">
                    <a:extLst>
                      <a:ext uri="{FF2B5EF4-FFF2-40B4-BE49-F238E27FC236}">
                        <a16:creationId xmlns:a16="http://schemas.microsoft.com/office/drawing/2014/main" id="{226DC551-4E64-0125-02A5-C8DB45B9348B}"/>
                      </a:ext>
                    </a:extLst>
                  </p:cNvPr>
                  <p:cNvSpPr>
                    <a:spLocks noChangeShapeType="1"/>
                  </p:cNvSpPr>
                  <p:nvPr/>
                </p:nvSpPr>
                <p:spPr bwMode="auto">
                  <a:xfrm rot="5400000">
                    <a:off x="131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8" name="Line 117">
                    <a:extLst>
                      <a:ext uri="{FF2B5EF4-FFF2-40B4-BE49-F238E27FC236}">
                        <a16:creationId xmlns:a16="http://schemas.microsoft.com/office/drawing/2014/main" id="{A930D9A2-CC41-DC1E-780F-A0FE338481C6}"/>
                      </a:ext>
                    </a:extLst>
                  </p:cNvPr>
                  <p:cNvSpPr>
                    <a:spLocks noChangeShapeType="1"/>
                  </p:cNvSpPr>
                  <p:nvPr/>
                </p:nvSpPr>
                <p:spPr bwMode="auto">
                  <a:xfrm rot="5400000">
                    <a:off x="1217"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59" name="Line 118">
                    <a:extLst>
                      <a:ext uri="{FF2B5EF4-FFF2-40B4-BE49-F238E27FC236}">
                        <a16:creationId xmlns:a16="http://schemas.microsoft.com/office/drawing/2014/main" id="{87DA1310-CFB9-F799-E835-9AB7912D12D0}"/>
                      </a:ext>
                    </a:extLst>
                  </p:cNvPr>
                  <p:cNvSpPr>
                    <a:spLocks noChangeShapeType="1"/>
                  </p:cNvSpPr>
                  <p:nvPr/>
                </p:nvSpPr>
                <p:spPr bwMode="auto">
                  <a:xfrm rot="5400000">
                    <a:off x="117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0" name="Line 119">
                    <a:extLst>
                      <a:ext uri="{FF2B5EF4-FFF2-40B4-BE49-F238E27FC236}">
                        <a16:creationId xmlns:a16="http://schemas.microsoft.com/office/drawing/2014/main" id="{AE64CD4E-B050-D757-9BD7-FF8B0CE20C62}"/>
                      </a:ext>
                    </a:extLst>
                  </p:cNvPr>
                  <p:cNvSpPr>
                    <a:spLocks noChangeShapeType="1"/>
                  </p:cNvSpPr>
                  <p:nvPr/>
                </p:nvSpPr>
                <p:spPr bwMode="auto">
                  <a:xfrm rot="5400000">
                    <a:off x="1127"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1" name="Line 120">
                    <a:extLst>
                      <a:ext uri="{FF2B5EF4-FFF2-40B4-BE49-F238E27FC236}">
                        <a16:creationId xmlns:a16="http://schemas.microsoft.com/office/drawing/2014/main" id="{3F46B44A-E86B-D0F0-2D28-895C0B3808E0}"/>
                      </a:ext>
                    </a:extLst>
                  </p:cNvPr>
                  <p:cNvSpPr>
                    <a:spLocks noChangeShapeType="1"/>
                  </p:cNvSpPr>
                  <p:nvPr/>
                </p:nvSpPr>
                <p:spPr bwMode="auto">
                  <a:xfrm rot="5400000">
                    <a:off x="103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2" name="Line 121">
                    <a:extLst>
                      <a:ext uri="{FF2B5EF4-FFF2-40B4-BE49-F238E27FC236}">
                        <a16:creationId xmlns:a16="http://schemas.microsoft.com/office/drawing/2014/main" id="{67D78A3E-F477-E05C-90F9-C7D34B075678}"/>
                      </a:ext>
                    </a:extLst>
                  </p:cNvPr>
                  <p:cNvSpPr>
                    <a:spLocks noChangeShapeType="1"/>
                  </p:cNvSpPr>
                  <p:nvPr/>
                </p:nvSpPr>
                <p:spPr bwMode="auto">
                  <a:xfrm rot="5400000">
                    <a:off x="107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3" name="Line 122">
                    <a:extLst>
                      <a:ext uri="{FF2B5EF4-FFF2-40B4-BE49-F238E27FC236}">
                        <a16:creationId xmlns:a16="http://schemas.microsoft.com/office/drawing/2014/main" id="{2821C5D8-5924-A6CD-8AD7-A71458DC556B}"/>
                      </a:ext>
                    </a:extLst>
                  </p:cNvPr>
                  <p:cNvSpPr>
                    <a:spLocks noChangeShapeType="1"/>
                  </p:cNvSpPr>
                  <p:nvPr/>
                </p:nvSpPr>
                <p:spPr bwMode="auto">
                  <a:xfrm rot="5400000">
                    <a:off x="98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4" name="Line 123">
                    <a:extLst>
                      <a:ext uri="{FF2B5EF4-FFF2-40B4-BE49-F238E27FC236}">
                        <a16:creationId xmlns:a16="http://schemas.microsoft.com/office/drawing/2014/main" id="{54C74459-BB4E-4469-F243-0F27A49F1698}"/>
                      </a:ext>
                    </a:extLst>
                  </p:cNvPr>
                  <p:cNvSpPr>
                    <a:spLocks noChangeShapeType="1"/>
                  </p:cNvSpPr>
                  <p:nvPr/>
                </p:nvSpPr>
                <p:spPr bwMode="auto">
                  <a:xfrm rot="5400000">
                    <a:off x="93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5" name="Line 124">
                    <a:extLst>
                      <a:ext uri="{FF2B5EF4-FFF2-40B4-BE49-F238E27FC236}">
                        <a16:creationId xmlns:a16="http://schemas.microsoft.com/office/drawing/2014/main" id="{7FE97EA1-4904-ADF5-E7A0-63DAD4A9510F}"/>
                      </a:ext>
                    </a:extLst>
                  </p:cNvPr>
                  <p:cNvSpPr>
                    <a:spLocks noChangeShapeType="1"/>
                  </p:cNvSpPr>
                  <p:nvPr/>
                </p:nvSpPr>
                <p:spPr bwMode="auto">
                  <a:xfrm rot="5400000">
                    <a:off x="890"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6" name="Line 125">
                    <a:extLst>
                      <a:ext uri="{FF2B5EF4-FFF2-40B4-BE49-F238E27FC236}">
                        <a16:creationId xmlns:a16="http://schemas.microsoft.com/office/drawing/2014/main" id="{39EC45A0-97A5-49C0-7EBB-8379C85B153A}"/>
                      </a:ext>
                    </a:extLst>
                  </p:cNvPr>
                  <p:cNvSpPr>
                    <a:spLocks noChangeShapeType="1"/>
                  </p:cNvSpPr>
                  <p:nvPr/>
                </p:nvSpPr>
                <p:spPr bwMode="auto">
                  <a:xfrm rot="5400000">
                    <a:off x="79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7" name="Line 126">
                    <a:extLst>
                      <a:ext uri="{FF2B5EF4-FFF2-40B4-BE49-F238E27FC236}">
                        <a16:creationId xmlns:a16="http://schemas.microsoft.com/office/drawing/2014/main" id="{75C7A058-AE10-A066-2C30-34301BD1E280}"/>
                      </a:ext>
                    </a:extLst>
                  </p:cNvPr>
                  <p:cNvSpPr>
                    <a:spLocks noChangeShapeType="1"/>
                  </p:cNvSpPr>
                  <p:nvPr/>
                </p:nvSpPr>
                <p:spPr bwMode="auto">
                  <a:xfrm rot="5400000">
                    <a:off x="84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8" name="Line 127">
                    <a:extLst>
                      <a:ext uri="{FF2B5EF4-FFF2-40B4-BE49-F238E27FC236}">
                        <a16:creationId xmlns:a16="http://schemas.microsoft.com/office/drawing/2014/main" id="{109D28CF-F8C6-8BA7-508D-D06C51550926}"/>
                      </a:ext>
                    </a:extLst>
                  </p:cNvPr>
                  <p:cNvSpPr>
                    <a:spLocks noChangeShapeType="1"/>
                  </p:cNvSpPr>
                  <p:nvPr/>
                </p:nvSpPr>
                <p:spPr bwMode="auto">
                  <a:xfrm rot="5400000">
                    <a:off x="74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69" name="Line 128">
                    <a:extLst>
                      <a:ext uri="{FF2B5EF4-FFF2-40B4-BE49-F238E27FC236}">
                        <a16:creationId xmlns:a16="http://schemas.microsoft.com/office/drawing/2014/main" id="{083AF693-DA9B-1BA1-E88C-F849EA902751}"/>
                      </a:ext>
                    </a:extLst>
                  </p:cNvPr>
                  <p:cNvSpPr>
                    <a:spLocks noChangeShapeType="1"/>
                  </p:cNvSpPr>
                  <p:nvPr/>
                </p:nvSpPr>
                <p:spPr bwMode="auto">
                  <a:xfrm rot="5400000">
                    <a:off x="69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0" name="Line 129">
                    <a:extLst>
                      <a:ext uri="{FF2B5EF4-FFF2-40B4-BE49-F238E27FC236}">
                        <a16:creationId xmlns:a16="http://schemas.microsoft.com/office/drawing/2014/main" id="{476B2D10-921A-9E33-47CA-B5C477C82A61}"/>
                      </a:ext>
                    </a:extLst>
                  </p:cNvPr>
                  <p:cNvSpPr>
                    <a:spLocks noChangeShapeType="1"/>
                  </p:cNvSpPr>
                  <p:nvPr/>
                </p:nvSpPr>
                <p:spPr bwMode="auto">
                  <a:xfrm rot="5400000">
                    <a:off x="65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1" name="Line 130">
                    <a:extLst>
                      <a:ext uri="{FF2B5EF4-FFF2-40B4-BE49-F238E27FC236}">
                        <a16:creationId xmlns:a16="http://schemas.microsoft.com/office/drawing/2014/main" id="{E5EEFEF6-CFEC-6267-9F1C-67423A351728}"/>
                      </a:ext>
                    </a:extLst>
                  </p:cNvPr>
                  <p:cNvSpPr>
                    <a:spLocks noChangeShapeType="1"/>
                  </p:cNvSpPr>
                  <p:nvPr/>
                </p:nvSpPr>
                <p:spPr bwMode="auto">
                  <a:xfrm rot="5400000">
                    <a:off x="56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2" name="Line 131">
                    <a:extLst>
                      <a:ext uri="{FF2B5EF4-FFF2-40B4-BE49-F238E27FC236}">
                        <a16:creationId xmlns:a16="http://schemas.microsoft.com/office/drawing/2014/main" id="{97B88BB5-B6D0-A71C-3685-B744B3DE8ED5}"/>
                      </a:ext>
                    </a:extLst>
                  </p:cNvPr>
                  <p:cNvSpPr>
                    <a:spLocks noChangeShapeType="1"/>
                  </p:cNvSpPr>
                  <p:nvPr/>
                </p:nvSpPr>
                <p:spPr bwMode="auto">
                  <a:xfrm rot="5400000">
                    <a:off x="59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3" name="Line 132">
                    <a:extLst>
                      <a:ext uri="{FF2B5EF4-FFF2-40B4-BE49-F238E27FC236}">
                        <a16:creationId xmlns:a16="http://schemas.microsoft.com/office/drawing/2014/main" id="{CB702039-ED98-255B-271D-B47BD3647AA1}"/>
                      </a:ext>
                    </a:extLst>
                  </p:cNvPr>
                  <p:cNvSpPr>
                    <a:spLocks noChangeShapeType="1"/>
                  </p:cNvSpPr>
                  <p:nvPr/>
                </p:nvSpPr>
                <p:spPr bwMode="auto">
                  <a:xfrm rot="5400000">
                    <a:off x="51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4" name="Line 133">
                    <a:extLst>
                      <a:ext uri="{FF2B5EF4-FFF2-40B4-BE49-F238E27FC236}">
                        <a16:creationId xmlns:a16="http://schemas.microsoft.com/office/drawing/2014/main" id="{A4E34516-81AD-97E3-11F0-938C76065DB4}"/>
                      </a:ext>
                    </a:extLst>
                  </p:cNvPr>
                  <p:cNvSpPr>
                    <a:spLocks noChangeShapeType="1"/>
                  </p:cNvSpPr>
                  <p:nvPr/>
                </p:nvSpPr>
                <p:spPr bwMode="auto">
                  <a:xfrm rot="5400000">
                    <a:off x="46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5" name="Line 134">
                    <a:extLst>
                      <a:ext uri="{FF2B5EF4-FFF2-40B4-BE49-F238E27FC236}">
                        <a16:creationId xmlns:a16="http://schemas.microsoft.com/office/drawing/2014/main" id="{EBBC1F8A-B12E-F692-F443-9E183DDD6E3E}"/>
                      </a:ext>
                    </a:extLst>
                  </p:cNvPr>
                  <p:cNvSpPr>
                    <a:spLocks noChangeShapeType="1"/>
                  </p:cNvSpPr>
                  <p:nvPr/>
                </p:nvSpPr>
                <p:spPr bwMode="auto">
                  <a:xfrm rot="5400000">
                    <a:off x="422"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6" name="Line 135">
                    <a:extLst>
                      <a:ext uri="{FF2B5EF4-FFF2-40B4-BE49-F238E27FC236}">
                        <a16:creationId xmlns:a16="http://schemas.microsoft.com/office/drawing/2014/main" id="{0D002ACA-5AC0-504D-61AB-5ABC5F66AD65}"/>
                      </a:ext>
                    </a:extLst>
                  </p:cNvPr>
                  <p:cNvSpPr>
                    <a:spLocks noChangeShapeType="1"/>
                  </p:cNvSpPr>
                  <p:nvPr/>
                </p:nvSpPr>
                <p:spPr bwMode="auto">
                  <a:xfrm rot="5400000">
                    <a:off x="31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7" name="Line 136">
                    <a:extLst>
                      <a:ext uri="{FF2B5EF4-FFF2-40B4-BE49-F238E27FC236}">
                        <a16:creationId xmlns:a16="http://schemas.microsoft.com/office/drawing/2014/main" id="{51FB5FDE-C25D-F362-78B4-847B977D8F25}"/>
                      </a:ext>
                    </a:extLst>
                  </p:cNvPr>
                  <p:cNvSpPr>
                    <a:spLocks noChangeShapeType="1"/>
                  </p:cNvSpPr>
                  <p:nvPr/>
                </p:nvSpPr>
                <p:spPr bwMode="auto">
                  <a:xfrm rot="5400000">
                    <a:off x="36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8" name="Line 137">
                    <a:extLst>
                      <a:ext uri="{FF2B5EF4-FFF2-40B4-BE49-F238E27FC236}">
                        <a16:creationId xmlns:a16="http://schemas.microsoft.com/office/drawing/2014/main" id="{C027EDF0-3C35-DA4E-919F-15EFB7A3155A}"/>
                      </a:ext>
                    </a:extLst>
                  </p:cNvPr>
                  <p:cNvSpPr>
                    <a:spLocks noChangeShapeType="1"/>
                  </p:cNvSpPr>
                  <p:nvPr/>
                </p:nvSpPr>
                <p:spPr bwMode="auto">
                  <a:xfrm rot="5400000">
                    <a:off x="26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79" name="Line 138">
                    <a:extLst>
                      <a:ext uri="{FF2B5EF4-FFF2-40B4-BE49-F238E27FC236}">
                        <a16:creationId xmlns:a16="http://schemas.microsoft.com/office/drawing/2014/main" id="{CE6D633C-4685-358A-1485-635BCF5BE60E}"/>
                      </a:ext>
                    </a:extLst>
                  </p:cNvPr>
                  <p:cNvSpPr>
                    <a:spLocks noChangeShapeType="1"/>
                  </p:cNvSpPr>
                  <p:nvPr/>
                </p:nvSpPr>
                <p:spPr bwMode="auto">
                  <a:xfrm rot="5400000">
                    <a:off x="22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80" name="Line 139">
                    <a:extLst>
                      <a:ext uri="{FF2B5EF4-FFF2-40B4-BE49-F238E27FC236}">
                        <a16:creationId xmlns:a16="http://schemas.microsoft.com/office/drawing/2014/main" id="{D99545B2-7724-8781-3B66-5FE90067747C}"/>
                      </a:ext>
                    </a:extLst>
                  </p:cNvPr>
                  <p:cNvSpPr>
                    <a:spLocks noChangeShapeType="1"/>
                  </p:cNvSpPr>
                  <p:nvPr/>
                </p:nvSpPr>
                <p:spPr bwMode="auto">
                  <a:xfrm rot="5400000">
                    <a:off x="169"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00360" name="Line 140">
                <a:extLst>
                  <a:ext uri="{FF2B5EF4-FFF2-40B4-BE49-F238E27FC236}">
                    <a16:creationId xmlns:a16="http://schemas.microsoft.com/office/drawing/2014/main" id="{B41E5192-9166-77B6-0685-D06D77A2F3CA}"/>
                  </a:ext>
                </a:extLst>
              </p:cNvPr>
              <p:cNvSpPr>
                <a:spLocks noChangeShapeType="1"/>
              </p:cNvSpPr>
              <p:nvPr/>
            </p:nvSpPr>
            <p:spPr bwMode="auto">
              <a:xfrm flipV="1">
                <a:off x="979" y="927"/>
                <a:ext cx="0" cy="2653"/>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0361" name="Line 141">
                <a:extLst>
                  <a:ext uri="{FF2B5EF4-FFF2-40B4-BE49-F238E27FC236}">
                    <a16:creationId xmlns:a16="http://schemas.microsoft.com/office/drawing/2014/main" id="{6DADB61F-F38B-1E72-63F3-55EC84C75906}"/>
                  </a:ext>
                </a:extLst>
              </p:cNvPr>
              <p:cNvSpPr>
                <a:spLocks noChangeShapeType="1"/>
              </p:cNvSpPr>
              <p:nvPr/>
            </p:nvSpPr>
            <p:spPr bwMode="auto">
              <a:xfrm>
                <a:off x="974" y="3573"/>
                <a:ext cx="2617" cy="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0362" name="Line 142">
                <a:extLst>
                  <a:ext uri="{FF2B5EF4-FFF2-40B4-BE49-F238E27FC236}">
                    <a16:creationId xmlns:a16="http://schemas.microsoft.com/office/drawing/2014/main" id="{3F4B5877-4BF9-5FA8-5DBE-77A53E36F85E}"/>
                  </a:ext>
                </a:extLst>
              </p:cNvPr>
              <p:cNvSpPr>
                <a:spLocks noChangeShapeType="1"/>
              </p:cNvSpPr>
              <p:nvPr/>
            </p:nvSpPr>
            <p:spPr bwMode="auto">
              <a:xfrm>
                <a:off x="2406" y="352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3" name="Line 143">
                <a:extLst>
                  <a:ext uri="{FF2B5EF4-FFF2-40B4-BE49-F238E27FC236}">
                    <a16:creationId xmlns:a16="http://schemas.microsoft.com/office/drawing/2014/main" id="{1B2B0DC6-93FB-523D-39FC-A93881A2055B}"/>
                  </a:ext>
                </a:extLst>
              </p:cNvPr>
              <p:cNvSpPr>
                <a:spLocks noChangeShapeType="1"/>
              </p:cNvSpPr>
              <p:nvPr/>
            </p:nvSpPr>
            <p:spPr bwMode="auto">
              <a:xfrm rot="5400000">
                <a:off x="1001" y="210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4" name="Line 144">
                <a:extLst>
                  <a:ext uri="{FF2B5EF4-FFF2-40B4-BE49-F238E27FC236}">
                    <a16:creationId xmlns:a16="http://schemas.microsoft.com/office/drawing/2014/main" id="{A0F6232D-FD9C-1918-7D06-42EF85D32DBB}"/>
                  </a:ext>
                </a:extLst>
              </p:cNvPr>
              <p:cNvSpPr>
                <a:spLocks noChangeShapeType="1"/>
              </p:cNvSpPr>
              <p:nvPr/>
            </p:nvSpPr>
            <p:spPr bwMode="auto">
              <a:xfrm rot="5400000">
                <a:off x="1001" y="259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5" name="Line 145">
                <a:extLst>
                  <a:ext uri="{FF2B5EF4-FFF2-40B4-BE49-F238E27FC236}">
                    <a16:creationId xmlns:a16="http://schemas.microsoft.com/office/drawing/2014/main" id="{0BEABEE4-1D88-EC97-856B-DBF69714EC1F}"/>
                  </a:ext>
                </a:extLst>
              </p:cNvPr>
              <p:cNvSpPr>
                <a:spLocks noChangeShapeType="1"/>
              </p:cNvSpPr>
              <p:nvPr/>
            </p:nvSpPr>
            <p:spPr bwMode="auto">
              <a:xfrm rot="5400000">
                <a:off x="1001" y="306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6" name="Line 146">
                <a:extLst>
                  <a:ext uri="{FF2B5EF4-FFF2-40B4-BE49-F238E27FC236}">
                    <a16:creationId xmlns:a16="http://schemas.microsoft.com/office/drawing/2014/main" id="{F1CEB09C-66B1-FDCB-D5DE-3E80E8843362}"/>
                  </a:ext>
                </a:extLst>
              </p:cNvPr>
              <p:cNvSpPr>
                <a:spLocks noChangeShapeType="1"/>
              </p:cNvSpPr>
              <p:nvPr/>
            </p:nvSpPr>
            <p:spPr bwMode="auto">
              <a:xfrm rot="5400000">
                <a:off x="1001" y="115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7" name="Line 147">
                <a:extLst>
                  <a:ext uri="{FF2B5EF4-FFF2-40B4-BE49-F238E27FC236}">
                    <a16:creationId xmlns:a16="http://schemas.microsoft.com/office/drawing/2014/main" id="{86264FDA-7FFD-DF5A-51F6-B535D1D9ED55}"/>
                  </a:ext>
                </a:extLst>
              </p:cNvPr>
              <p:cNvSpPr>
                <a:spLocks noChangeShapeType="1"/>
              </p:cNvSpPr>
              <p:nvPr/>
            </p:nvSpPr>
            <p:spPr bwMode="auto">
              <a:xfrm rot="5400000">
                <a:off x="1001" y="162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8" name="Text Box 148">
                <a:extLst>
                  <a:ext uri="{FF2B5EF4-FFF2-40B4-BE49-F238E27FC236}">
                    <a16:creationId xmlns:a16="http://schemas.microsoft.com/office/drawing/2014/main" id="{AF5EB614-D4E1-5730-CECA-D23043E9F426}"/>
                  </a:ext>
                </a:extLst>
              </p:cNvPr>
              <p:cNvSpPr txBox="1">
                <a:spLocks noChangeArrowheads="1"/>
              </p:cNvSpPr>
              <p:nvPr/>
            </p:nvSpPr>
            <p:spPr bwMode="auto">
              <a:xfrm>
                <a:off x="734" y="726"/>
                <a:ext cx="48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i="1">
                    <a:latin typeface="Times New Roman" panose="02020603050405020304" pitchFamily="18" charset="0"/>
                    <a:ea typeface="楷体_GB2312"/>
                  </a:rPr>
                  <a:t>I </a:t>
                </a:r>
                <a:r>
                  <a:rPr lang="en-US" altLang="zh-CN" sz="1600">
                    <a:latin typeface="Times New Roman" panose="02020603050405020304" pitchFamily="18" charset="0"/>
                    <a:ea typeface="楷体_GB2312"/>
                  </a:rPr>
                  <a:t>(mA)</a:t>
                </a:r>
                <a:endParaRPr lang="en-US" altLang="zh-CN" sz="2000">
                  <a:latin typeface="Times New Roman" panose="02020603050405020304" pitchFamily="18" charset="0"/>
                  <a:ea typeface="楷体_GB2312"/>
                </a:endParaRPr>
              </a:p>
            </p:txBody>
          </p:sp>
          <p:sp>
            <p:nvSpPr>
              <p:cNvPr id="100369" name="Text Box 149">
                <a:extLst>
                  <a:ext uri="{FF2B5EF4-FFF2-40B4-BE49-F238E27FC236}">
                    <a16:creationId xmlns:a16="http://schemas.microsoft.com/office/drawing/2014/main" id="{C3EFEEEA-693E-2CCC-0F45-FCDC84933258}"/>
                  </a:ext>
                </a:extLst>
              </p:cNvPr>
              <p:cNvSpPr txBox="1">
                <a:spLocks noChangeArrowheads="1"/>
              </p:cNvSpPr>
              <p:nvPr/>
            </p:nvSpPr>
            <p:spPr bwMode="auto">
              <a:xfrm>
                <a:off x="3508" y="3465"/>
                <a:ext cx="41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i="1">
                    <a:latin typeface="Times New Roman" panose="02020603050405020304" pitchFamily="18" charset="0"/>
                    <a:ea typeface="楷体_GB2312"/>
                  </a:rPr>
                  <a:t>U </a:t>
                </a:r>
                <a:r>
                  <a:rPr lang="en-US" altLang="zh-CN" sz="1600">
                    <a:latin typeface="Times New Roman" panose="02020603050405020304" pitchFamily="18" charset="0"/>
                    <a:ea typeface="楷体_GB2312"/>
                  </a:rPr>
                  <a:t>(V)</a:t>
                </a:r>
                <a:endParaRPr lang="en-US" altLang="zh-CN" sz="2000">
                  <a:latin typeface="Times New Roman" panose="02020603050405020304" pitchFamily="18" charset="0"/>
                  <a:ea typeface="楷体_GB2312"/>
                </a:endParaRPr>
              </a:p>
            </p:txBody>
          </p:sp>
          <p:sp>
            <p:nvSpPr>
              <p:cNvPr id="100370" name="Text Box 150">
                <a:extLst>
                  <a:ext uri="{FF2B5EF4-FFF2-40B4-BE49-F238E27FC236}">
                    <a16:creationId xmlns:a16="http://schemas.microsoft.com/office/drawing/2014/main" id="{9EB5016D-12C7-AB3E-EAA2-0D4A16900E58}"/>
                  </a:ext>
                </a:extLst>
              </p:cNvPr>
              <p:cNvSpPr txBox="1">
                <a:spLocks noChangeArrowheads="1"/>
              </p:cNvSpPr>
              <p:nvPr/>
            </p:nvSpPr>
            <p:spPr bwMode="auto">
              <a:xfrm>
                <a:off x="847" y="3518"/>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a:latin typeface="宋体" panose="02010600030101010101" pitchFamily="2" charset="-122"/>
                    <a:ea typeface="楷体_GB2312"/>
                  </a:rPr>
                  <a:t>0</a:t>
                </a:r>
                <a:endParaRPr lang="en-US" altLang="zh-CN" sz="1600">
                  <a:latin typeface="Times New Roman" panose="02020603050405020304" pitchFamily="18" charset="0"/>
                  <a:ea typeface="楷体_GB2312"/>
                </a:endParaRPr>
              </a:p>
            </p:txBody>
          </p:sp>
          <p:sp>
            <p:nvSpPr>
              <p:cNvPr id="100371" name="Text Box 151">
                <a:extLst>
                  <a:ext uri="{FF2B5EF4-FFF2-40B4-BE49-F238E27FC236}">
                    <a16:creationId xmlns:a16="http://schemas.microsoft.com/office/drawing/2014/main" id="{25B4D7D7-1332-31EA-7BA0-8985A3F8E791}"/>
                  </a:ext>
                </a:extLst>
              </p:cNvPr>
              <p:cNvSpPr txBox="1">
                <a:spLocks noChangeArrowheads="1"/>
              </p:cNvSpPr>
              <p:nvPr/>
            </p:nvSpPr>
            <p:spPr bwMode="auto">
              <a:xfrm>
                <a:off x="2275" y="3589"/>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a:t>
                </a:r>
                <a:endParaRPr lang="en-US" altLang="zh-CN" sz="2000">
                  <a:latin typeface="Times New Roman" panose="02020603050405020304" pitchFamily="18" charset="0"/>
                  <a:ea typeface="楷体_GB2312"/>
                </a:endParaRPr>
              </a:p>
            </p:txBody>
          </p:sp>
          <p:sp>
            <p:nvSpPr>
              <p:cNvPr id="100372" name="Text Box 152">
                <a:extLst>
                  <a:ext uri="{FF2B5EF4-FFF2-40B4-BE49-F238E27FC236}">
                    <a16:creationId xmlns:a16="http://schemas.microsoft.com/office/drawing/2014/main" id="{34FFCC3E-3403-17FB-3ACB-62585B0A830C}"/>
                  </a:ext>
                </a:extLst>
              </p:cNvPr>
              <p:cNvSpPr txBox="1">
                <a:spLocks noChangeArrowheads="1"/>
              </p:cNvSpPr>
              <p:nvPr/>
            </p:nvSpPr>
            <p:spPr bwMode="auto">
              <a:xfrm>
                <a:off x="769" y="2569"/>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8.00</a:t>
                </a:r>
                <a:endParaRPr lang="en-US" altLang="zh-CN" sz="2000">
                  <a:latin typeface="Times New Roman" panose="02020603050405020304" pitchFamily="18" charset="0"/>
                  <a:ea typeface="楷体_GB2312"/>
                </a:endParaRPr>
              </a:p>
            </p:txBody>
          </p:sp>
          <p:sp>
            <p:nvSpPr>
              <p:cNvPr id="100373" name="Text Box 153">
                <a:extLst>
                  <a:ext uri="{FF2B5EF4-FFF2-40B4-BE49-F238E27FC236}">
                    <a16:creationId xmlns:a16="http://schemas.microsoft.com/office/drawing/2014/main" id="{24EC262D-7C47-AEDB-27B5-29A5879239CF}"/>
                  </a:ext>
                </a:extLst>
              </p:cNvPr>
              <p:cNvSpPr txBox="1">
                <a:spLocks noChangeArrowheads="1"/>
              </p:cNvSpPr>
              <p:nvPr/>
            </p:nvSpPr>
            <p:spPr bwMode="auto">
              <a:xfrm>
                <a:off x="769" y="3031"/>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a:t>
                </a:r>
                <a:endParaRPr lang="en-US" altLang="zh-CN" sz="2000">
                  <a:latin typeface="Times New Roman" panose="02020603050405020304" pitchFamily="18" charset="0"/>
                  <a:ea typeface="楷体_GB2312"/>
                </a:endParaRPr>
              </a:p>
            </p:txBody>
          </p:sp>
          <p:sp>
            <p:nvSpPr>
              <p:cNvPr id="100374" name="Text Box 154">
                <a:extLst>
                  <a:ext uri="{FF2B5EF4-FFF2-40B4-BE49-F238E27FC236}">
                    <a16:creationId xmlns:a16="http://schemas.microsoft.com/office/drawing/2014/main" id="{D955A29F-27EB-A1DA-74AC-4FAD8FD637B0}"/>
                  </a:ext>
                </a:extLst>
              </p:cNvPr>
              <p:cNvSpPr txBox="1">
                <a:spLocks noChangeArrowheads="1"/>
              </p:cNvSpPr>
              <p:nvPr/>
            </p:nvSpPr>
            <p:spPr bwMode="auto">
              <a:xfrm>
                <a:off x="721" y="1129"/>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20.00</a:t>
                </a:r>
                <a:endParaRPr lang="en-US" altLang="zh-CN" sz="2000">
                  <a:latin typeface="Times New Roman" panose="02020603050405020304" pitchFamily="18" charset="0"/>
                  <a:ea typeface="楷体_GB2312"/>
                </a:endParaRPr>
              </a:p>
            </p:txBody>
          </p:sp>
          <p:sp>
            <p:nvSpPr>
              <p:cNvPr id="100375" name="Text Box 155">
                <a:extLst>
                  <a:ext uri="{FF2B5EF4-FFF2-40B4-BE49-F238E27FC236}">
                    <a16:creationId xmlns:a16="http://schemas.microsoft.com/office/drawing/2014/main" id="{A34C36B2-A099-CA34-C364-59EB88610CD6}"/>
                  </a:ext>
                </a:extLst>
              </p:cNvPr>
              <p:cNvSpPr txBox="1">
                <a:spLocks noChangeArrowheads="1"/>
              </p:cNvSpPr>
              <p:nvPr/>
            </p:nvSpPr>
            <p:spPr bwMode="auto">
              <a:xfrm>
                <a:off x="721" y="159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16.00</a:t>
                </a:r>
                <a:endParaRPr lang="en-US" altLang="zh-CN" sz="2000">
                  <a:latin typeface="Times New Roman" panose="02020603050405020304" pitchFamily="18" charset="0"/>
                  <a:ea typeface="楷体_GB2312"/>
                </a:endParaRPr>
              </a:p>
            </p:txBody>
          </p:sp>
          <p:sp>
            <p:nvSpPr>
              <p:cNvPr id="100376" name="Text Box 156">
                <a:extLst>
                  <a:ext uri="{FF2B5EF4-FFF2-40B4-BE49-F238E27FC236}">
                    <a16:creationId xmlns:a16="http://schemas.microsoft.com/office/drawing/2014/main" id="{3DBC84CE-890C-323C-1DF4-146E3D9A3CC4}"/>
                  </a:ext>
                </a:extLst>
              </p:cNvPr>
              <p:cNvSpPr txBox="1">
                <a:spLocks noChangeArrowheads="1"/>
              </p:cNvSpPr>
              <p:nvPr/>
            </p:nvSpPr>
            <p:spPr bwMode="auto">
              <a:xfrm>
                <a:off x="733" y="2077"/>
                <a:ext cx="24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12.00</a:t>
                </a:r>
                <a:endParaRPr lang="en-US" altLang="zh-CN" sz="2000">
                  <a:latin typeface="Times New Roman" panose="02020603050405020304" pitchFamily="18" charset="0"/>
                  <a:ea typeface="楷体_GB2312"/>
                </a:endParaRPr>
              </a:p>
            </p:txBody>
          </p:sp>
          <p:sp>
            <p:nvSpPr>
              <p:cNvPr id="100377" name="Line 157">
                <a:extLst>
                  <a:ext uri="{FF2B5EF4-FFF2-40B4-BE49-F238E27FC236}">
                    <a16:creationId xmlns:a16="http://schemas.microsoft.com/office/drawing/2014/main" id="{A211BD01-DE06-403D-4830-9093D5A7BFBA}"/>
                  </a:ext>
                </a:extLst>
              </p:cNvPr>
              <p:cNvSpPr>
                <a:spLocks noChangeShapeType="1"/>
              </p:cNvSpPr>
              <p:nvPr/>
            </p:nvSpPr>
            <p:spPr bwMode="auto">
              <a:xfrm rot="5400000">
                <a:off x="1001" y="138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8" name="Text Box 158">
                <a:extLst>
                  <a:ext uri="{FF2B5EF4-FFF2-40B4-BE49-F238E27FC236}">
                    <a16:creationId xmlns:a16="http://schemas.microsoft.com/office/drawing/2014/main" id="{DF2227AF-9DEA-EA5A-3FAC-625D227F436B}"/>
                  </a:ext>
                </a:extLst>
              </p:cNvPr>
              <p:cNvSpPr txBox="1">
                <a:spLocks noChangeArrowheads="1"/>
              </p:cNvSpPr>
              <p:nvPr/>
            </p:nvSpPr>
            <p:spPr bwMode="auto">
              <a:xfrm>
                <a:off x="721" y="1363"/>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18.00</a:t>
                </a:r>
                <a:endParaRPr lang="en-US" altLang="zh-CN" sz="2000">
                  <a:latin typeface="Times New Roman" panose="02020603050405020304" pitchFamily="18" charset="0"/>
                  <a:ea typeface="楷体_GB2312"/>
                </a:endParaRPr>
              </a:p>
            </p:txBody>
          </p:sp>
          <p:sp>
            <p:nvSpPr>
              <p:cNvPr id="100379" name="Line 159">
                <a:extLst>
                  <a:ext uri="{FF2B5EF4-FFF2-40B4-BE49-F238E27FC236}">
                    <a16:creationId xmlns:a16="http://schemas.microsoft.com/office/drawing/2014/main" id="{26F47D32-9D6B-B982-079C-6B4DFAFED0CA}"/>
                  </a:ext>
                </a:extLst>
              </p:cNvPr>
              <p:cNvSpPr>
                <a:spLocks noChangeShapeType="1"/>
              </p:cNvSpPr>
              <p:nvPr/>
            </p:nvSpPr>
            <p:spPr bwMode="auto">
              <a:xfrm rot="5400000">
                <a:off x="1001" y="1870"/>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0" name="Text Box 160">
                <a:extLst>
                  <a:ext uri="{FF2B5EF4-FFF2-40B4-BE49-F238E27FC236}">
                    <a16:creationId xmlns:a16="http://schemas.microsoft.com/office/drawing/2014/main" id="{0A7797E0-48DC-B2C0-000A-4806AEC19FAA}"/>
                  </a:ext>
                </a:extLst>
              </p:cNvPr>
              <p:cNvSpPr txBox="1">
                <a:spLocks noChangeArrowheads="1"/>
              </p:cNvSpPr>
              <p:nvPr/>
            </p:nvSpPr>
            <p:spPr bwMode="auto">
              <a:xfrm>
                <a:off x="721" y="18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14.00</a:t>
                </a:r>
                <a:endParaRPr lang="en-US" altLang="zh-CN" sz="2000">
                  <a:latin typeface="Times New Roman" panose="02020603050405020304" pitchFamily="18" charset="0"/>
                  <a:ea typeface="楷体_GB2312"/>
                </a:endParaRPr>
              </a:p>
            </p:txBody>
          </p:sp>
          <p:sp>
            <p:nvSpPr>
              <p:cNvPr id="100381" name="Line 161">
                <a:extLst>
                  <a:ext uri="{FF2B5EF4-FFF2-40B4-BE49-F238E27FC236}">
                    <a16:creationId xmlns:a16="http://schemas.microsoft.com/office/drawing/2014/main" id="{989ACD98-91D5-FBFE-A4E3-AA270834632A}"/>
                  </a:ext>
                </a:extLst>
              </p:cNvPr>
              <p:cNvSpPr>
                <a:spLocks noChangeShapeType="1"/>
              </p:cNvSpPr>
              <p:nvPr/>
            </p:nvSpPr>
            <p:spPr bwMode="auto">
              <a:xfrm rot="5400000">
                <a:off x="1001" y="2350"/>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2" name="Text Box 162">
                <a:extLst>
                  <a:ext uri="{FF2B5EF4-FFF2-40B4-BE49-F238E27FC236}">
                    <a16:creationId xmlns:a16="http://schemas.microsoft.com/office/drawing/2014/main" id="{73595CB1-32B4-F767-6876-8FE1E80089B1}"/>
                  </a:ext>
                </a:extLst>
              </p:cNvPr>
              <p:cNvSpPr txBox="1">
                <a:spLocks noChangeArrowheads="1"/>
              </p:cNvSpPr>
              <p:nvPr/>
            </p:nvSpPr>
            <p:spPr bwMode="auto">
              <a:xfrm>
                <a:off x="721" y="2323"/>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10.00</a:t>
                </a:r>
                <a:endParaRPr lang="en-US" altLang="zh-CN" sz="2000">
                  <a:latin typeface="Times New Roman" panose="02020603050405020304" pitchFamily="18" charset="0"/>
                  <a:ea typeface="楷体_GB2312"/>
                </a:endParaRPr>
              </a:p>
            </p:txBody>
          </p:sp>
          <p:sp>
            <p:nvSpPr>
              <p:cNvPr id="100383" name="Line 163">
                <a:extLst>
                  <a:ext uri="{FF2B5EF4-FFF2-40B4-BE49-F238E27FC236}">
                    <a16:creationId xmlns:a16="http://schemas.microsoft.com/office/drawing/2014/main" id="{A5023AB2-D574-8188-7B58-32CFA3C890ED}"/>
                  </a:ext>
                </a:extLst>
              </p:cNvPr>
              <p:cNvSpPr>
                <a:spLocks noChangeShapeType="1"/>
              </p:cNvSpPr>
              <p:nvPr/>
            </p:nvSpPr>
            <p:spPr bwMode="auto">
              <a:xfrm rot="5400000">
                <a:off x="1001" y="283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4" name="Text Box 164">
                <a:extLst>
                  <a:ext uri="{FF2B5EF4-FFF2-40B4-BE49-F238E27FC236}">
                    <a16:creationId xmlns:a16="http://schemas.microsoft.com/office/drawing/2014/main" id="{205D674D-C30D-EC1E-ACAD-CA49BBFBA4FC}"/>
                  </a:ext>
                </a:extLst>
              </p:cNvPr>
              <p:cNvSpPr txBox="1">
                <a:spLocks noChangeArrowheads="1"/>
              </p:cNvSpPr>
              <p:nvPr/>
            </p:nvSpPr>
            <p:spPr bwMode="auto">
              <a:xfrm>
                <a:off x="769" y="2815"/>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6.00</a:t>
                </a:r>
                <a:endParaRPr lang="en-US" altLang="zh-CN" sz="2000">
                  <a:latin typeface="Times New Roman" panose="02020603050405020304" pitchFamily="18" charset="0"/>
                  <a:ea typeface="楷体_GB2312"/>
                </a:endParaRPr>
              </a:p>
            </p:txBody>
          </p:sp>
          <p:sp>
            <p:nvSpPr>
              <p:cNvPr id="100385" name="Line 165">
                <a:extLst>
                  <a:ext uri="{FF2B5EF4-FFF2-40B4-BE49-F238E27FC236}">
                    <a16:creationId xmlns:a16="http://schemas.microsoft.com/office/drawing/2014/main" id="{2DC50EE5-8F69-E8F6-4D13-3FFF5E91AAEF}"/>
                  </a:ext>
                </a:extLst>
              </p:cNvPr>
              <p:cNvSpPr>
                <a:spLocks noChangeShapeType="1"/>
              </p:cNvSpPr>
              <p:nvPr/>
            </p:nvSpPr>
            <p:spPr bwMode="auto">
              <a:xfrm rot="5400000">
                <a:off x="1001" y="3310"/>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6" name="Text Box 166">
                <a:extLst>
                  <a:ext uri="{FF2B5EF4-FFF2-40B4-BE49-F238E27FC236}">
                    <a16:creationId xmlns:a16="http://schemas.microsoft.com/office/drawing/2014/main" id="{A3B48D86-CB3C-3414-FDB1-841110618F8D}"/>
                  </a:ext>
                </a:extLst>
              </p:cNvPr>
              <p:cNvSpPr txBox="1">
                <a:spLocks noChangeArrowheads="1"/>
              </p:cNvSpPr>
              <p:nvPr/>
            </p:nvSpPr>
            <p:spPr bwMode="auto">
              <a:xfrm>
                <a:off x="769" y="3283"/>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a:t>
                </a:r>
                <a:endParaRPr lang="en-US" altLang="zh-CN" sz="2000">
                  <a:latin typeface="Times New Roman" panose="02020603050405020304" pitchFamily="18" charset="0"/>
                  <a:ea typeface="楷体_GB2312"/>
                </a:endParaRPr>
              </a:p>
            </p:txBody>
          </p:sp>
          <p:sp>
            <p:nvSpPr>
              <p:cNvPr id="100387" name="Text Box 167">
                <a:extLst>
                  <a:ext uri="{FF2B5EF4-FFF2-40B4-BE49-F238E27FC236}">
                    <a16:creationId xmlns:a16="http://schemas.microsoft.com/office/drawing/2014/main" id="{D94BABD6-4BE7-1FDC-3F30-DEA3B0B3626D}"/>
                  </a:ext>
                </a:extLst>
              </p:cNvPr>
              <p:cNvSpPr txBox="1">
                <a:spLocks noChangeArrowheads="1"/>
              </p:cNvSpPr>
              <p:nvPr/>
            </p:nvSpPr>
            <p:spPr bwMode="auto">
              <a:xfrm>
                <a:off x="1585" y="3589"/>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a:t>
                </a:r>
                <a:endParaRPr lang="en-US" altLang="zh-CN" sz="2000">
                  <a:latin typeface="Times New Roman" panose="02020603050405020304" pitchFamily="18" charset="0"/>
                  <a:ea typeface="楷体_GB2312"/>
                </a:endParaRPr>
              </a:p>
            </p:txBody>
          </p:sp>
          <p:sp>
            <p:nvSpPr>
              <p:cNvPr id="100388" name="Text Box 168">
                <a:extLst>
                  <a:ext uri="{FF2B5EF4-FFF2-40B4-BE49-F238E27FC236}">
                    <a16:creationId xmlns:a16="http://schemas.microsoft.com/office/drawing/2014/main" id="{85AD9C3D-B511-40B1-B69E-BB7260AA3338}"/>
                  </a:ext>
                </a:extLst>
              </p:cNvPr>
              <p:cNvSpPr txBox="1">
                <a:spLocks noChangeArrowheads="1"/>
              </p:cNvSpPr>
              <p:nvPr/>
            </p:nvSpPr>
            <p:spPr bwMode="auto">
              <a:xfrm>
                <a:off x="2977" y="3589"/>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3.00</a:t>
                </a:r>
                <a:endParaRPr lang="en-US" altLang="zh-CN" sz="2000">
                  <a:latin typeface="Times New Roman" panose="02020603050405020304" pitchFamily="18" charset="0"/>
                  <a:ea typeface="楷体_GB2312"/>
                </a:endParaRPr>
              </a:p>
            </p:txBody>
          </p:sp>
          <p:sp>
            <p:nvSpPr>
              <p:cNvPr id="100389" name="Line 169">
                <a:extLst>
                  <a:ext uri="{FF2B5EF4-FFF2-40B4-BE49-F238E27FC236}">
                    <a16:creationId xmlns:a16="http://schemas.microsoft.com/office/drawing/2014/main" id="{59A25197-F843-07DC-603C-87D435976E6F}"/>
                  </a:ext>
                </a:extLst>
              </p:cNvPr>
              <p:cNvSpPr>
                <a:spLocks noChangeShapeType="1"/>
              </p:cNvSpPr>
              <p:nvPr/>
            </p:nvSpPr>
            <p:spPr bwMode="auto">
              <a:xfrm>
                <a:off x="3117" y="3523"/>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90" name="Line 170">
                <a:extLst>
                  <a:ext uri="{FF2B5EF4-FFF2-40B4-BE49-F238E27FC236}">
                    <a16:creationId xmlns:a16="http://schemas.microsoft.com/office/drawing/2014/main" id="{B51BE86B-24B4-A6A4-0F1D-6B89DCA8C496}"/>
                  </a:ext>
                </a:extLst>
              </p:cNvPr>
              <p:cNvSpPr>
                <a:spLocks noChangeShapeType="1"/>
              </p:cNvSpPr>
              <p:nvPr/>
            </p:nvSpPr>
            <p:spPr bwMode="auto">
              <a:xfrm>
                <a:off x="1683" y="352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91" name="Line 171">
                <a:extLst>
                  <a:ext uri="{FF2B5EF4-FFF2-40B4-BE49-F238E27FC236}">
                    <a16:creationId xmlns:a16="http://schemas.microsoft.com/office/drawing/2014/main" id="{C53914EF-6964-40B0-B310-243101AAF779}"/>
                  </a:ext>
                </a:extLst>
              </p:cNvPr>
              <p:cNvSpPr>
                <a:spLocks noChangeShapeType="1"/>
              </p:cNvSpPr>
              <p:nvPr/>
            </p:nvSpPr>
            <p:spPr bwMode="auto">
              <a:xfrm flipV="1">
                <a:off x="980" y="924"/>
                <a:ext cx="2636" cy="26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0392" name="Group 172">
                <a:extLst>
                  <a:ext uri="{FF2B5EF4-FFF2-40B4-BE49-F238E27FC236}">
                    <a16:creationId xmlns:a16="http://schemas.microsoft.com/office/drawing/2014/main" id="{46115EA5-007D-73EF-7430-FFF47B57BEC6}"/>
                  </a:ext>
                </a:extLst>
              </p:cNvPr>
              <p:cNvGrpSpPr>
                <a:grpSpLocks/>
              </p:cNvGrpSpPr>
              <p:nvPr/>
            </p:nvGrpSpPr>
            <p:grpSpPr bwMode="auto">
              <a:xfrm>
                <a:off x="1309" y="3197"/>
                <a:ext cx="48" cy="48"/>
                <a:chOff x="4336" y="3047"/>
                <a:chExt cx="118" cy="118"/>
              </a:xfrm>
            </p:grpSpPr>
            <p:sp>
              <p:nvSpPr>
                <p:cNvPr id="100411" name="Line 173">
                  <a:extLst>
                    <a:ext uri="{FF2B5EF4-FFF2-40B4-BE49-F238E27FC236}">
                      <a16:creationId xmlns:a16="http://schemas.microsoft.com/office/drawing/2014/main" id="{24CE55D6-FBEC-7B9B-709F-6DE9673E5F85}"/>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12" name="Line 174">
                  <a:extLst>
                    <a:ext uri="{FF2B5EF4-FFF2-40B4-BE49-F238E27FC236}">
                      <a16:creationId xmlns:a16="http://schemas.microsoft.com/office/drawing/2014/main" id="{C1C050EF-2336-B026-D43F-B02B3D9037E3}"/>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393" name="Group 175">
                <a:extLst>
                  <a:ext uri="{FF2B5EF4-FFF2-40B4-BE49-F238E27FC236}">
                    <a16:creationId xmlns:a16="http://schemas.microsoft.com/office/drawing/2014/main" id="{09A86948-9A93-22C8-152F-D78EA21CE460}"/>
                  </a:ext>
                </a:extLst>
              </p:cNvPr>
              <p:cNvGrpSpPr>
                <a:grpSpLocks/>
              </p:cNvGrpSpPr>
              <p:nvPr/>
            </p:nvGrpSpPr>
            <p:grpSpPr bwMode="auto">
              <a:xfrm>
                <a:off x="1651" y="2839"/>
                <a:ext cx="48" cy="48"/>
                <a:chOff x="4336" y="3047"/>
                <a:chExt cx="118" cy="118"/>
              </a:xfrm>
            </p:grpSpPr>
            <p:sp>
              <p:nvSpPr>
                <p:cNvPr id="100409" name="Line 176">
                  <a:extLst>
                    <a:ext uri="{FF2B5EF4-FFF2-40B4-BE49-F238E27FC236}">
                      <a16:creationId xmlns:a16="http://schemas.microsoft.com/office/drawing/2014/main" id="{40261710-CC89-F72A-F6FB-21282AF91FA3}"/>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10" name="Line 177">
                  <a:extLst>
                    <a:ext uri="{FF2B5EF4-FFF2-40B4-BE49-F238E27FC236}">
                      <a16:creationId xmlns:a16="http://schemas.microsoft.com/office/drawing/2014/main" id="{4578AFCD-34C0-EC6E-344F-FFCB46E157F8}"/>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394" name="Group 178">
                <a:extLst>
                  <a:ext uri="{FF2B5EF4-FFF2-40B4-BE49-F238E27FC236}">
                    <a16:creationId xmlns:a16="http://schemas.microsoft.com/office/drawing/2014/main" id="{6961CE14-1BE1-CF28-9068-AE1CCF9BD30E}"/>
                  </a:ext>
                </a:extLst>
              </p:cNvPr>
              <p:cNvGrpSpPr>
                <a:grpSpLocks/>
              </p:cNvGrpSpPr>
              <p:nvPr/>
            </p:nvGrpSpPr>
            <p:grpSpPr bwMode="auto">
              <a:xfrm>
                <a:off x="2028" y="2480"/>
                <a:ext cx="48" cy="48"/>
                <a:chOff x="4336" y="3047"/>
                <a:chExt cx="118" cy="118"/>
              </a:xfrm>
            </p:grpSpPr>
            <p:sp>
              <p:nvSpPr>
                <p:cNvPr id="100407" name="Line 179">
                  <a:extLst>
                    <a:ext uri="{FF2B5EF4-FFF2-40B4-BE49-F238E27FC236}">
                      <a16:creationId xmlns:a16="http://schemas.microsoft.com/office/drawing/2014/main" id="{E2E9A6FB-7EF9-4B73-BC83-E93424C281FE}"/>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08" name="Line 180">
                  <a:extLst>
                    <a:ext uri="{FF2B5EF4-FFF2-40B4-BE49-F238E27FC236}">
                      <a16:creationId xmlns:a16="http://schemas.microsoft.com/office/drawing/2014/main" id="{603E59D2-5AAD-3DDE-934B-5028509371CC}"/>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395" name="Group 181">
                <a:extLst>
                  <a:ext uri="{FF2B5EF4-FFF2-40B4-BE49-F238E27FC236}">
                    <a16:creationId xmlns:a16="http://schemas.microsoft.com/office/drawing/2014/main" id="{ED7FA8B2-6E28-7116-5B28-E7FD48D7FA78}"/>
                  </a:ext>
                </a:extLst>
              </p:cNvPr>
              <p:cNvGrpSpPr>
                <a:grpSpLocks/>
              </p:cNvGrpSpPr>
              <p:nvPr/>
            </p:nvGrpSpPr>
            <p:grpSpPr bwMode="auto">
              <a:xfrm>
                <a:off x="2362" y="2106"/>
                <a:ext cx="48" cy="48"/>
                <a:chOff x="4336" y="3047"/>
                <a:chExt cx="118" cy="118"/>
              </a:xfrm>
            </p:grpSpPr>
            <p:sp>
              <p:nvSpPr>
                <p:cNvPr id="100405" name="Line 182">
                  <a:extLst>
                    <a:ext uri="{FF2B5EF4-FFF2-40B4-BE49-F238E27FC236}">
                      <a16:creationId xmlns:a16="http://schemas.microsoft.com/office/drawing/2014/main" id="{8CC1B64C-715D-3D0B-E154-71B81D64CDF8}"/>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06" name="Line 183">
                  <a:extLst>
                    <a:ext uri="{FF2B5EF4-FFF2-40B4-BE49-F238E27FC236}">
                      <a16:creationId xmlns:a16="http://schemas.microsoft.com/office/drawing/2014/main" id="{60CC0312-DDF1-DC37-8F7B-4286BCF22B9C}"/>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396" name="Group 184">
                <a:extLst>
                  <a:ext uri="{FF2B5EF4-FFF2-40B4-BE49-F238E27FC236}">
                    <a16:creationId xmlns:a16="http://schemas.microsoft.com/office/drawing/2014/main" id="{76AAC17A-7B18-E5D5-0C9A-C27065937C08}"/>
                  </a:ext>
                </a:extLst>
              </p:cNvPr>
              <p:cNvGrpSpPr>
                <a:grpSpLocks/>
              </p:cNvGrpSpPr>
              <p:nvPr/>
            </p:nvGrpSpPr>
            <p:grpSpPr bwMode="auto">
              <a:xfrm>
                <a:off x="2747" y="1754"/>
                <a:ext cx="48" cy="48"/>
                <a:chOff x="4336" y="3047"/>
                <a:chExt cx="118" cy="118"/>
              </a:xfrm>
            </p:grpSpPr>
            <p:sp>
              <p:nvSpPr>
                <p:cNvPr id="100403" name="Line 185">
                  <a:extLst>
                    <a:ext uri="{FF2B5EF4-FFF2-40B4-BE49-F238E27FC236}">
                      <a16:creationId xmlns:a16="http://schemas.microsoft.com/office/drawing/2014/main" id="{D78FD44F-3477-DC43-65E9-28E591660DA0}"/>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04" name="Line 186">
                  <a:extLst>
                    <a:ext uri="{FF2B5EF4-FFF2-40B4-BE49-F238E27FC236}">
                      <a16:creationId xmlns:a16="http://schemas.microsoft.com/office/drawing/2014/main" id="{2E20EB96-AF67-88E6-964F-BEF786BB28EA}"/>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397" name="Group 187">
                <a:extLst>
                  <a:ext uri="{FF2B5EF4-FFF2-40B4-BE49-F238E27FC236}">
                    <a16:creationId xmlns:a16="http://schemas.microsoft.com/office/drawing/2014/main" id="{74ED9944-7AB4-5499-E60A-F0C41FE9D3CF}"/>
                  </a:ext>
                </a:extLst>
              </p:cNvPr>
              <p:cNvGrpSpPr>
                <a:grpSpLocks/>
              </p:cNvGrpSpPr>
              <p:nvPr/>
            </p:nvGrpSpPr>
            <p:grpSpPr bwMode="auto">
              <a:xfrm>
                <a:off x="3095" y="1391"/>
                <a:ext cx="48" cy="48"/>
                <a:chOff x="4336" y="3047"/>
                <a:chExt cx="118" cy="118"/>
              </a:xfrm>
            </p:grpSpPr>
            <p:sp>
              <p:nvSpPr>
                <p:cNvPr id="100401" name="Line 188">
                  <a:extLst>
                    <a:ext uri="{FF2B5EF4-FFF2-40B4-BE49-F238E27FC236}">
                      <a16:creationId xmlns:a16="http://schemas.microsoft.com/office/drawing/2014/main" id="{FDD67A37-CADA-62CC-CACB-C67FB260D014}"/>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02" name="Line 189">
                  <a:extLst>
                    <a:ext uri="{FF2B5EF4-FFF2-40B4-BE49-F238E27FC236}">
                      <a16:creationId xmlns:a16="http://schemas.microsoft.com/office/drawing/2014/main" id="{870E7519-9E75-80CD-CC9D-DC6682954AC3}"/>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398" name="Group 190">
                <a:extLst>
                  <a:ext uri="{FF2B5EF4-FFF2-40B4-BE49-F238E27FC236}">
                    <a16:creationId xmlns:a16="http://schemas.microsoft.com/office/drawing/2014/main" id="{0DFE15AC-61E6-AE6D-4EA8-85BECAD2EB5A}"/>
                  </a:ext>
                </a:extLst>
              </p:cNvPr>
              <p:cNvGrpSpPr>
                <a:grpSpLocks/>
              </p:cNvGrpSpPr>
              <p:nvPr/>
            </p:nvGrpSpPr>
            <p:grpSpPr bwMode="auto">
              <a:xfrm>
                <a:off x="3453" y="1043"/>
                <a:ext cx="48" cy="48"/>
                <a:chOff x="4336" y="3047"/>
                <a:chExt cx="118" cy="118"/>
              </a:xfrm>
            </p:grpSpPr>
            <p:sp>
              <p:nvSpPr>
                <p:cNvPr id="100399" name="Line 191">
                  <a:extLst>
                    <a:ext uri="{FF2B5EF4-FFF2-40B4-BE49-F238E27FC236}">
                      <a16:creationId xmlns:a16="http://schemas.microsoft.com/office/drawing/2014/main" id="{38C03C19-30E5-ECBF-A466-A24C6486FD68}"/>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400" name="Line 192">
                  <a:extLst>
                    <a:ext uri="{FF2B5EF4-FFF2-40B4-BE49-F238E27FC236}">
                      <a16:creationId xmlns:a16="http://schemas.microsoft.com/office/drawing/2014/main" id="{7A4DBDB3-534F-DEE2-2308-602A270A8C35}"/>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00357" name="Text Box 193">
              <a:extLst>
                <a:ext uri="{FF2B5EF4-FFF2-40B4-BE49-F238E27FC236}">
                  <a16:creationId xmlns:a16="http://schemas.microsoft.com/office/drawing/2014/main" id="{130EE638-BA51-9987-EFCC-103374A27BC6}"/>
                </a:ext>
              </a:extLst>
            </p:cNvPr>
            <p:cNvSpPr txBox="1">
              <a:spLocks noChangeArrowheads="1"/>
            </p:cNvSpPr>
            <p:nvPr/>
          </p:nvSpPr>
          <p:spPr bwMode="auto">
            <a:xfrm>
              <a:off x="1500" y="3785"/>
              <a:ext cx="18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en-US" sz="2000">
                  <a:solidFill>
                    <a:srgbClr val="3D4DC3"/>
                  </a:solidFill>
                  <a:latin typeface="Times New Roman" panose="02020603050405020304" pitchFamily="18" charset="0"/>
                  <a:ea typeface="黑体" panose="02010609060101010101" pitchFamily="49" charset="-122"/>
                </a:rPr>
                <a:t>电学元件伏安特性曲线</a:t>
              </a:r>
            </a:p>
          </p:txBody>
        </p:sp>
      </p:grpSp>
      <p:sp>
        <p:nvSpPr>
          <p:cNvPr id="106690" name="AutoShape 194">
            <a:extLst>
              <a:ext uri="{FF2B5EF4-FFF2-40B4-BE49-F238E27FC236}">
                <a16:creationId xmlns:a16="http://schemas.microsoft.com/office/drawing/2014/main" id="{DD43A319-626B-53DE-AEDE-E474AC8DB520}"/>
              </a:ext>
            </a:extLst>
          </p:cNvPr>
          <p:cNvSpPr/>
          <p:nvPr/>
        </p:nvSpPr>
        <p:spPr>
          <a:xfrm>
            <a:off x="5724525" y="176213"/>
            <a:ext cx="3419475" cy="6681787"/>
          </a:xfrm>
          <a:prstGeom prst="wedgeEllipseCallout">
            <a:avLst>
              <a:gd name="adj1" fmla="val -124398"/>
              <a:gd name="adj2" fmla="val 31245"/>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lnSpc>
                <a:spcPct val="120000"/>
              </a:lnSpc>
              <a:spcBef>
                <a:spcPct val="50000"/>
              </a:spcBef>
              <a:buFont typeface="Arial" panose="020B0604020202020204" pitchFamily="34" charset="0"/>
              <a:buNone/>
              <a:defRPr/>
            </a:pPr>
            <a:r>
              <a:rPr lang="zh-CN" altLang="en-US" dirty="0">
                <a:solidFill>
                  <a:srgbClr val="3D4DC3"/>
                </a:solidFill>
                <a:ea typeface="黑体" panose="02010609060101010101" pitchFamily="49" charset="-122"/>
                <a:cs typeface="+mn-cs"/>
              </a:rPr>
              <a:t>不当：横轴坐标分度选取不当。</a:t>
            </a:r>
          </a:p>
          <a:p>
            <a:pPr algn="ctr">
              <a:lnSpc>
                <a:spcPct val="120000"/>
              </a:lnSpc>
              <a:spcBef>
                <a:spcPct val="50000"/>
              </a:spcBef>
              <a:buFont typeface="Arial" panose="020B0604020202020204" pitchFamily="34" charset="0"/>
              <a:buNone/>
              <a:defRPr/>
            </a:pPr>
            <a:r>
              <a:rPr lang="zh-CN" altLang="en-US" dirty="0">
                <a:solidFill>
                  <a:srgbClr val="3D4DC3"/>
                </a:solidFill>
                <a:latin typeface="楷体_GB2312" pitchFamily="1" charset="-122"/>
                <a:ea typeface="楷体_GB2312" pitchFamily="1" charset="-122"/>
                <a:cs typeface="+mn-cs"/>
              </a:rPr>
              <a:t>横轴以</a:t>
            </a:r>
            <a:r>
              <a:rPr lang="en-US" altLang="zh-CN" dirty="0">
                <a:solidFill>
                  <a:srgbClr val="3D4DC3"/>
                </a:solidFill>
                <a:latin typeface="楷体_GB2312" pitchFamily="1" charset="-122"/>
                <a:ea typeface="楷体_GB2312" pitchFamily="1" charset="-122"/>
                <a:cs typeface="+mn-cs"/>
              </a:rPr>
              <a:t>3 cm</a:t>
            </a:r>
            <a:r>
              <a:rPr lang="en-US" altLang="zh-CN" i="1" dirty="0">
                <a:solidFill>
                  <a:srgbClr val="3D4DC3"/>
                </a:solidFill>
                <a:latin typeface="楷体_GB2312" pitchFamily="1" charset="-122"/>
                <a:ea typeface="楷体_GB2312" pitchFamily="1" charset="-122"/>
                <a:cs typeface="+mn-cs"/>
              </a:rPr>
              <a:t> </a:t>
            </a:r>
            <a:r>
              <a:rPr lang="zh-CN" altLang="zh-CN" dirty="0">
                <a:solidFill>
                  <a:srgbClr val="3D4DC3"/>
                </a:solidFill>
                <a:latin typeface="楷体_GB2312" pitchFamily="1" charset="-122"/>
                <a:ea typeface="楷体_GB2312" pitchFamily="1" charset="-122"/>
                <a:cs typeface="+mn-cs"/>
              </a:rPr>
              <a:t>代表1 </a:t>
            </a:r>
            <a:r>
              <a:rPr lang="en-US" altLang="zh-CN" dirty="0">
                <a:solidFill>
                  <a:srgbClr val="3D4DC3"/>
                </a:solidFill>
                <a:latin typeface="楷体_GB2312" pitchFamily="1" charset="-122"/>
                <a:ea typeface="楷体_GB2312" pitchFamily="1" charset="-122"/>
                <a:cs typeface="+mn-cs"/>
              </a:rPr>
              <a:t>V</a:t>
            </a:r>
            <a:r>
              <a:rPr lang="zh-CN" altLang="en-US" dirty="0">
                <a:solidFill>
                  <a:srgbClr val="3D4DC3"/>
                </a:solidFill>
                <a:latin typeface="楷体_GB2312" pitchFamily="1" charset="-122"/>
                <a:ea typeface="楷体_GB2312" pitchFamily="1" charset="-122"/>
                <a:cs typeface="+mn-cs"/>
              </a:rPr>
              <a:t>，</a:t>
            </a:r>
            <a:r>
              <a:rPr lang="zh-CN" altLang="zh-CN" dirty="0">
                <a:solidFill>
                  <a:srgbClr val="3D4DC3"/>
                </a:solidFill>
                <a:latin typeface="楷体_GB2312" pitchFamily="1" charset="-122"/>
                <a:ea typeface="楷体_GB2312" pitchFamily="1" charset="-122"/>
                <a:cs typeface="+mn-cs"/>
              </a:rPr>
              <a:t>使作图和读图都很困难。实际在选择坐标分度值时，应既满足有效数字的要求又便于作图和读图，一般以1 </a:t>
            </a:r>
            <a:r>
              <a:rPr lang="en-US" altLang="zh-CN" dirty="0">
                <a:solidFill>
                  <a:srgbClr val="3D4DC3"/>
                </a:solidFill>
                <a:latin typeface="楷体_GB2312" pitchFamily="1" charset="-122"/>
                <a:ea typeface="楷体_GB2312" pitchFamily="1" charset="-122"/>
                <a:cs typeface="+mn-cs"/>
              </a:rPr>
              <a:t>mm </a:t>
            </a:r>
            <a:r>
              <a:rPr lang="zh-CN" altLang="zh-CN" dirty="0">
                <a:solidFill>
                  <a:srgbClr val="3D4DC3"/>
                </a:solidFill>
                <a:latin typeface="楷体_GB2312" pitchFamily="1" charset="-122"/>
                <a:ea typeface="楷体_GB2312" pitchFamily="1" charset="-122"/>
                <a:cs typeface="+mn-cs"/>
              </a:rPr>
              <a:t>代表的量值是10的整数次幂或是其2倍或5倍</a:t>
            </a:r>
            <a:r>
              <a:rPr lang="zh-CN" altLang="zh-CN" dirty="0">
                <a:gradFill>
                  <a:gsLst>
                    <a:gs pos="0">
                      <a:srgbClr val="012D86"/>
                    </a:gs>
                    <a:gs pos="100000">
                      <a:srgbClr val="0E2557"/>
                    </a:gs>
                  </a:gsLst>
                  <a:lin scaled="0"/>
                </a:gradFill>
                <a:latin typeface="楷体_GB2312" pitchFamily="1" charset="-122"/>
                <a:ea typeface="楷体_GB2312" pitchFamily="1" charset="-122"/>
                <a:cs typeface="+mn-cs"/>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106690"/>
                                        </p:tgtEl>
                                        <p:attrNameLst>
                                          <p:attrName>style.visibility</p:attrName>
                                        </p:attrNameLst>
                                      </p:cBhvr>
                                      <p:to>
                                        <p:strVal val="visible"/>
                                      </p:to>
                                    </p:set>
                                    <p:anim calcmode="lin" valueType="num">
                                      <p:cBhvr>
                                        <p:cTn id="7" dur="500" fill="hold"/>
                                        <p:tgtEl>
                                          <p:spTgt spid="106690"/>
                                        </p:tgtEl>
                                        <p:attrNameLst>
                                          <p:attrName>ppt_w</p:attrName>
                                        </p:attrNameLst>
                                      </p:cBhvr>
                                      <p:tavLst>
                                        <p:tav tm="0">
                                          <p:val>
                                            <p:strVal val="2/3*#ppt_w"/>
                                          </p:val>
                                        </p:tav>
                                        <p:tav tm="100000">
                                          <p:val>
                                            <p:strVal val="#ppt_w"/>
                                          </p:val>
                                        </p:tav>
                                      </p:tavLst>
                                    </p:anim>
                                    <p:anim calcmode="lin" valueType="num">
                                      <p:cBhvr>
                                        <p:cTn id="8" dur="500" fill="hold"/>
                                        <p:tgtEl>
                                          <p:spTgt spid="106690"/>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02" name="Group 2">
            <a:extLst>
              <a:ext uri="{FF2B5EF4-FFF2-40B4-BE49-F238E27FC236}">
                <a16:creationId xmlns:a16="http://schemas.microsoft.com/office/drawing/2014/main" id="{F7667C31-268A-9C21-D21B-F690DA17EE25}"/>
              </a:ext>
            </a:extLst>
          </p:cNvPr>
          <p:cNvGrpSpPr>
            <a:grpSpLocks/>
          </p:cNvGrpSpPr>
          <p:nvPr/>
        </p:nvGrpSpPr>
        <p:grpSpPr bwMode="auto">
          <a:xfrm>
            <a:off x="1042988" y="1052513"/>
            <a:ext cx="5076825" cy="5213350"/>
            <a:chOff x="725" y="692"/>
            <a:chExt cx="3198" cy="3284"/>
          </a:xfrm>
        </p:grpSpPr>
        <p:grpSp>
          <p:nvGrpSpPr>
            <p:cNvPr id="102404" name="Group 3">
              <a:extLst>
                <a:ext uri="{FF2B5EF4-FFF2-40B4-BE49-F238E27FC236}">
                  <a16:creationId xmlns:a16="http://schemas.microsoft.com/office/drawing/2014/main" id="{1F46F082-4188-37B7-0224-1ED5B93EA4BF}"/>
                </a:ext>
              </a:extLst>
            </p:cNvPr>
            <p:cNvGrpSpPr>
              <a:grpSpLocks/>
            </p:cNvGrpSpPr>
            <p:nvPr/>
          </p:nvGrpSpPr>
          <p:grpSpPr bwMode="auto">
            <a:xfrm>
              <a:off x="725" y="692"/>
              <a:ext cx="3198" cy="3131"/>
              <a:chOff x="725" y="692"/>
              <a:chExt cx="3198" cy="3131"/>
            </a:xfrm>
          </p:grpSpPr>
          <p:grpSp>
            <p:nvGrpSpPr>
              <p:cNvPr id="102406" name="Group 4">
                <a:extLst>
                  <a:ext uri="{FF2B5EF4-FFF2-40B4-BE49-F238E27FC236}">
                    <a16:creationId xmlns:a16="http://schemas.microsoft.com/office/drawing/2014/main" id="{340EB3EF-D842-BB1F-B302-DC3E3F5D78C8}"/>
                  </a:ext>
                </a:extLst>
              </p:cNvPr>
              <p:cNvGrpSpPr>
                <a:grpSpLocks/>
              </p:cNvGrpSpPr>
              <p:nvPr/>
            </p:nvGrpSpPr>
            <p:grpSpPr bwMode="auto">
              <a:xfrm>
                <a:off x="725" y="692"/>
                <a:ext cx="3130" cy="3131"/>
                <a:chOff x="1486" y="793"/>
                <a:chExt cx="3130" cy="3131"/>
              </a:xfrm>
            </p:grpSpPr>
            <p:grpSp>
              <p:nvGrpSpPr>
                <p:cNvPr id="102462" name="Group 5">
                  <a:extLst>
                    <a:ext uri="{FF2B5EF4-FFF2-40B4-BE49-F238E27FC236}">
                      <a16:creationId xmlns:a16="http://schemas.microsoft.com/office/drawing/2014/main" id="{CBA680DD-B608-C2EA-EF8F-5D6A69920E2C}"/>
                    </a:ext>
                  </a:extLst>
                </p:cNvPr>
                <p:cNvGrpSpPr>
                  <a:grpSpLocks/>
                </p:cNvGrpSpPr>
                <p:nvPr/>
              </p:nvGrpSpPr>
              <p:grpSpPr bwMode="auto">
                <a:xfrm>
                  <a:off x="1492" y="793"/>
                  <a:ext cx="3124" cy="3124"/>
                  <a:chOff x="1708" y="514"/>
                  <a:chExt cx="3124" cy="3124"/>
                </a:xfrm>
              </p:grpSpPr>
              <p:sp>
                <p:nvSpPr>
                  <p:cNvPr id="102530" name="Line 6">
                    <a:extLst>
                      <a:ext uri="{FF2B5EF4-FFF2-40B4-BE49-F238E27FC236}">
                        <a16:creationId xmlns:a16="http://schemas.microsoft.com/office/drawing/2014/main" id="{E11275E1-F972-F8E3-C77E-4696DF0E8A3B}"/>
                      </a:ext>
                    </a:extLst>
                  </p:cNvPr>
                  <p:cNvSpPr>
                    <a:spLocks noChangeShapeType="1"/>
                  </p:cNvSpPr>
                  <p:nvPr/>
                </p:nvSpPr>
                <p:spPr bwMode="auto">
                  <a:xfrm>
                    <a:off x="1708" y="51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1" name="Line 7">
                    <a:extLst>
                      <a:ext uri="{FF2B5EF4-FFF2-40B4-BE49-F238E27FC236}">
                        <a16:creationId xmlns:a16="http://schemas.microsoft.com/office/drawing/2014/main" id="{FED92EBF-E957-8503-28C0-F37A25AEDFD8}"/>
                      </a:ext>
                    </a:extLst>
                  </p:cNvPr>
                  <p:cNvSpPr>
                    <a:spLocks noChangeShapeType="1"/>
                  </p:cNvSpPr>
                  <p:nvPr/>
                </p:nvSpPr>
                <p:spPr bwMode="auto">
                  <a:xfrm>
                    <a:off x="1708" y="61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2" name="Line 8">
                    <a:extLst>
                      <a:ext uri="{FF2B5EF4-FFF2-40B4-BE49-F238E27FC236}">
                        <a16:creationId xmlns:a16="http://schemas.microsoft.com/office/drawing/2014/main" id="{0628B57F-23C1-D417-B4CF-49BC0E42E439}"/>
                      </a:ext>
                    </a:extLst>
                  </p:cNvPr>
                  <p:cNvSpPr>
                    <a:spLocks noChangeShapeType="1"/>
                  </p:cNvSpPr>
                  <p:nvPr/>
                </p:nvSpPr>
                <p:spPr bwMode="auto">
                  <a:xfrm>
                    <a:off x="1708" y="5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3" name="Line 9">
                    <a:extLst>
                      <a:ext uri="{FF2B5EF4-FFF2-40B4-BE49-F238E27FC236}">
                        <a16:creationId xmlns:a16="http://schemas.microsoft.com/office/drawing/2014/main" id="{0C7997DA-0CCA-1AAF-36BB-99DCAAF826BE}"/>
                      </a:ext>
                    </a:extLst>
                  </p:cNvPr>
                  <p:cNvSpPr>
                    <a:spLocks noChangeShapeType="1"/>
                  </p:cNvSpPr>
                  <p:nvPr/>
                </p:nvSpPr>
                <p:spPr bwMode="auto">
                  <a:xfrm>
                    <a:off x="1708" y="65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4" name="Line 10">
                    <a:extLst>
                      <a:ext uri="{FF2B5EF4-FFF2-40B4-BE49-F238E27FC236}">
                        <a16:creationId xmlns:a16="http://schemas.microsoft.com/office/drawing/2014/main" id="{00DFFA0D-DC0F-7AD0-CE30-8EB25A048EAA}"/>
                      </a:ext>
                    </a:extLst>
                  </p:cNvPr>
                  <p:cNvSpPr>
                    <a:spLocks noChangeShapeType="1"/>
                  </p:cNvSpPr>
                  <p:nvPr/>
                </p:nvSpPr>
                <p:spPr bwMode="auto">
                  <a:xfrm>
                    <a:off x="1708" y="69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5" name="Line 11">
                    <a:extLst>
                      <a:ext uri="{FF2B5EF4-FFF2-40B4-BE49-F238E27FC236}">
                        <a16:creationId xmlns:a16="http://schemas.microsoft.com/office/drawing/2014/main" id="{D13D327A-F688-09B6-BACB-63FA20CA6485}"/>
                      </a:ext>
                    </a:extLst>
                  </p:cNvPr>
                  <p:cNvSpPr>
                    <a:spLocks noChangeShapeType="1"/>
                  </p:cNvSpPr>
                  <p:nvPr/>
                </p:nvSpPr>
                <p:spPr bwMode="auto">
                  <a:xfrm>
                    <a:off x="1708" y="75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6" name="Line 12">
                    <a:extLst>
                      <a:ext uri="{FF2B5EF4-FFF2-40B4-BE49-F238E27FC236}">
                        <a16:creationId xmlns:a16="http://schemas.microsoft.com/office/drawing/2014/main" id="{1AD82D93-733F-59A8-2650-8BC65AE74790}"/>
                      </a:ext>
                    </a:extLst>
                  </p:cNvPr>
                  <p:cNvSpPr>
                    <a:spLocks noChangeShapeType="1"/>
                  </p:cNvSpPr>
                  <p:nvPr/>
                </p:nvSpPr>
                <p:spPr bwMode="auto">
                  <a:xfrm>
                    <a:off x="1708" y="85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7" name="Line 13">
                    <a:extLst>
                      <a:ext uri="{FF2B5EF4-FFF2-40B4-BE49-F238E27FC236}">
                        <a16:creationId xmlns:a16="http://schemas.microsoft.com/office/drawing/2014/main" id="{C4F4898F-F29C-C5EA-8D37-366BA1AB9355}"/>
                      </a:ext>
                    </a:extLst>
                  </p:cNvPr>
                  <p:cNvSpPr>
                    <a:spLocks noChangeShapeType="1"/>
                  </p:cNvSpPr>
                  <p:nvPr/>
                </p:nvSpPr>
                <p:spPr bwMode="auto">
                  <a:xfrm>
                    <a:off x="1708" y="79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8" name="Line 14">
                    <a:extLst>
                      <a:ext uri="{FF2B5EF4-FFF2-40B4-BE49-F238E27FC236}">
                        <a16:creationId xmlns:a16="http://schemas.microsoft.com/office/drawing/2014/main" id="{2A41510E-9CD1-94DC-0FDB-43944C9C30A1}"/>
                      </a:ext>
                    </a:extLst>
                  </p:cNvPr>
                  <p:cNvSpPr>
                    <a:spLocks noChangeShapeType="1"/>
                  </p:cNvSpPr>
                  <p:nvPr/>
                </p:nvSpPr>
                <p:spPr bwMode="auto">
                  <a:xfrm>
                    <a:off x="1708" y="90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9" name="Line 15">
                    <a:extLst>
                      <a:ext uri="{FF2B5EF4-FFF2-40B4-BE49-F238E27FC236}">
                        <a16:creationId xmlns:a16="http://schemas.microsoft.com/office/drawing/2014/main" id="{7111987C-7F62-DC88-464D-C9681BA6BE26}"/>
                      </a:ext>
                    </a:extLst>
                  </p:cNvPr>
                  <p:cNvSpPr>
                    <a:spLocks noChangeShapeType="1"/>
                  </p:cNvSpPr>
                  <p:nvPr/>
                </p:nvSpPr>
                <p:spPr bwMode="auto">
                  <a:xfrm>
                    <a:off x="1708" y="9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0" name="Line 16">
                    <a:extLst>
                      <a:ext uri="{FF2B5EF4-FFF2-40B4-BE49-F238E27FC236}">
                        <a16:creationId xmlns:a16="http://schemas.microsoft.com/office/drawing/2014/main" id="{FF65D1F7-F6CD-EC16-029D-E6C68F6562EA}"/>
                      </a:ext>
                    </a:extLst>
                  </p:cNvPr>
                  <p:cNvSpPr>
                    <a:spLocks noChangeShapeType="1"/>
                  </p:cNvSpPr>
                  <p:nvPr/>
                </p:nvSpPr>
                <p:spPr bwMode="auto">
                  <a:xfrm>
                    <a:off x="1708" y="100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1" name="Line 17">
                    <a:extLst>
                      <a:ext uri="{FF2B5EF4-FFF2-40B4-BE49-F238E27FC236}">
                        <a16:creationId xmlns:a16="http://schemas.microsoft.com/office/drawing/2014/main" id="{B6DAC72E-C0D0-1BD9-BEF1-F4E54F97E1E8}"/>
                      </a:ext>
                    </a:extLst>
                  </p:cNvPr>
                  <p:cNvSpPr>
                    <a:spLocks noChangeShapeType="1"/>
                  </p:cNvSpPr>
                  <p:nvPr/>
                </p:nvSpPr>
                <p:spPr bwMode="auto">
                  <a:xfrm>
                    <a:off x="1708" y="10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2" name="Line 18">
                    <a:extLst>
                      <a:ext uri="{FF2B5EF4-FFF2-40B4-BE49-F238E27FC236}">
                        <a16:creationId xmlns:a16="http://schemas.microsoft.com/office/drawing/2014/main" id="{AB074606-C28D-8F82-097C-B776CE2C17A4}"/>
                      </a:ext>
                    </a:extLst>
                  </p:cNvPr>
                  <p:cNvSpPr>
                    <a:spLocks noChangeShapeType="1"/>
                  </p:cNvSpPr>
                  <p:nvPr/>
                </p:nvSpPr>
                <p:spPr bwMode="auto">
                  <a:xfrm>
                    <a:off x="1708" y="10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3" name="Line 19">
                    <a:extLst>
                      <a:ext uri="{FF2B5EF4-FFF2-40B4-BE49-F238E27FC236}">
                        <a16:creationId xmlns:a16="http://schemas.microsoft.com/office/drawing/2014/main" id="{4D4C53AF-4FE5-6CAA-1C65-FB237740B730}"/>
                      </a:ext>
                    </a:extLst>
                  </p:cNvPr>
                  <p:cNvSpPr>
                    <a:spLocks noChangeShapeType="1"/>
                  </p:cNvSpPr>
                  <p:nvPr/>
                </p:nvSpPr>
                <p:spPr bwMode="auto">
                  <a:xfrm>
                    <a:off x="1708" y="113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4" name="Line 20">
                    <a:extLst>
                      <a:ext uri="{FF2B5EF4-FFF2-40B4-BE49-F238E27FC236}">
                        <a16:creationId xmlns:a16="http://schemas.microsoft.com/office/drawing/2014/main" id="{907CBEF2-E6F1-F0F7-4053-CEF5E57894EB}"/>
                      </a:ext>
                    </a:extLst>
                  </p:cNvPr>
                  <p:cNvSpPr>
                    <a:spLocks noChangeShapeType="1"/>
                  </p:cNvSpPr>
                  <p:nvPr/>
                </p:nvSpPr>
                <p:spPr bwMode="auto">
                  <a:xfrm>
                    <a:off x="1708" y="118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5" name="Line 21">
                    <a:extLst>
                      <a:ext uri="{FF2B5EF4-FFF2-40B4-BE49-F238E27FC236}">
                        <a16:creationId xmlns:a16="http://schemas.microsoft.com/office/drawing/2014/main" id="{327B2709-D23E-9EBA-11BF-AAAE05915843}"/>
                      </a:ext>
                    </a:extLst>
                  </p:cNvPr>
                  <p:cNvSpPr>
                    <a:spLocks noChangeShapeType="1"/>
                  </p:cNvSpPr>
                  <p:nvPr/>
                </p:nvSpPr>
                <p:spPr bwMode="auto">
                  <a:xfrm>
                    <a:off x="1708" y="123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6" name="Line 22">
                    <a:extLst>
                      <a:ext uri="{FF2B5EF4-FFF2-40B4-BE49-F238E27FC236}">
                        <a16:creationId xmlns:a16="http://schemas.microsoft.com/office/drawing/2014/main" id="{84C5693C-1C86-DB87-CC60-3F1093CD9EEB}"/>
                      </a:ext>
                    </a:extLst>
                  </p:cNvPr>
                  <p:cNvSpPr>
                    <a:spLocks noChangeShapeType="1"/>
                  </p:cNvSpPr>
                  <p:nvPr/>
                </p:nvSpPr>
                <p:spPr bwMode="auto">
                  <a:xfrm>
                    <a:off x="1708" y="133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7" name="Line 23">
                    <a:extLst>
                      <a:ext uri="{FF2B5EF4-FFF2-40B4-BE49-F238E27FC236}">
                        <a16:creationId xmlns:a16="http://schemas.microsoft.com/office/drawing/2014/main" id="{748D447A-8EB7-77ED-32BA-14D852A99183}"/>
                      </a:ext>
                    </a:extLst>
                  </p:cNvPr>
                  <p:cNvSpPr>
                    <a:spLocks noChangeShapeType="1"/>
                  </p:cNvSpPr>
                  <p:nvPr/>
                </p:nvSpPr>
                <p:spPr bwMode="auto">
                  <a:xfrm>
                    <a:off x="1708" y="128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8" name="Line 24">
                    <a:extLst>
                      <a:ext uri="{FF2B5EF4-FFF2-40B4-BE49-F238E27FC236}">
                        <a16:creationId xmlns:a16="http://schemas.microsoft.com/office/drawing/2014/main" id="{43ECB430-710A-4699-BEB8-23994544085F}"/>
                      </a:ext>
                    </a:extLst>
                  </p:cNvPr>
                  <p:cNvSpPr>
                    <a:spLocks noChangeShapeType="1"/>
                  </p:cNvSpPr>
                  <p:nvPr/>
                </p:nvSpPr>
                <p:spPr bwMode="auto">
                  <a:xfrm>
                    <a:off x="1708" y="138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9" name="Line 25">
                    <a:extLst>
                      <a:ext uri="{FF2B5EF4-FFF2-40B4-BE49-F238E27FC236}">
                        <a16:creationId xmlns:a16="http://schemas.microsoft.com/office/drawing/2014/main" id="{24D52578-D1E0-D0D7-F515-6046C424BFC9}"/>
                      </a:ext>
                    </a:extLst>
                  </p:cNvPr>
                  <p:cNvSpPr>
                    <a:spLocks noChangeShapeType="1"/>
                  </p:cNvSpPr>
                  <p:nvPr/>
                </p:nvSpPr>
                <p:spPr bwMode="auto">
                  <a:xfrm>
                    <a:off x="1708" y="143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0" name="Line 26">
                    <a:extLst>
                      <a:ext uri="{FF2B5EF4-FFF2-40B4-BE49-F238E27FC236}">
                        <a16:creationId xmlns:a16="http://schemas.microsoft.com/office/drawing/2014/main" id="{5F8280DB-64D4-5B85-370E-4DE0CA7E441A}"/>
                      </a:ext>
                    </a:extLst>
                  </p:cNvPr>
                  <p:cNvSpPr>
                    <a:spLocks noChangeShapeType="1"/>
                  </p:cNvSpPr>
                  <p:nvPr/>
                </p:nvSpPr>
                <p:spPr bwMode="auto">
                  <a:xfrm>
                    <a:off x="1708" y="147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1" name="Line 27">
                    <a:extLst>
                      <a:ext uri="{FF2B5EF4-FFF2-40B4-BE49-F238E27FC236}">
                        <a16:creationId xmlns:a16="http://schemas.microsoft.com/office/drawing/2014/main" id="{3141EE04-A528-9452-0F76-404584333F80}"/>
                      </a:ext>
                    </a:extLst>
                  </p:cNvPr>
                  <p:cNvSpPr>
                    <a:spLocks noChangeShapeType="1"/>
                  </p:cNvSpPr>
                  <p:nvPr/>
                </p:nvSpPr>
                <p:spPr bwMode="auto">
                  <a:xfrm>
                    <a:off x="1708" y="157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2" name="Line 28">
                    <a:extLst>
                      <a:ext uri="{FF2B5EF4-FFF2-40B4-BE49-F238E27FC236}">
                        <a16:creationId xmlns:a16="http://schemas.microsoft.com/office/drawing/2014/main" id="{3C3171B1-F3F7-A233-95B5-237266CCF504}"/>
                      </a:ext>
                    </a:extLst>
                  </p:cNvPr>
                  <p:cNvSpPr>
                    <a:spLocks noChangeShapeType="1"/>
                  </p:cNvSpPr>
                  <p:nvPr/>
                </p:nvSpPr>
                <p:spPr bwMode="auto">
                  <a:xfrm>
                    <a:off x="1708" y="152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3" name="Line 29">
                    <a:extLst>
                      <a:ext uri="{FF2B5EF4-FFF2-40B4-BE49-F238E27FC236}">
                        <a16:creationId xmlns:a16="http://schemas.microsoft.com/office/drawing/2014/main" id="{A7629E62-61B7-BC46-9807-8A88D3EC4201}"/>
                      </a:ext>
                    </a:extLst>
                  </p:cNvPr>
                  <p:cNvSpPr>
                    <a:spLocks noChangeShapeType="1"/>
                  </p:cNvSpPr>
                  <p:nvPr/>
                </p:nvSpPr>
                <p:spPr bwMode="auto">
                  <a:xfrm>
                    <a:off x="1708" y="161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4" name="Line 30">
                    <a:extLst>
                      <a:ext uri="{FF2B5EF4-FFF2-40B4-BE49-F238E27FC236}">
                        <a16:creationId xmlns:a16="http://schemas.microsoft.com/office/drawing/2014/main" id="{E9F77BB1-6945-2B33-0DE7-146D9B62502F}"/>
                      </a:ext>
                    </a:extLst>
                  </p:cNvPr>
                  <p:cNvSpPr>
                    <a:spLocks noChangeShapeType="1"/>
                  </p:cNvSpPr>
                  <p:nvPr/>
                </p:nvSpPr>
                <p:spPr bwMode="auto">
                  <a:xfrm>
                    <a:off x="1708" y="166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5" name="Line 31">
                    <a:extLst>
                      <a:ext uri="{FF2B5EF4-FFF2-40B4-BE49-F238E27FC236}">
                        <a16:creationId xmlns:a16="http://schemas.microsoft.com/office/drawing/2014/main" id="{6F43A6FE-0C89-558A-1D2E-379377961606}"/>
                      </a:ext>
                    </a:extLst>
                  </p:cNvPr>
                  <p:cNvSpPr>
                    <a:spLocks noChangeShapeType="1"/>
                  </p:cNvSpPr>
                  <p:nvPr/>
                </p:nvSpPr>
                <p:spPr bwMode="auto">
                  <a:xfrm>
                    <a:off x="1708" y="171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6" name="Line 32">
                    <a:extLst>
                      <a:ext uri="{FF2B5EF4-FFF2-40B4-BE49-F238E27FC236}">
                        <a16:creationId xmlns:a16="http://schemas.microsoft.com/office/drawing/2014/main" id="{4ADA43E0-F6A0-AA60-9E80-70D4DDEE05E2}"/>
                      </a:ext>
                    </a:extLst>
                  </p:cNvPr>
                  <p:cNvSpPr>
                    <a:spLocks noChangeShapeType="1"/>
                  </p:cNvSpPr>
                  <p:nvPr/>
                </p:nvSpPr>
                <p:spPr bwMode="auto">
                  <a:xfrm>
                    <a:off x="1708" y="180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7" name="Line 33">
                    <a:extLst>
                      <a:ext uri="{FF2B5EF4-FFF2-40B4-BE49-F238E27FC236}">
                        <a16:creationId xmlns:a16="http://schemas.microsoft.com/office/drawing/2014/main" id="{D3FCB74A-DFE7-880C-4FEC-938000F3B322}"/>
                      </a:ext>
                    </a:extLst>
                  </p:cNvPr>
                  <p:cNvSpPr>
                    <a:spLocks noChangeShapeType="1"/>
                  </p:cNvSpPr>
                  <p:nvPr/>
                </p:nvSpPr>
                <p:spPr bwMode="auto">
                  <a:xfrm>
                    <a:off x="1708" y="176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8" name="Line 34">
                    <a:extLst>
                      <a:ext uri="{FF2B5EF4-FFF2-40B4-BE49-F238E27FC236}">
                        <a16:creationId xmlns:a16="http://schemas.microsoft.com/office/drawing/2014/main" id="{F336CFB4-1A5C-B749-1B54-64855F512443}"/>
                      </a:ext>
                    </a:extLst>
                  </p:cNvPr>
                  <p:cNvSpPr>
                    <a:spLocks noChangeShapeType="1"/>
                  </p:cNvSpPr>
                  <p:nvPr/>
                </p:nvSpPr>
                <p:spPr bwMode="auto">
                  <a:xfrm>
                    <a:off x="1708" y="185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9" name="Line 35">
                    <a:extLst>
                      <a:ext uri="{FF2B5EF4-FFF2-40B4-BE49-F238E27FC236}">
                        <a16:creationId xmlns:a16="http://schemas.microsoft.com/office/drawing/2014/main" id="{FACF3E95-DCB6-C10E-D817-BA187B2FF05D}"/>
                      </a:ext>
                    </a:extLst>
                  </p:cNvPr>
                  <p:cNvSpPr>
                    <a:spLocks noChangeShapeType="1"/>
                  </p:cNvSpPr>
                  <p:nvPr/>
                </p:nvSpPr>
                <p:spPr bwMode="auto">
                  <a:xfrm>
                    <a:off x="1708" y="190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0" name="Line 36">
                    <a:extLst>
                      <a:ext uri="{FF2B5EF4-FFF2-40B4-BE49-F238E27FC236}">
                        <a16:creationId xmlns:a16="http://schemas.microsoft.com/office/drawing/2014/main" id="{7A4CB6E8-2C38-B964-42A5-413C2A21CFB2}"/>
                      </a:ext>
                    </a:extLst>
                  </p:cNvPr>
                  <p:cNvSpPr>
                    <a:spLocks noChangeShapeType="1"/>
                  </p:cNvSpPr>
                  <p:nvPr/>
                </p:nvSpPr>
                <p:spPr bwMode="auto">
                  <a:xfrm>
                    <a:off x="1708" y="195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1" name="Line 37">
                    <a:extLst>
                      <a:ext uri="{FF2B5EF4-FFF2-40B4-BE49-F238E27FC236}">
                        <a16:creationId xmlns:a16="http://schemas.microsoft.com/office/drawing/2014/main" id="{4807AA40-BED6-56BD-1C9F-617B291830CC}"/>
                      </a:ext>
                    </a:extLst>
                  </p:cNvPr>
                  <p:cNvSpPr>
                    <a:spLocks noChangeShapeType="1"/>
                  </p:cNvSpPr>
                  <p:nvPr/>
                </p:nvSpPr>
                <p:spPr bwMode="auto">
                  <a:xfrm>
                    <a:off x="1708" y="205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2" name="Line 38">
                    <a:extLst>
                      <a:ext uri="{FF2B5EF4-FFF2-40B4-BE49-F238E27FC236}">
                        <a16:creationId xmlns:a16="http://schemas.microsoft.com/office/drawing/2014/main" id="{6F2F5697-0C20-CBA7-1BEC-023FDF0239B1}"/>
                      </a:ext>
                    </a:extLst>
                  </p:cNvPr>
                  <p:cNvSpPr>
                    <a:spLocks noChangeShapeType="1"/>
                  </p:cNvSpPr>
                  <p:nvPr/>
                </p:nvSpPr>
                <p:spPr bwMode="auto">
                  <a:xfrm>
                    <a:off x="1708" y="200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3" name="Line 39">
                    <a:extLst>
                      <a:ext uri="{FF2B5EF4-FFF2-40B4-BE49-F238E27FC236}">
                        <a16:creationId xmlns:a16="http://schemas.microsoft.com/office/drawing/2014/main" id="{9E637132-7B5F-8F5B-166C-894B32CF4613}"/>
                      </a:ext>
                    </a:extLst>
                  </p:cNvPr>
                  <p:cNvSpPr>
                    <a:spLocks noChangeShapeType="1"/>
                  </p:cNvSpPr>
                  <p:nvPr/>
                </p:nvSpPr>
                <p:spPr bwMode="auto">
                  <a:xfrm>
                    <a:off x="1708" y="209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4" name="Line 40">
                    <a:extLst>
                      <a:ext uri="{FF2B5EF4-FFF2-40B4-BE49-F238E27FC236}">
                        <a16:creationId xmlns:a16="http://schemas.microsoft.com/office/drawing/2014/main" id="{E2CF050D-E966-36B9-33D9-FFB98F41FAD1}"/>
                      </a:ext>
                    </a:extLst>
                  </p:cNvPr>
                  <p:cNvSpPr>
                    <a:spLocks noChangeShapeType="1"/>
                  </p:cNvSpPr>
                  <p:nvPr/>
                </p:nvSpPr>
                <p:spPr bwMode="auto">
                  <a:xfrm>
                    <a:off x="1708" y="214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5" name="Line 41">
                    <a:extLst>
                      <a:ext uri="{FF2B5EF4-FFF2-40B4-BE49-F238E27FC236}">
                        <a16:creationId xmlns:a16="http://schemas.microsoft.com/office/drawing/2014/main" id="{7959FBD3-4D31-0386-C3E1-11932874820A}"/>
                      </a:ext>
                    </a:extLst>
                  </p:cNvPr>
                  <p:cNvSpPr>
                    <a:spLocks noChangeShapeType="1"/>
                  </p:cNvSpPr>
                  <p:nvPr/>
                </p:nvSpPr>
                <p:spPr bwMode="auto">
                  <a:xfrm>
                    <a:off x="1708" y="219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6" name="Line 42">
                    <a:extLst>
                      <a:ext uri="{FF2B5EF4-FFF2-40B4-BE49-F238E27FC236}">
                        <a16:creationId xmlns:a16="http://schemas.microsoft.com/office/drawing/2014/main" id="{2BEF0235-9BA4-0FF6-AF78-10CB38B191D4}"/>
                      </a:ext>
                    </a:extLst>
                  </p:cNvPr>
                  <p:cNvSpPr>
                    <a:spLocks noChangeShapeType="1"/>
                  </p:cNvSpPr>
                  <p:nvPr/>
                </p:nvSpPr>
                <p:spPr bwMode="auto">
                  <a:xfrm>
                    <a:off x="1708" y="229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7" name="Line 43">
                    <a:extLst>
                      <a:ext uri="{FF2B5EF4-FFF2-40B4-BE49-F238E27FC236}">
                        <a16:creationId xmlns:a16="http://schemas.microsoft.com/office/drawing/2014/main" id="{8F9AB833-9116-8A68-E332-9840C2EBCCC3}"/>
                      </a:ext>
                    </a:extLst>
                  </p:cNvPr>
                  <p:cNvSpPr>
                    <a:spLocks noChangeShapeType="1"/>
                  </p:cNvSpPr>
                  <p:nvPr/>
                </p:nvSpPr>
                <p:spPr bwMode="auto">
                  <a:xfrm>
                    <a:off x="1708" y="224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8" name="Line 44">
                    <a:extLst>
                      <a:ext uri="{FF2B5EF4-FFF2-40B4-BE49-F238E27FC236}">
                        <a16:creationId xmlns:a16="http://schemas.microsoft.com/office/drawing/2014/main" id="{642CD95B-2377-96CE-41DA-205DB40C51C7}"/>
                      </a:ext>
                    </a:extLst>
                  </p:cNvPr>
                  <p:cNvSpPr>
                    <a:spLocks noChangeShapeType="1"/>
                  </p:cNvSpPr>
                  <p:nvPr/>
                </p:nvSpPr>
                <p:spPr bwMode="auto">
                  <a:xfrm>
                    <a:off x="1708" y="234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9" name="Line 45">
                    <a:extLst>
                      <a:ext uri="{FF2B5EF4-FFF2-40B4-BE49-F238E27FC236}">
                        <a16:creationId xmlns:a16="http://schemas.microsoft.com/office/drawing/2014/main" id="{4FFC3964-4D40-3334-8BB5-F99AFCF423F6}"/>
                      </a:ext>
                    </a:extLst>
                  </p:cNvPr>
                  <p:cNvSpPr>
                    <a:spLocks noChangeShapeType="1"/>
                  </p:cNvSpPr>
                  <p:nvPr/>
                </p:nvSpPr>
                <p:spPr bwMode="auto">
                  <a:xfrm>
                    <a:off x="1708" y="239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0" name="Line 46">
                    <a:extLst>
                      <a:ext uri="{FF2B5EF4-FFF2-40B4-BE49-F238E27FC236}">
                        <a16:creationId xmlns:a16="http://schemas.microsoft.com/office/drawing/2014/main" id="{F8A389F4-953B-873F-0916-D4AD806A7E38}"/>
                      </a:ext>
                    </a:extLst>
                  </p:cNvPr>
                  <p:cNvSpPr>
                    <a:spLocks noChangeShapeType="1"/>
                  </p:cNvSpPr>
                  <p:nvPr/>
                </p:nvSpPr>
                <p:spPr bwMode="auto">
                  <a:xfrm>
                    <a:off x="1708" y="244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1" name="Line 47">
                    <a:extLst>
                      <a:ext uri="{FF2B5EF4-FFF2-40B4-BE49-F238E27FC236}">
                        <a16:creationId xmlns:a16="http://schemas.microsoft.com/office/drawing/2014/main" id="{9AF94301-BA6B-4F26-D27A-4570EB02011E}"/>
                      </a:ext>
                    </a:extLst>
                  </p:cNvPr>
                  <p:cNvSpPr>
                    <a:spLocks noChangeShapeType="1"/>
                  </p:cNvSpPr>
                  <p:nvPr/>
                </p:nvSpPr>
                <p:spPr bwMode="auto">
                  <a:xfrm>
                    <a:off x="1708" y="253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2" name="Line 48">
                    <a:extLst>
                      <a:ext uri="{FF2B5EF4-FFF2-40B4-BE49-F238E27FC236}">
                        <a16:creationId xmlns:a16="http://schemas.microsoft.com/office/drawing/2014/main" id="{A0601CC8-B770-E1FA-8EE2-602024857895}"/>
                      </a:ext>
                    </a:extLst>
                  </p:cNvPr>
                  <p:cNvSpPr>
                    <a:spLocks noChangeShapeType="1"/>
                  </p:cNvSpPr>
                  <p:nvPr/>
                </p:nvSpPr>
                <p:spPr bwMode="auto">
                  <a:xfrm>
                    <a:off x="1708" y="24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3" name="Line 49">
                    <a:extLst>
                      <a:ext uri="{FF2B5EF4-FFF2-40B4-BE49-F238E27FC236}">
                        <a16:creationId xmlns:a16="http://schemas.microsoft.com/office/drawing/2014/main" id="{6B43A939-2E26-63B6-5007-303A3A22C7DB}"/>
                      </a:ext>
                    </a:extLst>
                  </p:cNvPr>
                  <p:cNvSpPr>
                    <a:spLocks noChangeShapeType="1"/>
                  </p:cNvSpPr>
                  <p:nvPr/>
                </p:nvSpPr>
                <p:spPr bwMode="auto">
                  <a:xfrm>
                    <a:off x="1708" y="258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4" name="Line 50">
                    <a:extLst>
                      <a:ext uri="{FF2B5EF4-FFF2-40B4-BE49-F238E27FC236}">
                        <a16:creationId xmlns:a16="http://schemas.microsoft.com/office/drawing/2014/main" id="{4188553A-E4F1-6D9E-7065-28BE0A1A85D7}"/>
                      </a:ext>
                    </a:extLst>
                  </p:cNvPr>
                  <p:cNvSpPr>
                    <a:spLocks noChangeShapeType="1"/>
                  </p:cNvSpPr>
                  <p:nvPr/>
                </p:nvSpPr>
                <p:spPr bwMode="auto">
                  <a:xfrm>
                    <a:off x="1708" y="263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5" name="Line 51">
                    <a:extLst>
                      <a:ext uri="{FF2B5EF4-FFF2-40B4-BE49-F238E27FC236}">
                        <a16:creationId xmlns:a16="http://schemas.microsoft.com/office/drawing/2014/main" id="{0452BD94-65E0-9AE2-A1BC-45BECA0CABBC}"/>
                      </a:ext>
                    </a:extLst>
                  </p:cNvPr>
                  <p:cNvSpPr>
                    <a:spLocks noChangeShapeType="1"/>
                  </p:cNvSpPr>
                  <p:nvPr/>
                </p:nvSpPr>
                <p:spPr bwMode="auto">
                  <a:xfrm>
                    <a:off x="1708" y="2687"/>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6" name="Line 52">
                    <a:extLst>
                      <a:ext uri="{FF2B5EF4-FFF2-40B4-BE49-F238E27FC236}">
                        <a16:creationId xmlns:a16="http://schemas.microsoft.com/office/drawing/2014/main" id="{57FD0ECC-3730-5334-9962-CB72CE436005}"/>
                      </a:ext>
                    </a:extLst>
                  </p:cNvPr>
                  <p:cNvSpPr>
                    <a:spLocks noChangeShapeType="1"/>
                  </p:cNvSpPr>
                  <p:nvPr/>
                </p:nvSpPr>
                <p:spPr bwMode="auto">
                  <a:xfrm>
                    <a:off x="1708" y="277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7" name="Line 53">
                    <a:extLst>
                      <a:ext uri="{FF2B5EF4-FFF2-40B4-BE49-F238E27FC236}">
                        <a16:creationId xmlns:a16="http://schemas.microsoft.com/office/drawing/2014/main" id="{D459FBF7-FB07-9100-6DBB-87F3A988B02D}"/>
                      </a:ext>
                    </a:extLst>
                  </p:cNvPr>
                  <p:cNvSpPr>
                    <a:spLocks noChangeShapeType="1"/>
                  </p:cNvSpPr>
                  <p:nvPr/>
                </p:nvSpPr>
                <p:spPr bwMode="auto">
                  <a:xfrm>
                    <a:off x="1708" y="272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8" name="Line 54">
                    <a:extLst>
                      <a:ext uri="{FF2B5EF4-FFF2-40B4-BE49-F238E27FC236}">
                        <a16:creationId xmlns:a16="http://schemas.microsoft.com/office/drawing/2014/main" id="{B1D85623-4DE0-716B-8611-55B069D533AD}"/>
                      </a:ext>
                    </a:extLst>
                  </p:cNvPr>
                  <p:cNvSpPr>
                    <a:spLocks noChangeShapeType="1"/>
                  </p:cNvSpPr>
                  <p:nvPr/>
                </p:nvSpPr>
                <p:spPr bwMode="auto">
                  <a:xfrm>
                    <a:off x="1708" y="281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9" name="Line 55">
                    <a:extLst>
                      <a:ext uri="{FF2B5EF4-FFF2-40B4-BE49-F238E27FC236}">
                        <a16:creationId xmlns:a16="http://schemas.microsoft.com/office/drawing/2014/main" id="{75425401-0214-7422-B362-604AE99BD82E}"/>
                      </a:ext>
                    </a:extLst>
                  </p:cNvPr>
                  <p:cNvSpPr>
                    <a:spLocks noChangeShapeType="1"/>
                  </p:cNvSpPr>
                  <p:nvPr/>
                </p:nvSpPr>
                <p:spPr bwMode="auto">
                  <a:xfrm>
                    <a:off x="1708" y="2861"/>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0" name="Line 56">
                    <a:extLst>
                      <a:ext uri="{FF2B5EF4-FFF2-40B4-BE49-F238E27FC236}">
                        <a16:creationId xmlns:a16="http://schemas.microsoft.com/office/drawing/2014/main" id="{23EDC3B8-6209-2F17-F977-2F870843D80D}"/>
                      </a:ext>
                    </a:extLst>
                  </p:cNvPr>
                  <p:cNvSpPr>
                    <a:spLocks noChangeShapeType="1"/>
                  </p:cNvSpPr>
                  <p:nvPr/>
                </p:nvSpPr>
                <p:spPr bwMode="auto">
                  <a:xfrm>
                    <a:off x="1708" y="2914"/>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1" name="Line 57">
                    <a:extLst>
                      <a:ext uri="{FF2B5EF4-FFF2-40B4-BE49-F238E27FC236}">
                        <a16:creationId xmlns:a16="http://schemas.microsoft.com/office/drawing/2014/main" id="{6398A438-8171-F812-8028-633F86D9767D}"/>
                      </a:ext>
                    </a:extLst>
                  </p:cNvPr>
                  <p:cNvSpPr>
                    <a:spLocks noChangeShapeType="1"/>
                  </p:cNvSpPr>
                  <p:nvPr/>
                </p:nvSpPr>
                <p:spPr bwMode="auto">
                  <a:xfrm>
                    <a:off x="1708" y="301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2" name="Line 58">
                    <a:extLst>
                      <a:ext uri="{FF2B5EF4-FFF2-40B4-BE49-F238E27FC236}">
                        <a16:creationId xmlns:a16="http://schemas.microsoft.com/office/drawing/2014/main" id="{0E6163DB-66AE-1524-D0DC-75F7CC50E9BE}"/>
                      </a:ext>
                    </a:extLst>
                  </p:cNvPr>
                  <p:cNvSpPr>
                    <a:spLocks noChangeShapeType="1"/>
                  </p:cNvSpPr>
                  <p:nvPr/>
                </p:nvSpPr>
                <p:spPr bwMode="auto">
                  <a:xfrm>
                    <a:off x="1708" y="29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3" name="Line 59">
                    <a:extLst>
                      <a:ext uri="{FF2B5EF4-FFF2-40B4-BE49-F238E27FC236}">
                        <a16:creationId xmlns:a16="http://schemas.microsoft.com/office/drawing/2014/main" id="{03C63A69-4C2F-EA05-31A0-2B255F1C11CB}"/>
                      </a:ext>
                    </a:extLst>
                  </p:cNvPr>
                  <p:cNvSpPr>
                    <a:spLocks noChangeShapeType="1"/>
                  </p:cNvSpPr>
                  <p:nvPr/>
                </p:nvSpPr>
                <p:spPr bwMode="auto">
                  <a:xfrm>
                    <a:off x="1708" y="3059"/>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4" name="Line 60">
                    <a:extLst>
                      <a:ext uri="{FF2B5EF4-FFF2-40B4-BE49-F238E27FC236}">
                        <a16:creationId xmlns:a16="http://schemas.microsoft.com/office/drawing/2014/main" id="{F81CAC69-77D2-6264-4FAF-B2C19700F4FA}"/>
                      </a:ext>
                    </a:extLst>
                  </p:cNvPr>
                  <p:cNvSpPr>
                    <a:spLocks noChangeShapeType="1"/>
                  </p:cNvSpPr>
                  <p:nvPr/>
                </p:nvSpPr>
                <p:spPr bwMode="auto">
                  <a:xfrm>
                    <a:off x="1708" y="3097"/>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5" name="Line 61">
                    <a:extLst>
                      <a:ext uri="{FF2B5EF4-FFF2-40B4-BE49-F238E27FC236}">
                        <a16:creationId xmlns:a16="http://schemas.microsoft.com/office/drawing/2014/main" id="{832936A5-897F-E09E-8B17-69068ABBE19F}"/>
                      </a:ext>
                    </a:extLst>
                  </p:cNvPr>
                  <p:cNvSpPr>
                    <a:spLocks noChangeShapeType="1"/>
                  </p:cNvSpPr>
                  <p:nvPr/>
                </p:nvSpPr>
                <p:spPr bwMode="auto">
                  <a:xfrm>
                    <a:off x="1708" y="315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6" name="Line 62">
                    <a:extLst>
                      <a:ext uri="{FF2B5EF4-FFF2-40B4-BE49-F238E27FC236}">
                        <a16:creationId xmlns:a16="http://schemas.microsoft.com/office/drawing/2014/main" id="{A6514C7C-4958-C1F5-050A-BD02E577DD23}"/>
                      </a:ext>
                    </a:extLst>
                  </p:cNvPr>
                  <p:cNvSpPr>
                    <a:spLocks noChangeShapeType="1"/>
                  </p:cNvSpPr>
                  <p:nvPr/>
                </p:nvSpPr>
                <p:spPr bwMode="auto">
                  <a:xfrm>
                    <a:off x="1708" y="3254"/>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7" name="Line 63">
                    <a:extLst>
                      <a:ext uri="{FF2B5EF4-FFF2-40B4-BE49-F238E27FC236}">
                        <a16:creationId xmlns:a16="http://schemas.microsoft.com/office/drawing/2014/main" id="{72AC0322-12A3-FBB1-8381-24D47A47A684}"/>
                      </a:ext>
                    </a:extLst>
                  </p:cNvPr>
                  <p:cNvSpPr>
                    <a:spLocks noChangeShapeType="1"/>
                  </p:cNvSpPr>
                  <p:nvPr/>
                </p:nvSpPr>
                <p:spPr bwMode="auto">
                  <a:xfrm>
                    <a:off x="1708" y="3206"/>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8" name="Line 64">
                    <a:extLst>
                      <a:ext uri="{FF2B5EF4-FFF2-40B4-BE49-F238E27FC236}">
                        <a16:creationId xmlns:a16="http://schemas.microsoft.com/office/drawing/2014/main" id="{1B8450D9-756B-6C8C-0B34-2C84BAE2BBFB}"/>
                      </a:ext>
                    </a:extLst>
                  </p:cNvPr>
                  <p:cNvSpPr>
                    <a:spLocks noChangeShapeType="1"/>
                  </p:cNvSpPr>
                  <p:nvPr/>
                </p:nvSpPr>
                <p:spPr bwMode="auto">
                  <a:xfrm>
                    <a:off x="1708" y="3303"/>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9" name="Line 65">
                    <a:extLst>
                      <a:ext uri="{FF2B5EF4-FFF2-40B4-BE49-F238E27FC236}">
                        <a16:creationId xmlns:a16="http://schemas.microsoft.com/office/drawing/2014/main" id="{E5E4A67B-41AC-70A5-07CC-4F60085833A6}"/>
                      </a:ext>
                    </a:extLst>
                  </p:cNvPr>
                  <p:cNvSpPr>
                    <a:spLocks noChangeShapeType="1"/>
                  </p:cNvSpPr>
                  <p:nvPr/>
                </p:nvSpPr>
                <p:spPr bwMode="auto">
                  <a:xfrm>
                    <a:off x="1708" y="335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0" name="Line 66">
                    <a:extLst>
                      <a:ext uri="{FF2B5EF4-FFF2-40B4-BE49-F238E27FC236}">
                        <a16:creationId xmlns:a16="http://schemas.microsoft.com/office/drawing/2014/main" id="{5E29BF23-2188-CC0C-F3EA-C3B3DEEFAE96}"/>
                      </a:ext>
                    </a:extLst>
                  </p:cNvPr>
                  <p:cNvSpPr>
                    <a:spLocks noChangeShapeType="1"/>
                  </p:cNvSpPr>
                  <p:nvPr/>
                </p:nvSpPr>
                <p:spPr bwMode="auto">
                  <a:xfrm>
                    <a:off x="1708" y="3393"/>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1" name="Line 67">
                    <a:extLst>
                      <a:ext uri="{FF2B5EF4-FFF2-40B4-BE49-F238E27FC236}">
                        <a16:creationId xmlns:a16="http://schemas.microsoft.com/office/drawing/2014/main" id="{ED9468DF-1395-A21D-A902-6FC903D21744}"/>
                      </a:ext>
                    </a:extLst>
                  </p:cNvPr>
                  <p:cNvSpPr>
                    <a:spLocks noChangeShapeType="1"/>
                  </p:cNvSpPr>
                  <p:nvPr/>
                </p:nvSpPr>
                <p:spPr bwMode="auto">
                  <a:xfrm>
                    <a:off x="1708" y="3490"/>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2" name="Line 68">
                    <a:extLst>
                      <a:ext uri="{FF2B5EF4-FFF2-40B4-BE49-F238E27FC236}">
                        <a16:creationId xmlns:a16="http://schemas.microsoft.com/office/drawing/2014/main" id="{E717945C-D380-D1FE-319F-C2EECAC2D3D0}"/>
                      </a:ext>
                    </a:extLst>
                  </p:cNvPr>
                  <p:cNvSpPr>
                    <a:spLocks noChangeShapeType="1"/>
                  </p:cNvSpPr>
                  <p:nvPr/>
                </p:nvSpPr>
                <p:spPr bwMode="auto">
                  <a:xfrm>
                    <a:off x="1708" y="344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3" name="Line 69">
                    <a:extLst>
                      <a:ext uri="{FF2B5EF4-FFF2-40B4-BE49-F238E27FC236}">
                        <a16:creationId xmlns:a16="http://schemas.microsoft.com/office/drawing/2014/main" id="{490BFF9F-8341-DA53-97A1-51D37AAE89B6}"/>
                      </a:ext>
                    </a:extLst>
                  </p:cNvPr>
                  <p:cNvSpPr>
                    <a:spLocks noChangeShapeType="1"/>
                  </p:cNvSpPr>
                  <p:nvPr/>
                </p:nvSpPr>
                <p:spPr bwMode="auto">
                  <a:xfrm>
                    <a:off x="1708" y="3538"/>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4" name="Line 70">
                    <a:extLst>
                      <a:ext uri="{FF2B5EF4-FFF2-40B4-BE49-F238E27FC236}">
                        <a16:creationId xmlns:a16="http://schemas.microsoft.com/office/drawing/2014/main" id="{219FDA4C-D81F-0179-4AC5-893E3E5A333D}"/>
                      </a:ext>
                    </a:extLst>
                  </p:cNvPr>
                  <p:cNvSpPr>
                    <a:spLocks noChangeShapeType="1"/>
                  </p:cNvSpPr>
                  <p:nvPr/>
                </p:nvSpPr>
                <p:spPr bwMode="auto">
                  <a:xfrm>
                    <a:off x="1708" y="3585"/>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5" name="Line 71">
                    <a:extLst>
                      <a:ext uri="{FF2B5EF4-FFF2-40B4-BE49-F238E27FC236}">
                        <a16:creationId xmlns:a16="http://schemas.microsoft.com/office/drawing/2014/main" id="{8F25BEEE-C0E1-499C-8258-3E31CCF91106}"/>
                      </a:ext>
                    </a:extLst>
                  </p:cNvPr>
                  <p:cNvSpPr>
                    <a:spLocks noChangeShapeType="1"/>
                  </p:cNvSpPr>
                  <p:nvPr/>
                </p:nvSpPr>
                <p:spPr bwMode="auto">
                  <a:xfrm>
                    <a:off x="1708" y="3638"/>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2463" name="Group 72">
                  <a:extLst>
                    <a:ext uri="{FF2B5EF4-FFF2-40B4-BE49-F238E27FC236}">
                      <a16:creationId xmlns:a16="http://schemas.microsoft.com/office/drawing/2014/main" id="{283D4FE7-8CF1-C1E4-63B9-C1828DE51338}"/>
                    </a:ext>
                  </a:extLst>
                </p:cNvPr>
                <p:cNvGrpSpPr>
                  <a:grpSpLocks/>
                </p:cNvGrpSpPr>
                <p:nvPr/>
              </p:nvGrpSpPr>
              <p:grpSpPr bwMode="auto">
                <a:xfrm>
                  <a:off x="1486" y="800"/>
                  <a:ext cx="3124" cy="3124"/>
                  <a:chOff x="1731" y="700"/>
                  <a:chExt cx="3124" cy="3124"/>
                </a:xfrm>
              </p:grpSpPr>
              <p:sp>
                <p:nvSpPr>
                  <p:cNvPr id="102464" name="Line 73">
                    <a:extLst>
                      <a:ext uri="{FF2B5EF4-FFF2-40B4-BE49-F238E27FC236}">
                        <a16:creationId xmlns:a16="http://schemas.microsoft.com/office/drawing/2014/main" id="{88D30AF9-E121-6109-946D-8B074191411B}"/>
                      </a:ext>
                    </a:extLst>
                  </p:cNvPr>
                  <p:cNvSpPr>
                    <a:spLocks noChangeShapeType="1"/>
                  </p:cNvSpPr>
                  <p:nvPr/>
                </p:nvSpPr>
                <p:spPr bwMode="auto">
                  <a:xfrm rot="5400000">
                    <a:off x="3293"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65" name="Line 74">
                    <a:extLst>
                      <a:ext uri="{FF2B5EF4-FFF2-40B4-BE49-F238E27FC236}">
                        <a16:creationId xmlns:a16="http://schemas.microsoft.com/office/drawing/2014/main" id="{F86A9833-5628-7C97-559B-DD6415586DB0}"/>
                      </a:ext>
                    </a:extLst>
                  </p:cNvPr>
                  <p:cNvSpPr>
                    <a:spLocks noChangeShapeType="1"/>
                  </p:cNvSpPr>
                  <p:nvPr/>
                </p:nvSpPr>
                <p:spPr bwMode="auto">
                  <a:xfrm rot="5400000">
                    <a:off x="3189"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66" name="Line 75">
                    <a:extLst>
                      <a:ext uri="{FF2B5EF4-FFF2-40B4-BE49-F238E27FC236}">
                        <a16:creationId xmlns:a16="http://schemas.microsoft.com/office/drawing/2014/main" id="{640979C7-09AE-CA9E-E366-F01097EF8AB8}"/>
                      </a:ext>
                    </a:extLst>
                  </p:cNvPr>
                  <p:cNvSpPr>
                    <a:spLocks noChangeShapeType="1"/>
                  </p:cNvSpPr>
                  <p:nvPr/>
                </p:nvSpPr>
                <p:spPr bwMode="auto">
                  <a:xfrm rot="5400000">
                    <a:off x="32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67" name="Line 76">
                    <a:extLst>
                      <a:ext uri="{FF2B5EF4-FFF2-40B4-BE49-F238E27FC236}">
                        <a16:creationId xmlns:a16="http://schemas.microsoft.com/office/drawing/2014/main" id="{8F288165-69FE-AF1B-C9F4-E7C18F524E42}"/>
                      </a:ext>
                    </a:extLst>
                  </p:cNvPr>
                  <p:cNvSpPr>
                    <a:spLocks noChangeShapeType="1"/>
                  </p:cNvSpPr>
                  <p:nvPr/>
                </p:nvSpPr>
                <p:spPr bwMode="auto">
                  <a:xfrm rot="5400000">
                    <a:off x="3139"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68" name="Line 77">
                    <a:extLst>
                      <a:ext uri="{FF2B5EF4-FFF2-40B4-BE49-F238E27FC236}">
                        <a16:creationId xmlns:a16="http://schemas.microsoft.com/office/drawing/2014/main" id="{16FBBE1A-DE6E-9FBF-25CA-1645353E3032}"/>
                      </a:ext>
                    </a:extLst>
                  </p:cNvPr>
                  <p:cNvSpPr>
                    <a:spLocks noChangeShapeType="1"/>
                  </p:cNvSpPr>
                  <p:nvPr/>
                </p:nvSpPr>
                <p:spPr bwMode="auto">
                  <a:xfrm rot="5400000">
                    <a:off x="309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69" name="Line 78">
                    <a:extLst>
                      <a:ext uri="{FF2B5EF4-FFF2-40B4-BE49-F238E27FC236}">
                        <a16:creationId xmlns:a16="http://schemas.microsoft.com/office/drawing/2014/main" id="{DBCAA38B-325F-DDDE-A3E7-E12C856B82D5}"/>
                      </a:ext>
                    </a:extLst>
                  </p:cNvPr>
                  <p:cNvSpPr>
                    <a:spLocks noChangeShapeType="1"/>
                  </p:cNvSpPr>
                  <p:nvPr/>
                </p:nvSpPr>
                <p:spPr bwMode="auto">
                  <a:xfrm rot="5400000">
                    <a:off x="3040"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0" name="Line 79">
                    <a:extLst>
                      <a:ext uri="{FF2B5EF4-FFF2-40B4-BE49-F238E27FC236}">
                        <a16:creationId xmlns:a16="http://schemas.microsoft.com/office/drawing/2014/main" id="{FD84FC1A-2BBE-82D3-DD1A-D63625AE6888}"/>
                      </a:ext>
                    </a:extLst>
                  </p:cNvPr>
                  <p:cNvSpPr>
                    <a:spLocks noChangeShapeType="1"/>
                  </p:cNvSpPr>
                  <p:nvPr/>
                </p:nvSpPr>
                <p:spPr bwMode="auto">
                  <a:xfrm rot="5400000">
                    <a:off x="29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1" name="Line 80">
                    <a:extLst>
                      <a:ext uri="{FF2B5EF4-FFF2-40B4-BE49-F238E27FC236}">
                        <a16:creationId xmlns:a16="http://schemas.microsoft.com/office/drawing/2014/main" id="{27B16987-0E12-373E-BCBA-E49943FE1106}"/>
                      </a:ext>
                    </a:extLst>
                  </p:cNvPr>
                  <p:cNvSpPr>
                    <a:spLocks noChangeShapeType="1"/>
                  </p:cNvSpPr>
                  <p:nvPr/>
                </p:nvSpPr>
                <p:spPr bwMode="auto">
                  <a:xfrm rot="5400000">
                    <a:off x="298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2" name="Line 81">
                    <a:extLst>
                      <a:ext uri="{FF2B5EF4-FFF2-40B4-BE49-F238E27FC236}">
                        <a16:creationId xmlns:a16="http://schemas.microsoft.com/office/drawing/2014/main" id="{859DEA04-26DC-94DA-A033-655030E61F20}"/>
                      </a:ext>
                    </a:extLst>
                  </p:cNvPr>
                  <p:cNvSpPr>
                    <a:spLocks noChangeShapeType="1"/>
                  </p:cNvSpPr>
                  <p:nvPr/>
                </p:nvSpPr>
                <p:spPr bwMode="auto">
                  <a:xfrm rot="5400000">
                    <a:off x="289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3" name="Line 82">
                    <a:extLst>
                      <a:ext uri="{FF2B5EF4-FFF2-40B4-BE49-F238E27FC236}">
                        <a16:creationId xmlns:a16="http://schemas.microsoft.com/office/drawing/2014/main" id="{21C5961B-A0FF-B8D7-55FB-272B403C97CE}"/>
                      </a:ext>
                    </a:extLst>
                  </p:cNvPr>
                  <p:cNvSpPr>
                    <a:spLocks noChangeShapeType="1"/>
                  </p:cNvSpPr>
                  <p:nvPr/>
                </p:nvSpPr>
                <p:spPr bwMode="auto">
                  <a:xfrm rot="5400000">
                    <a:off x="284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4" name="Line 83">
                    <a:extLst>
                      <a:ext uri="{FF2B5EF4-FFF2-40B4-BE49-F238E27FC236}">
                        <a16:creationId xmlns:a16="http://schemas.microsoft.com/office/drawing/2014/main" id="{8AAB1801-F4CA-2CCC-8115-4233B4E99DDB}"/>
                      </a:ext>
                    </a:extLst>
                  </p:cNvPr>
                  <p:cNvSpPr>
                    <a:spLocks noChangeShapeType="1"/>
                  </p:cNvSpPr>
                  <p:nvPr/>
                </p:nvSpPr>
                <p:spPr bwMode="auto">
                  <a:xfrm rot="5400000">
                    <a:off x="280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5" name="Line 84">
                    <a:extLst>
                      <a:ext uri="{FF2B5EF4-FFF2-40B4-BE49-F238E27FC236}">
                        <a16:creationId xmlns:a16="http://schemas.microsoft.com/office/drawing/2014/main" id="{91A5C55A-62AB-999C-ADC8-29DD653A5273}"/>
                      </a:ext>
                    </a:extLst>
                  </p:cNvPr>
                  <p:cNvSpPr>
                    <a:spLocks noChangeShapeType="1"/>
                  </p:cNvSpPr>
                  <p:nvPr/>
                </p:nvSpPr>
                <p:spPr bwMode="auto">
                  <a:xfrm rot="5400000">
                    <a:off x="270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6" name="Line 85">
                    <a:extLst>
                      <a:ext uri="{FF2B5EF4-FFF2-40B4-BE49-F238E27FC236}">
                        <a16:creationId xmlns:a16="http://schemas.microsoft.com/office/drawing/2014/main" id="{5C740CAA-ACBD-7C0C-AF4F-FE60D6CB0924}"/>
                      </a:ext>
                    </a:extLst>
                  </p:cNvPr>
                  <p:cNvSpPr>
                    <a:spLocks noChangeShapeType="1"/>
                  </p:cNvSpPr>
                  <p:nvPr/>
                </p:nvSpPr>
                <p:spPr bwMode="auto">
                  <a:xfrm rot="5400000">
                    <a:off x="274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7" name="Line 86">
                    <a:extLst>
                      <a:ext uri="{FF2B5EF4-FFF2-40B4-BE49-F238E27FC236}">
                        <a16:creationId xmlns:a16="http://schemas.microsoft.com/office/drawing/2014/main" id="{ED985A48-FFB9-A7F5-0F99-CD24DC5D8A83}"/>
                      </a:ext>
                    </a:extLst>
                  </p:cNvPr>
                  <p:cNvSpPr>
                    <a:spLocks noChangeShapeType="1"/>
                  </p:cNvSpPr>
                  <p:nvPr/>
                </p:nvSpPr>
                <p:spPr bwMode="auto">
                  <a:xfrm rot="5400000">
                    <a:off x="265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8" name="Line 87">
                    <a:extLst>
                      <a:ext uri="{FF2B5EF4-FFF2-40B4-BE49-F238E27FC236}">
                        <a16:creationId xmlns:a16="http://schemas.microsoft.com/office/drawing/2014/main" id="{CDD2D14B-29F4-44B6-9424-68C8BED1613D}"/>
                      </a:ext>
                    </a:extLst>
                  </p:cNvPr>
                  <p:cNvSpPr>
                    <a:spLocks noChangeShapeType="1"/>
                  </p:cNvSpPr>
                  <p:nvPr/>
                </p:nvSpPr>
                <p:spPr bwMode="auto">
                  <a:xfrm rot="5400000">
                    <a:off x="261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9" name="Line 88">
                    <a:extLst>
                      <a:ext uri="{FF2B5EF4-FFF2-40B4-BE49-F238E27FC236}">
                        <a16:creationId xmlns:a16="http://schemas.microsoft.com/office/drawing/2014/main" id="{4269C722-0DA1-B7CE-8DD2-22722ECD0EF9}"/>
                      </a:ext>
                    </a:extLst>
                  </p:cNvPr>
                  <p:cNvSpPr>
                    <a:spLocks noChangeShapeType="1"/>
                  </p:cNvSpPr>
                  <p:nvPr/>
                </p:nvSpPr>
                <p:spPr bwMode="auto">
                  <a:xfrm rot="5400000">
                    <a:off x="256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0" name="Line 89">
                    <a:extLst>
                      <a:ext uri="{FF2B5EF4-FFF2-40B4-BE49-F238E27FC236}">
                        <a16:creationId xmlns:a16="http://schemas.microsoft.com/office/drawing/2014/main" id="{38CD1479-DD41-63F7-C662-635D26906CF2}"/>
                      </a:ext>
                    </a:extLst>
                  </p:cNvPr>
                  <p:cNvSpPr>
                    <a:spLocks noChangeShapeType="1"/>
                  </p:cNvSpPr>
                  <p:nvPr/>
                </p:nvSpPr>
                <p:spPr bwMode="auto">
                  <a:xfrm rot="5400000">
                    <a:off x="246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1" name="Line 90">
                    <a:extLst>
                      <a:ext uri="{FF2B5EF4-FFF2-40B4-BE49-F238E27FC236}">
                        <a16:creationId xmlns:a16="http://schemas.microsoft.com/office/drawing/2014/main" id="{5AE846FE-47BA-9B35-AF2C-085D61BF8084}"/>
                      </a:ext>
                    </a:extLst>
                  </p:cNvPr>
                  <p:cNvSpPr>
                    <a:spLocks noChangeShapeType="1"/>
                  </p:cNvSpPr>
                  <p:nvPr/>
                </p:nvSpPr>
                <p:spPr bwMode="auto">
                  <a:xfrm rot="5400000">
                    <a:off x="251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2" name="Line 91">
                    <a:extLst>
                      <a:ext uri="{FF2B5EF4-FFF2-40B4-BE49-F238E27FC236}">
                        <a16:creationId xmlns:a16="http://schemas.microsoft.com/office/drawing/2014/main" id="{8469C8B6-1F27-9AB3-AB02-A5D2B5FF5707}"/>
                      </a:ext>
                    </a:extLst>
                  </p:cNvPr>
                  <p:cNvSpPr>
                    <a:spLocks noChangeShapeType="1"/>
                  </p:cNvSpPr>
                  <p:nvPr/>
                </p:nvSpPr>
                <p:spPr bwMode="auto">
                  <a:xfrm rot="5400000">
                    <a:off x="241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3" name="Line 92">
                    <a:extLst>
                      <a:ext uri="{FF2B5EF4-FFF2-40B4-BE49-F238E27FC236}">
                        <a16:creationId xmlns:a16="http://schemas.microsoft.com/office/drawing/2014/main" id="{467BB126-6D80-1942-D44D-2DA4DCA6E677}"/>
                      </a:ext>
                    </a:extLst>
                  </p:cNvPr>
                  <p:cNvSpPr>
                    <a:spLocks noChangeShapeType="1"/>
                  </p:cNvSpPr>
                  <p:nvPr/>
                </p:nvSpPr>
                <p:spPr bwMode="auto">
                  <a:xfrm rot="5400000">
                    <a:off x="237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4" name="Line 93">
                    <a:extLst>
                      <a:ext uri="{FF2B5EF4-FFF2-40B4-BE49-F238E27FC236}">
                        <a16:creationId xmlns:a16="http://schemas.microsoft.com/office/drawing/2014/main" id="{BD0BC2AD-0A80-17CC-8824-6ADB6CB9738E}"/>
                      </a:ext>
                    </a:extLst>
                  </p:cNvPr>
                  <p:cNvSpPr>
                    <a:spLocks noChangeShapeType="1"/>
                  </p:cNvSpPr>
                  <p:nvPr/>
                </p:nvSpPr>
                <p:spPr bwMode="auto">
                  <a:xfrm rot="5400000">
                    <a:off x="232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5" name="Line 94">
                    <a:extLst>
                      <a:ext uri="{FF2B5EF4-FFF2-40B4-BE49-F238E27FC236}">
                        <a16:creationId xmlns:a16="http://schemas.microsoft.com/office/drawing/2014/main" id="{F1235F68-C836-3127-8477-9E882231623C}"/>
                      </a:ext>
                    </a:extLst>
                  </p:cNvPr>
                  <p:cNvSpPr>
                    <a:spLocks noChangeShapeType="1"/>
                  </p:cNvSpPr>
                  <p:nvPr/>
                </p:nvSpPr>
                <p:spPr bwMode="auto">
                  <a:xfrm rot="5400000">
                    <a:off x="223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6" name="Line 95">
                    <a:extLst>
                      <a:ext uri="{FF2B5EF4-FFF2-40B4-BE49-F238E27FC236}">
                        <a16:creationId xmlns:a16="http://schemas.microsoft.com/office/drawing/2014/main" id="{BCB48319-0C7C-9598-0723-C0E088BB481E}"/>
                      </a:ext>
                    </a:extLst>
                  </p:cNvPr>
                  <p:cNvSpPr>
                    <a:spLocks noChangeShapeType="1"/>
                  </p:cNvSpPr>
                  <p:nvPr/>
                </p:nvSpPr>
                <p:spPr bwMode="auto">
                  <a:xfrm rot="5400000">
                    <a:off x="227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7" name="Line 96">
                    <a:extLst>
                      <a:ext uri="{FF2B5EF4-FFF2-40B4-BE49-F238E27FC236}">
                        <a16:creationId xmlns:a16="http://schemas.microsoft.com/office/drawing/2014/main" id="{4F4FE95A-6C97-630B-A909-BAF5DE118197}"/>
                      </a:ext>
                    </a:extLst>
                  </p:cNvPr>
                  <p:cNvSpPr>
                    <a:spLocks noChangeShapeType="1"/>
                  </p:cNvSpPr>
                  <p:nvPr/>
                </p:nvSpPr>
                <p:spPr bwMode="auto">
                  <a:xfrm rot="5400000">
                    <a:off x="218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8" name="Line 97">
                    <a:extLst>
                      <a:ext uri="{FF2B5EF4-FFF2-40B4-BE49-F238E27FC236}">
                        <a16:creationId xmlns:a16="http://schemas.microsoft.com/office/drawing/2014/main" id="{422CD01B-D4FB-028A-EA30-BDC794016E01}"/>
                      </a:ext>
                    </a:extLst>
                  </p:cNvPr>
                  <p:cNvSpPr>
                    <a:spLocks noChangeShapeType="1"/>
                  </p:cNvSpPr>
                  <p:nvPr/>
                </p:nvSpPr>
                <p:spPr bwMode="auto">
                  <a:xfrm rot="5400000">
                    <a:off x="212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89" name="Line 98">
                    <a:extLst>
                      <a:ext uri="{FF2B5EF4-FFF2-40B4-BE49-F238E27FC236}">
                        <a16:creationId xmlns:a16="http://schemas.microsoft.com/office/drawing/2014/main" id="{70B7529C-E9B2-ABED-10A4-E2F6796EC2DF}"/>
                      </a:ext>
                    </a:extLst>
                  </p:cNvPr>
                  <p:cNvSpPr>
                    <a:spLocks noChangeShapeType="1"/>
                  </p:cNvSpPr>
                  <p:nvPr/>
                </p:nvSpPr>
                <p:spPr bwMode="auto">
                  <a:xfrm rot="5400000">
                    <a:off x="208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0" name="Line 99">
                    <a:extLst>
                      <a:ext uri="{FF2B5EF4-FFF2-40B4-BE49-F238E27FC236}">
                        <a16:creationId xmlns:a16="http://schemas.microsoft.com/office/drawing/2014/main" id="{98A8C7A7-BF7E-2B63-3032-161AE56AD3B8}"/>
                      </a:ext>
                    </a:extLst>
                  </p:cNvPr>
                  <p:cNvSpPr>
                    <a:spLocks noChangeShapeType="1"/>
                  </p:cNvSpPr>
                  <p:nvPr/>
                </p:nvSpPr>
                <p:spPr bwMode="auto">
                  <a:xfrm rot="5400000">
                    <a:off x="198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1" name="Line 100">
                    <a:extLst>
                      <a:ext uri="{FF2B5EF4-FFF2-40B4-BE49-F238E27FC236}">
                        <a16:creationId xmlns:a16="http://schemas.microsoft.com/office/drawing/2014/main" id="{4CDAF047-F3E1-DDC4-C18B-DDE814A2C917}"/>
                      </a:ext>
                    </a:extLst>
                  </p:cNvPr>
                  <p:cNvSpPr>
                    <a:spLocks noChangeShapeType="1"/>
                  </p:cNvSpPr>
                  <p:nvPr/>
                </p:nvSpPr>
                <p:spPr bwMode="auto">
                  <a:xfrm rot="5400000">
                    <a:off x="203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2" name="Line 101">
                    <a:extLst>
                      <a:ext uri="{FF2B5EF4-FFF2-40B4-BE49-F238E27FC236}">
                        <a16:creationId xmlns:a16="http://schemas.microsoft.com/office/drawing/2014/main" id="{EAC33C0B-E083-6AB4-2174-5A0F06033D96}"/>
                      </a:ext>
                    </a:extLst>
                  </p:cNvPr>
                  <p:cNvSpPr>
                    <a:spLocks noChangeShapeType="1"/>
                  </p:cNvSpPr>
                  <p:nvPr/>
                </p:nvSpPr>
                <p:spPr bwMode="auto">
                  <a:xfrm rot="5400000">
                    <a:off x="193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3" name="Line 102">
                    <a:extLst>
                      <a:ext uri="{FF2B5EF4-FFF2-40B4-BE49-F238E27FC236}">
                        <a16:creationId xmlns:a16="http://schemas.microsoft.com/office/drawing/2014/main" id="{CB3AFD81-4DED-C118-650D-B82EC270F7F5}"/>
                      </a:ext>
                    </a:extLst>
                  </p:cNvPr>
                  <p:cNvSpPr>
                    <a:spLocks noChangeShapeType="1"/>
                  </p:cNvSpPr>
                  <p:nvPr/>
                </p:nvSpPr>
                <p:spPr bwMode="auto">
                  <a:xfrm rot="5400000">
                    <a:off x="189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4" name="Line 103">
                    <a:extLst>
                      <a:ext uri="{FF2B5EF4-FFF2-40B4-BE49-F238E27FC236}">
                        <a16:creationId xmlns:a16="http://schemas.microsoft.com/office/drawing/2014/main" id="{983BF11C-8058-4289-BDA6-98748F78BB09}"/>
                      </a:ext>
                    </a:extLst>
                  </p:cNvPr>
                  <p:cNvSpPr>
                    <a:spLocks noChangeShapeType="1"/>
                  </p:cNvSpPr>
                  <p:nvPr/>
                </p:nvSpPr>
                <p:spPr bwMode="auto">
                  <a:xfrm rot="5400000">
                    <a:off x="1847"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5" name="Line 104">
                    <a:extLst>
                      <a:ext uri="{FF2B5EF4-FFF2-40B4-BE49-F238E27FC236}">
                        <a16:creationId xmlns:a16="http://schemas.microsoft.com/office/drawing/2014/main" id="{B0D1CD3E-4D1B-8A20-3B8D-16755FF06B7C}"/>
                      </a:ext>
                    </a:extLst>
                  </p:cNvPr>
                  <p:cNvSpPr>
                    <a:spLocks noChangeShapeType="1"/>
                  </p:cNvSpPr>
                  <p:nvPr/>
                </p:nvSpPr>
                <p:spPr bwMode="auto">
                  <a:xfrm rot="5400000">
                    <a:off x="174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6" name="Line 105">
                    <a:extLst>
                      <a:ext uri="{FF2B5EF4-FFF2-40B4-BE49-F238E27FC236}">
                        <a16:creationId xmlns:a16="http://schemas.microsoft.com/office/drawing/2014/main" id="{B29A558D-1330-283D-E27C-17C5C049F6A5}"/>
                      </a:ext>
                    </a:extLst>
                  </p:cNvPr>
                  <p:cNvSpPr>
                    <a:spLocks noChangeShapeType="1"/>
                  </p:cNvSpPr>
                  <p:nvPr/>
                </p:nvSpPr>
                <p:spPr bwMode="auto">
                  <a:xfrm rot="5400000">
                    <a:off x="179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7" name="Line 106">
                    <a:extLst>
                      <a:ext uri="{FF2B5EF4-FFF2-40B4-BE49-F238E27FC236}">
                        <a16:creationId xmlns:a16="http://schemas.microsoft.com/office/drawing/2014/main" id="{F18FA95B-B751-CA5C-F4BE-B6A873A4D5EE}"/>
                      </a:ext>
                    </a:extLst>
                  </p:cNvPr>
                  <p:cNvSpPr>
                    <a:spLocks noChangeShapeType="1"/>
                  </p:cNvSpPr>
                  <p:nvPr/>
                </p:nvSpPr>
                <p:spPr bwMode="auto">
                  <a:xfrm rot="5400000">
                    <a:off x="170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8" name="Line 107">
                    <a:extLst>
                      <a:ext uri="{FF2B5EF4-FFF2-40B4-BE49-F238E27FC236}">
                        <a16:creationId xmlns:a16="http://schemas.microsoft.com/office/drawing/2014/main" id="{15DAB6E5-FB17-0EA9-3764-4DEB6662EA3D}"/>
                      </a:ext>
                    </a:extLst>
                  </p:cNvPr>
                  <p:cNvSpPr>
                    <a:spLocks noChangeShapeType="1"/>
                  </p:cNvSpPr>
                  <p:nvPr/>
                </p:nvSpPr>
                <p:spPr bwMode="auto">
                  <a:xfrm rot="5400000">
                    <a:off x="165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9" name="Line 108">
                    <a:extLst>
                      <a:ext uri="{FF2B5EF4-FFF2-40B4-BE49-F238E27FC236}">
                        <a16:creationId xmlns:a16="http://schemas.microsoft.com/office/drawing/2014/main" id="{0E268EDB-308D-1303-576C-9C62145DC108}"/>
                      </a:ext>
                    </a:extLst>
                  </p:cNvPr>
                  <p:cNvSpPr>
                    <a:spLocks noChangeShapeType="1"/>
                  </p:cNvSpPr>
                  <p:nvPr/>
                </p:nvSpPr>
                <p:spPr bwMode="auto">
                  <a:xfrm rot="5400000">
                    <a:off x="1611"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0" name="Line 109">
                    <a:extLst>
                      <a:ext uri="{FF2B5EF4-FFF2-40B4-BE49-F238E27FC236}">
                        <a16:creationId xmlns:a16="http://schemas.microsoft.com/office/drawing/2014/main" id="{3089E2DC-02C6-6B8D-3B9B-113F96736E0E}"/>
                      </a:ext>
                    </a:extLst>
                  </p:cNvPr>
                  <p:cNvSpPr>
                    <a:spLocks noChangeShapeType="1"/>
                  </p:cNvSpPr>
                  <p:nvPr/>
                </p:nvSpPr>
                <p:spPr bwMode="auto">
                  <a:xfrm rot="5400000">
                    <a:off x="150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1" name="Line 110">
                    <a:extLst>
                      <a:ext uri="{FF2B5EF4-FFF2-40B4-BE49-F238E27FC236}">
                        <a16:creationId xmlns:a16="http://schemas.microsoft.com/office/drawing/2014/main" id="{7830E987-D972-F7DC-25B1-DD9A4BD1A69B}"/>
                      </a:ext>
                    </a:extLst>
                  </p:cNvPr>
                  <p:cNvSpPr>
                    <a:spLocks noChangeShapeType="1"/>
                  </p:cNvSpPr>
                  <p:nvPr/>
                </p:nvSpPr>
                <p:spPr bwMode="auto">
                  <a:xfrm rot="5400000">
                    <a:off x="155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2" name="Line 111">
                    <a:extLst>
                      <a:ext uri="{FF2B5EF4-FFF2-40B4-BE49-F238E27FC236}">
                        <a16:creationId xmlns:a16="http://schemas.microsoft.com/office/drawing/2014/main" id="{5916874D-0DEB-1C86-91A9-A2DBF4E67679}"/>
                      </a:ext>
                    </a:extLst>
                  </p:cNvPr>
                  <p:cNvSpPr>
                    <a:spLocks noChangeShapeType="1"/>
                  </p:cNvSpPr>
                  <p:nvPr/>
                </p:nvSpPr>
                <p:spPr bwMode="auto">
                  <a:xfrm rot="5400000">
                    <a:off x="1467"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3" name="Line 112">
                    <a:extLst>
                      <a:ext uri="{FF2B5EF4-FFF2-40B4-BE49-F238E27FC236}">
                        <a16:creationId xmlns:a16="http://schemas.microsoft.com/office/drawing/2014/main" id="{FD21CE02-7016-4BAC-0FAB-1484A19DFF71}"/>
                      </a:ext>
                    </a:extLst>
                  </p:cNvPr>
                  <p:cNvSpPr>
                    <a:spLocks noChangeShapeType="1"/>
                  </p:cNvSpPr>
                  <p:nvPr/>
                </p:nvSpPr>
                <p:spPr bwMode="auto">
                  <a:xfrm rot="5400000">
                    <a:off x="141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4" name="Line 113">
                    <a:extLst>
                      <a:ext uri="{FF2B5EF4-FFF2-40B4-BE49-F238E27FC236}">
                        <a16:creationId xmlns:a16="http://schemas.microsoft.com/office/drawing/2014/main" id="{8ACA4E20-B5CA-8976-98B8-0615FF35475D}"/>
                      </a:ext>
                    </a:extLst>
                  </p:cNvPr>
                  <p:cNvSpPr>
                    <a:spLocks noChangeShapeType="1"/>
                  </p:cNvSpPr>
                  <p:nvPr/>
                </p:nvSpPr>
                <p:spPr bwMode="auto">
                  <a:xfrm rot="5400000">
                    <a:off x="1362"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5" name="Line 114">
                    <a:extLst>
                      <a:ext uri="{FF2B5EF4-FFF2-40B4-BE49-F238E27FC236}">
                        <a16:creationId xmlns:a16="http://schemas.microsoft.com/office/drawing/2014/main" id="{B823EB0B-5581-290E-1997-51AFC09DB564}"/>
                      </a:ext>
                    </a:extLst>
                  </p:cNvPr>
                  <p:cNvSpPr>
                    <a:spLocks noChangeShapeType="1"/>
                  </p:cNvSpPr>
                  <p:nvPr/>
                </p:nvSpPr>
                <p:spPr bwMode="auto">
                  <a:xfrm rot="5400000">
                    <a:off x="126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6" name="Line 115">
                    <a:extLst>
                      <a:ext uri="{FF2B5EF4-FFF2-40B4-BE49-F238E27FC236}">
                        <a16:creationId xmlns:a16="http://schemas.microsoft.com/office/drawing/2014/main" id="{FB5F7AE1-4A9D-0763-6569-D568BC92A1CE}"/>
                      </a:ext>
                    </a:extLst>
                  </p:cNvPr>
                  <p:cNvSpPr>
                    <a:spLocks noChangeShapeType="1"/>
                  </p:cNvSpPr>
                  <p:nvPr/>
                </p:nvSpPr>
                <p:spPr bwMode="auto">
                  <a:xfrm rot="5400000">
                    <a:off x="131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7" name="Line 116">
                    <a:extLst>
                      <a:ext uri="{FF2B5EF4-FFF2-40B4-BE49-F238E27FC236}">
                        <a16:creationId xmlns:a16="http://schemas.microsoft.com/office/drawing/2014/main" id="{A722D3F2-A313-EE25-90E3-6A208FC0CB0B}"/>
                      </a:ext>
                    </a:extLst>
                  </p:cNvPr>
                  <p:cNvSpPr>
                    <a:spLocks noChangeShapeType="1"/>
                  </p:cNvSpPr>
                  <p:nvPr/>
                </p:nvSpPr>
                <p:spPr bwMode="auto">
                  <a:xfrm rot="5400000">
                    <a:off x="1217"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8" name="Line 117">
                    <a:extLst>
                      <a:ext uri="{FF2B5EF4-FFF2-40B4-BE49-F238E27FC236}">
                        <a16:creationId xmlns:a16="http://schemas.microsoft.com/office/drawing/2014/main" id="{74A1803F-CFFC-B609-B505-D1F54DFCF2C6}"/>
                      </a:ext>
                    </a:extLst>
                  </p:cNvPr>
                  <p:cNvSpPr>
                    <a:spLocks noChangeShapeType="1"/>
                  </p:cNvSpPr>
                  <p:nvPr/>
                </p:nvSpPr>
                <p:spPr bwMode="auto">
                  <a:xfrm rot="5400000">
                    <a:off x="117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09" name="Line 118">
                    <a:extLst>
                      <a:ext uri="{FF2B5EF4-FFF2-40B4-BE49-F238E27FC236}">
                        <a16:creationId xmlns:a16="http://schemas.microsoft.com/office/drawing/2014/main" id="{0401C886-B891-C60B-A040-5E81C37C745D}"/>
                      </a:ext>
                    </a:extLst>
                  </p:cNvPr>
                  <p:cNvSpPr>
                    <a:spLocks noChangeShapeType="1"/>
                  </p:cNvSpPr>
                  <p:nvPr/>
                </p:nvSpPr>
                <p:spPr bwMode="auto">
                  <a:xfrm rot="5400000">
                    <a:off x="1127"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0" name="Line 119">
                    <a:extLst>
                      <a:ext uri="{FF2B5EF4-FFF2-40B4-BE49-F238E27FC236}">
                        <a16:creationId xmlns:a16="http://schemas.microsoft.com/office/drawing/2014/main" id="{B9065BFC-45FC-0EE9-8578-264230EA1CF0}"/>
                      </a:ext>
                    </a:extLst>
                  </p:cNvPr>
                  <p:cNvSpPr>
                    <a:spLocks noChangeShapeType="1"/>
                  </p:cNvSpPr>
                  <p:nvPr/>
                </p:nvSpPr>
                <p:spPr bwMode="auto">
                  <a:xfrm rot="5400000">
                    <a:off x="103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1" name="Line 120">
                    <a:extLst>
                      <a:ext uri="{FF2B5EF4-FFF2-40B4-BE49-F238E27FC236}">
                        <a16:creationId xmlns:a16="http://schemas.microsoft.com/office/drawing/2014/main" id="{E9E5921B-47BB-C0A0-9D34-109416BA8FFE}"/>
                      </a:ext>
                    </a:extLst>
                  </p:cNvPr>
                  <p:cNvSpPr>
                    <a:spLocks noChangeShapeType="1"/>
                  </p:cNvSpPr>
                  <p:nvPr/>
                </p:nvSpPr>
                <p:spPr bwMode="auto">
                  <a:xfrm rot="5400000">
                    <a:off x="107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2" name="Line 121">
                    <a:extLst>
                      <a:ext uri="{FF2B5EF4-FFF2-40B4-BE49-F238E27FC236}">
                        <a16:creationId xmlns:a16="http://schemas.microsoft.com/office/drawing/2014/main" id="{262AE917-769C-5343-F7DA-3ABCA4EF78B3}"/>
                      </a:ext>
                    </a:extLst>
                  </p:cNvPr>
                  <p:cNvSpPr>
                    <a:spLocks noChangeShapeType="1"/>
                  </p:cNvSpPr>
                  <p:nvPr/>
                </p:nvSpPr>
                <p:spPr bwMode="auto">
                  <a:xfrm rot="5400000">
                    <a:off x="98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3" name="Line 122">
                    <a:extLst>
                      <a:ext uri="{FF2B5EF4-FFF2-40B4-BE49-F238E27FC236}">
                        <a16:creationId xmlns:a16="http://schemas.microsoft.com/office/drawing/2014/main" id="{F59FF3F4-1EA6-A7BF-6D27-41EB7DBD4527}"/>
                      </a:ext>
                    </a:extLst>
                  </p:cNvPr>
                  <p:cNvSpPr>
                    <a:spLocks noChangeShapeType="1"/>
                  </p:cNvSpPr>
                  <p:nvPr/>
                </p:nvSpPr>
                <p:spPr bwMode="auto">
                  <a:xfrm rot="5400000">
                    <a:off x="93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4" name="Line 123">
                    <a:extLst>
                      <a:ext uri="{FF2B5EF4-FFF2-40B4-BE49-F238E27FC236}">
                        <a16:creationId xmlns:a16="http://schemas.microsoft.com/office/drawing/2014/main" id="{D438107E-9D28-078E-E8B5-6835C32F4767}"/>
                      </a:ext>
                    </a:extLst>
                  </p:cNvPr>
                  <p:cNvSpPr>
                    <a:spLocks noChangeShapeType="1"/>
                  </p:cNvSpPr>
                  <p:nvPr/>
                </p:nvSpPr>
                <p:spPr bwMode="auto">
                  <a:xfrm rot="5400000">
                    <a:off x="890"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5" name="Line 124">
                    <a:extLst>
                      <a:ext uri="{FF2B5EF4-FFF2-40B4-BE49-F238E27FC236}">
                        <a16:creationId xmlns:a16="http://schemas.microsoft.com/office/drawing/2014/main" id="{13934097-1D56-19C6-55CE-D40085E42D6C}"/>
                      </a:ext>
                    </a:extLst>
                  </p:cNvPr>
                  <p:cNvSpPr>
                    <a:spLocks noChangeShapeType="1"/>
                  </p:cNvSpPr>
                  <p:nvPr/>
                </p:nvSpPr>
                <p:spPr bwMode="auto">
                  <a:xfrm rot="5400000">
                    <a:off x="795"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6" name="Line 125">
                    <a:extLst>
                      <a:ext uri="{FF2B5EF4-FFF2-40B4-BE49-F238E27FC236}">
                        <a16:creationId xmlns:a16="http://schemas.microsoft.com/office/drawing/2014/main" id="{060E3CEA-A6C5-032D-80D6-00498E0FA171}"/>
                      </a:ext>
                    </a:extLst>
                  </p:cNvPr>
                  <p:cNvSpPr>
                    <a:spLocks noChangeShapeType="1"/>
                  </p:cNvSpPr>
                  <p:nvPr/>
                </p:nvSpPr>
                <p:spPr bwMode="auto">
                  <a:xfrm rot="5400000">
                    <a:off x="842"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7" name="Line 126">
                    <a:extLst>
                      <a:ext uri="{FF2B5EF4-FFF2-40B4-BE49-F238E27FC236}">
                        <a16:creationId xmlns:a16="http://schemas.microsoft.com/office/drawing/2014/main" id="{41213AD6-7D76-E07B-FC06-FEF6E91CF727}"/>
                      </a:ext>
                    </a:extLst>
                  </p:cNvPr>
                  <p:cNvSpPr>
                    <a:spLocks noChangeShapeType="1"/>
                  </p:cNvSpPr>
                  <p:nvPr/>
                </p:nvSpPr>
                <p:spPr bwMode="auto">
                  <a:xfrm rot="5400000">
                    <a:off x="746"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8" name="Line 127">
                    <a:extLst>
                      <a:ext uri="{FF2B5EF4-FFF2-40B4-BE49-F238E27FC236}">
                        <a16:creationId xmlns:a16="http://schemas.microsoft.com/office/drawing/2014/main" id="{AAA164A5-4835-8FD9-DED7-D122D1CE287E}"/>
                      </a:ext>
                    </a:extLst>
                  </p:cNvPr>
                  <p:cNvSpPr>
                    <a:spLocks noChangeShapeType="1"/>
                  </p:cNvSpPr>
                  <p:nvPr/>
                </p:nvSpPr>
                <p:spPr bwMode="auto">
                  <a:xfrm rot="5400000">
                    <a:off x="69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9" name="Line 128">
                    <a:extLst>
                      <a:ext uri="{FF2B5EF4-FFF2-40B4-BE49-F238E27FC236}">
                        <a16:creationId xmlns:a16="http://schemas.microsoft.com/office/drawing/2014/main" id="{BD9A815D-73BC-A716-62F7-6284180B1CAA}"/>
                      </a:ext>
                    </a:extLst>
                  </p:cNvPr>
                  <p:cNvSpPr>
                    <a:spLocks noChangeShapeType="1"/>
                  </p:cNvSpPr>
                  <p:nvPr/>
                </p:nvSpPr>
                <p:spPr bwMode="auto">
                  <a:xfrm rot="5400000">
                    <a:off x="655"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0" name="Line 129">
                    <a:extLst>
                      <a:ext uri="{FF2B5EF4-FFF2-40B4-BE49-F238E27FC236}">
                        <a16:creationId xmlns:a16="http://schemas.microsoft.com/office/drawing/2014/main" id="{9EEDFE2D-F8FD-327F-9053-F09E85866B13}"/>
                      </a:ext>
                    </a:extLst>
                  </p:cNvPr>
                  <p:cNvSpPr>
                    <a:spLocks noChangeShapeType="1"/>
                  </p:cNvSpPr>
                  <p:nvPr/>
                </p:nvSpPr>
                <p:spPr bwMode="auto">
                  <a:xfrm rot="5400000">
                    <a:off x="56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1" name="Line 130">
                    <a:extLst>
                      <a:ext uri="{FF2B5EF4-FFF2-40B4-BE49-F238E27FC236}">
                        <a16:creationId xmlns:a16="http://schemas.microsoft.com/office/drawing/2014/main" id="{53FA9F5D-A3DA-FEBF-4E8B-1D095F6C1FC1}"/>
                      </a:ext>
                    </a:extLst>
                  </p:cNvPr>
                  <p:cNvSpPr>
                    <a:spLocks noChangeShapeType="1"/>
                  </p:cNvSpPr>
                  <p:nvPr/>
                </p:nvSpPr>
                <p:spPr bwMode="auto">
                  <a:xfrm rot="5400000">
                    <a:off x="59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2" name="Line 131">
                    <a:extLst>
                      <a:ext uri="{FF2B5EF4-FFF2-40B4-BE49-F238E27FC236}">
                        <a16:creationId xmlns:a16="http://schemas.microsoft.com/office/drawing/2014/main" id="{E744D75E-B203-8AAF-99FD-3283D03D6A42}"/>
                      </a:ext>
                    </a:extLst>
                  </p:cNvPr>
                  <p:cNvSpPr>
                    <a:spLocks noChangeShapeType="1"/>
                  </p:cNvSpPr>
                  <p:nvPr/>
                </p:nvSpPr>
                <p:spPr bwMode="auto">
                  <a:xfrm rot="5400000">
                    <a:off x="510"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3" name="Line 132">
                    <a:extLst>
                      <a:ext uri="{FF2B5EF4-FFF2-40B4-BE49-F238E27FC236}">
                        <a16:creationId xmlns:a16="http://schemas.microsoft.com/office/drawing/2014/main" id="{55EB1B35-9130-FD24-8FBD-2B6E7A9C5CFD}"/>
                      </a:ext>
                    </a:extLst>
                  </p:cNvPr>
                  <p:cNvSpPr>
                    <a:spLocks noChangeShapeType="1"/>
                  </p:cNvSpPr>
                  <p:nvPr/>
                </p:nvSpPr>
                <p:spPr bwMode="auto">
                  <a:xfrm rot="5400000">
                    <a:off x="463"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4" name="Line 133">
                    <a:extLst>
                      <a:ext uri="{FF2B5EF4-FFF2-40B4-BE49-F238E27FC236}">
                        <a16:creationId xmlns:a16="http://schemas.microsoft.com/office/drawing/2014/main" id="{B2F2FE6E-13F6-0D44-70A9-6C4BCCF61567}"/>
                      </a:ext>
                    </a:extLst>
                  </p:cNvPr>
                  <p:cNvSpPr>
                    <a:spLocks noChangeShapeType="1"/>
                  </p:cNvSpPr>
                  <p:nvPr/>
                </p:nvSpPr>
                <p:spPr bwMode="auto">
                  <a:xfrm rot="5400000">
                    <a:off x="422"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5" name="Line 134">
                    <a:extLst>
                      <a:ext uri="{FF2B5EF4-FFF2-40B4-BE49-F238E27FC236}">
                        <a16:creationId xmlns:a16="http://schemas.microsoft.com/office/drawing/2014/main" id="{519FBDF2-0A2A-60D6-2064-69DEE67B319E}"/>
                      </a:ext>
                    </a:extLst>
                  </p:cNvPr>
                  <p:cNvSpPr>
                    <a:spLocks noChangeShapeType="1"/>
                  </p:cNvSpPr>
                  <p:nvPr/>
                </p:nvSpPr>
                <p:spPr bwMode="auto">
                  <a:xfrm rot="5400000">
                    <a:off x="31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6" name="Line 135">
                    <a:extLst>
                      <a:ext uri="{FF2B5EF4-FFF2-40B4-BE49-F238E27FC236}">
                        <a16:creationId xmlns:a16="http://schemas.microsoft.com/office/drawing/2014/main" id="{413DBB90-B691-7ABC-091A-F35A36F8DF4A}"/>
                      </a:ext>
                    </a:extLst>
                  </p:cNvPr>
                  <p:cNvSpPr>
                    <a:spLocks noChangeShapeType="1"/>
                  </p:cNvSpPr>
                  <p:nvPr/>
                </p:nvSpPr>
                <p:spPr bwMode="auto">
                  <a:xfrm rot="5400000">
                    <a:off x="364"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7" name="Line 136">
                    <a:extLst>
                      <a:ext uri="{FF2B5EF4-FFF2-40B4-BE49-F238E27FC236}">
                        <a16:creationId xmlns:a16="http://schemas.microsoft.com/office/drawing/2014/main" id="{53A5ECBE-A60A-A235-1922-02694D86DB9A}"/>
                      </a:ext>
                    </a:extLst>
                  </p:cNvPr>
                  <p:cNvSpPr>
                    <a:spLocks noChangeShapeType="1"/>
                  </p:cNvSpPr>
                  <p:nvPr/>
                </p:nvSpPr>
                <p:spPr bwMode="auto">
                  <a:xfrm rot="5400000">
                    <a:off x="268"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8" name="Line 137">
                    <a:extLst>
                      <a:ext uri="{FF2B5EF4-FFF2-40B4-BE49-F238E27FC236}">
                        <a16:creationId xmlns:a16="http://schemas.microsoft.com/office/drawing/2014/main" id="{E35F0523-5B45-F0C1-06AE-AB389256292B}"/>
                      </a:ext>
                    </a:extLst>
                  </p:cNvPr>
                  <p:cNvSpPr>
                    <a:spLocks noChangeShapeType="1"/>
                  </p:cNvSpPr>
                  <p:nvPr/>
                </p:nvSpPr>
                <p:spPr bwMode="auto">
                  <a:xfrm rot="5400000">
                    <a:off x="221" y="2262"/>
                    <a:ext cx="3124" cy="0"/>
                  </a:xfrm>
                  <a:prstGeom prst="line">
                    <a:avLst/>
                  </a:prstGeom>
                  <a:noFill/>
                  <a:ln w="95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9" name="Line 138">
                    <a:extLst>
                      <a:ext uri="{FF2B5EF4-FFF2-40B4-BE49-F238E27FC236}">
                        <a16:creationId xmlns:a16="http://schemas.microsoft.com/office/drawing/2014/main" id="{F78216E7-D8EB-45B2-99B9-C03933554A0A}"/>
                      </a:ext>
                    </a:extLst>
                  </p:cNvPr>
                  <p:cNvSpPr>
                    <a:spLocks noChangeShapeType="1"/>
                  </p:cNvSpPr>
                  <p:nvPr/>
                </p:nvSpPr>
                <p:spPr bwMode="auto">
                  <a:xfrm rot="5400000">
                    <a:off x="169" y="2262"/>
                    <a:ext cx="3124" cy="0"/>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02407" name="Line 139">
                <a:extLst>
                  <a:ext uri="{FF2B5EF4-FFF2-40B4-BE49-F238E27FC236}">
                    <a16:creationId xmlns:a16="http://schemas.microsoft.com/office/drawing/2014/main" id="{D49D0DBB-C63B-AA52-F419-FCDEE827D3C8}"/>
                  </a:ext>
                </a:extLst>
              </p:cNvPr>
              <p:cNvSpPr>
                <a:spLocks noChangeShapeType="1"/>
              </p:cNvSpPr>
              <p:nvPr/>
            </p:nvSpPr>
            <p:spPr bwMode="auto">
              <a:xfrm flipV="1">
                <a:off x="1212" y="927"/>
                <a:ext cx="0" cy="2653"/>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2408" name="Line 140">
                <a:extLst>
                  <a:ext uri="{FF2B5EF4-FFF2-40B4-BE49-F238E27FC236}">
                    <a16:creationId xmlns:a16="http://schemas.microsoft.com/office/drawing/2014/main" id="{01BC5AEE-F9B9-EF96-4337-BFB9C05DD705}"/>
                  </a:ext>
                </a:extLst>
              </p:cNvPr>
              <p:cNvSpPr>
                <a:spLocks noChangeShapeType="1"/>
              </p:cNvSpPr>
              <p:nvPr/>
            </p:nvSpPr>
            <p:spPr bwMode="auto">
              <a:xfrm>
                <a:off x="1208" y="3573"/>
                <a:ext cx="2290" cy="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2409" name="Line 141">
                <a:extLst>
                  <a:ext uri="{FF2B5EF4-FFF2-40B4-BE49-F238E27FC236}">
                    <a16:creationId xmlns:a16="http://schemas.microsoft.com/office/drawing/2014/main" id="{DEF5FC7C-2BF6-7207-3C62-92B1C43268BF}"/>
                  </a:ext>
                </a:extLst>
              </p:cNvPr>
              <p:cNvSpPr>
                <a:spLocks noChangeShapeType="1"/>
              </p:cNvSpPr>
              <p:nvPr/>
            </p:nvSpPr>
            <p:spPr bwMode="auto">
              <a:xfrm>
                <a:off x="2637" y="352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0" name="Line 142">
                <a:extLst>
                  <a:ext uri="{FF2B5EF4-FFF2-40B4-BE49-F238E27FC236}">
                    <a16:creationId xmlns:a16="http://schemas.microsoft.com/office/drawing/2014/main" id="{F1F484FC-AA20-EA21-DFA6-FFD3279EBCB6}"/>
                  </a:ext>
                </a:extLst>
              </p:cNvPr>
              <p:cNvSpPr>
                <a:spLocks noChangeShapeType="1"/>
              </p:cNvSpPr>
              <p:nvPr/>
            </p:nvSpPr>
            <p:spPr bwMode="auto">
              <a:xfrm>
                <a:off x="2166" y="352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1" name="Line 143">
                <a:extLst>
                  <a:ext uri="{FF2B5EF4-FFF2-40B4-BE49-F238E27FC236}">
                    <a16:creationId xmlns:a16="http://schemas.microsoft.com/office/drawing/2014/main" id="{6447083F-4F00-6804-7BA0-9A312145CA56}"/>
                  </a:ext>
                </a:extLst>
              </p:cNvPr>
              <p:cNvSpPr>
                <a:spLocks noChangeShapeType="1"/>
              </p:cNvSpPr>
              <p:nvPr/>
            </p:nvSpPr>
            <p:spPr bwMode="auto">
              <a:xfrm>
                <a:off x="1680" y="3523"/>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2" name="Line 144">
                <a:extLst>
                  <a:ext uri="{FF2B5EF4-FFF2-40B4-BE49-F238E27FC236}">
                    <a16:creationId xmlns:a16="http://schemas.microsoft.com/office/drawing/2014/main" id="{F79F925D-31B4-AFBD-0B52-A353EA3D1327}"/>
                  </a:ext>
                </a:extLst>
              </p:cNvPr>
              <p:cNvSpPr>
                <a:spLocks noChangeShapeType="1"/>
              </p:cNvSpPr>
              <p:nvPr/>
            </p:nvSpPr>
            <p:spPr bwMode="auto">
              <a:xfrm>
                <a:off x="3117" y="352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3" name="Line 145">
                <a:extLst>
                  <a:ext uri="{FF2B5EF4-FFF2-40B4-BE49-F238E27FC236}">
                    <a16:creationId xmlns:a16="http://schemas.microsoft.com/office/drawing/2014/main" id="{B7DBC799-15C6-4B53-DAE1-73CEB94FEA6F}"/>
                  </a:ext>
                </a:extLst>
              </p:cNvPr>
              <p:cNvSpPr>
                <a:spLocks noChangeShapeType="1"/>
              </p:cNvSpPr>
              <p:nvPr/>
            </p:nvSpPr>
            <p:spPr bwMode="auto">
              <a:xfrm rot="5400000">
                <a:off x="1238" y="210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4" name="Line 146">
                <a:extLst>
                  <a:ext uri="{FF2B5EF4-FFF2-40B4-BE49-F238E27FC236}">
                    <a16:creationId xmlns:a16="http://schemas.microsoft.com/office/drawing/2014/main" id="{1B63772A-00ED-41C1-D19A-B43EB4A64D7C}"/>
                  </a:ext>
                </a:extLst>
              </p:cNvPr>
              <p:cNvSpPr>
                <a:spLocks noChangeShapeType="1"/>
              </p:cNvSpPr>
              <p:nvPr/>
            </p:nvSpPr>
            <p:spPr bwMode="auto">
              <a:xfrm rot="5400000">
                <a:off x="1238" y="259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5" name="Line 147">
                <a:extLst>
                  <a:ext uri="{FF2B5EF4-FFF2-40B4-BE49-F238E27FC236}">
                    <a16:creationId xmlns:a16="http://schemas.microsoft.com/office/drawing/2014/main" id="{D2DC4C8B-43D8-43C5-F5B3-D0D0DFD33A49}"/>
                  </a:ext>
                </a:extLst>
              </p:cNvPr>
              <p:cNvSpPr>
                <a:spLocks noChangeShapeType="1"/>
              </p:cNvSpPr>
              <p:nvPr/>
            </p:nvSpPr>
            <p:spPr bwMode="auto">
              <a:xfrm rot="5400000">
                <a:off x="1238" y="306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6" name="Line 148">
                <a:extLst>
                  <a:ext uri="{FF2B5EF4-FFF2-40B4-BE49-F238E27FC236}">
                    <a16:creationId xmlns:a16="http://schemas.microsoft.com/office/drawing/2014/main" id="{45971642-DA94-55EF-6A9F-2E39E2114517}"/>
                  </a:ext>
                </a:extLst>
              </p:cNvPr>
              <p:cNvSpPr>
                <a:spLocks noChangeShapeType="1"/>
              </p:cNvSpPr>
              <p:nvPr/>
            </p:nvSpPr>
            <p:spPr bwMode="auto">
              <a:xfrm rot="5400000">
                <a:off x="1238" y="115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7" name="Line 149">
                <a:extLst>
                  <a:ext uri="{FF2B5EF4-FFF2-40B4-BE49-F238E27FC236}">
                    <a16:creationId xmlns:a16="http://schemas.microsoft.com/office/drawing/2014/main" id="{D8B2399D-44AA-6267-B088-A9D6DADCDE2D}"/>
                  </a:ext>
                </a:extLst>
              </p:cNvPr>
              <p:cNvSpPr>
                <a:spLocks noChangeShapeType="1"/>
              </p:cNvSpPr>
              <p:nvPr/>
            </p:nvSpPr>
            <p:spPr bwMode="auto">
              <a:xfrm rot="5400000">
                <a:off x="1238" y="1624"/>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8" name="Text Box 150">
                <a:extLst>
                  <a:ext uri="{FF2B5EF4-FFF2-40B4-BE49-F238E27FC236}">
                    <a16:creationId xmlns:a16="http://schemas.microsoft.com/office/drawing/2014/main" id="{1210A5C8-663A-58CC-3757-DE40DE85497A}"/>
                  </a:ext>
                </a:extLst>
              </p:cNvPr>
              <p:cNvSpPr txBox="1">
                <a:spLocks noChangeArrowheads="1"/>
              </p:cNvSpPr>
              <p:nvPr/>
            </p:nvSpPr>
            <p:spPr bwMode="auto">
              <a:xfrm>
                <a:off x="968" y="726"/>
                <a:ext cx="48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i="1">
                    <a:latin typeface="Times New Roman" panose="02020603050405020304" pitchFamily="18" charset="0"/>
                    <a:ea typeface="楷体_GB2312"/>
                  </a:rPr>
                  <a:t>I </a:t>
                </a:r>
                <a:r>
                  <a:rPr lang="en-US" altLang="zh-CN" sz="1600">
                    <a:latin typeface="Times New Roman" panose="02020603050405020304" pitchFamily="18" charset="0"/>
                    <a:ea typeface="楷体_GB2312"/>
                  </a:rPr>
                  <a:t>(mA)</a:t>
                </a:r>
                <a:endParaRPr lang="en-US" altLang="zh-CN" sz="2000">
                  <a:latin typeface="Times New Roman" panose="02020603050405020304" pitchFamily="18" charset="0"/>
                  <a:ea typeface="楷体_GB2312"/>
                </a:endParaRPr>
              </a:p>
            </p:txBody>
          </p:sp>
          <p:sp>
            <p:nvSpPr>
              <p:cNvPr id="102419" name="Text Box 151">
                <a:extLst>
                  <a:ext uri="{FF2B5EF4-FFF2-40B4-BE49-F238E27FC236}">
                    <a16:creationId xmlns:a16="http://schemas.microsoft.com/office/drawing/2014/main" id="{9653B479-EEBA-A39E-F87C-48AC7FE7D146}"/>
                  </a:ext>
                </a:extLst>
              </p:cNvPr>
              <p:cNvSpPr txBox="1">
                <a:spLocks noChangeArrowheads="1"/>
              </p:cNvSpPr>
              <p:nvPr/>
            </p:nvSpPr>
            <p:spPr bwMode="auto">
              <a:xfrm>
                <a:off x="3505" y="3484"/>
                <a:ext cx="41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600" i="1">
                    <a:latin typeface="Times New Roman" panose="02020603050405020304" pitchFamily="18" charset="0"/>
                    <a:ea typeface="楷体_GB2312"/>
                  </a:rPr>
                  <a:t>U </a:t>
                </a:r>
                <a:r>
                  <a:rPr lang="en-US" altLang="zh-CN" sz="1600">
                    <a:latin typeface="Times New Roman" panose="02020603050405020304" pitchFamily="18" charset="0"/>
                    <a:ea typeface="楷体_GB2312"/>
                  </a:rPr>
                  <a:t>(V)</a:t>
                </a:r>
                <a:endParaRPr lang="en-US" altLang="zh-CN" sz="2000">
                  <a:latin typeface="Times New Roman" panose="02020603050405020304" pitchFamily="18" charset="0"/>
                  <a:ea typeface="楷体_GB2312"/>
                </a:endParaRPr>
              </a:p>
            </p:txBody>
          </p:sp>
          <p:sp>
            <p:nvSpPr>
              <p:cNvPr id="102420" name="Text Box 152">
                <a:extLst>
                  <a:ext uri="{FF2B5EF4-FFF2-40B4-BE49-F238E27FC236}">
                    <a16:creationId xmlns:a16="http://schemas.microsoft.com/office/drawing/2014/main" id="{402E1512-E673-DAE3-6445-EA6A4AC2781A}"/>
                  </a:ext>
                </a:extLst>
              </p:cNvPr>
              <p:cNvSpPr txBox="1">
                <a:spLocks noChangeArrowheads="1"/>
              </p:cNvSpPr>
              <p:nvPr/>
            </p:nvSpPr>
            <p:spPr bwMode="auto">
              <a:xfrm>
                <a:off x="1072" y="3500"/>
                <a:ext cx="1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2000">
                    <a:latin typeface="宋体" panose="02010600030101010101" pitchFamily="2" charset="-122"/>
                    <a:ea typeface="楷体_GB2312"/>
                  </a:rPr>
                  <a:t>o</a:t>
                </a:r>
                <a:endParaRPr lang="en-US" altLang="zh-CN" sz="2000">
                  <a:latin typeface="Times New Roman" panose="02020603050405020304" pitchFamily="18" charset="0"/>
                  <a:ea typeface="楷体_GB2312"/>
                </a:endParaRPr>
              </a:p>
            </p:txBody>
          </p:sp>
          <p:sp>
            <p:nvSpPr>
              <p:cNvPr id="102421" name="Text Box 153">
                <a:extLst>
                  <a:ext uri="{FF2B5EF4-FFF2-40B4-BE49-F238E27FC236}">
                    <a16:creationId xmlns:a16="http://schemas.microsoft.com/office/drawing/2014/main" id="{C45936C6-1113-A184-A3F8-E21D6F9EC814}"/>
                  </a:ext>
                </a:extLst>
              </p:cNvPr>
              <p:cNvSpPr txBox="1">
                <a:spLocks noChangeArrowheads="1"/>
              </p:cNvSpPr>
              <p:nvPr/>
            </p:nvSpPr>
            <p:spPr bwMode="auto">
              <a:xfrm>
                <a:off x="1588" y="3589"/>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a:t>
                </a:r>
                <a:endParaRPr lang="en-US" altLang="zh-CN" sz="2000">
                  <a:latin typeface="Times New Roman" panose="02020603050405020304" pitchFamily="18" charset="0"/>
                  <a:ea typeface="楷体_GB2312"/>
                </a:endParaRPr>
              </a:p>
            </p:txBody>
          </p:sp>
          <p:sp>
            <p:nvSpPr>
              <p:cNvPr id="102422" name="Text Box 154">
                <a:extLst>
                  <a:ext uri="{FF2B5EF4-FFF2-40B4-BE49-F238E27FC236}">
                    <a16:creationId xmlns:a16="http://schemas.microsoft.com/office/drawing/2014/main" id="{32F0707C-3AB9-A928-4AA5-D9D9E4971C85}"/>
                  </a:ext>
                </a:extLst>
              </p:cNvPr>
              <p:cNvSpPr txBox="1">
                <a:spLocks noChangeArrowheads="1"/>
              </p:cNvSpPr>
              <p:nvPr/>
            </p:nvSpPr>
            <p:spPr bwMode="auto">
              <a:xfrm>
                <a:off x="2062" y="3589"/>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a:t>
                </a:r>
                <a:endParaRPr lang="en-US" altLang="zh-CN" sz="2000">
                  <a:latin typeface="Times New Roman" panose="02020603050405020304" pitchFamily="18" charset="0"/>
                  <a:ea typeface="楷体_GB2312"/>
                </a:endParaRPr>
              </a:p>
            </p:txBody>
          </p:sp>
          <p:sp>
            <p:nvSpPr>
              <p:cNvPr id="102423" name="Text Box 155">
                <a:extLst>
                  <a:ext uri="{FF2B5EF4-FFF2-40B4-BE49-F238E27FC236}">
                    <a16:creationId xmlns:a16="http://schemas.microsoft.com/office/drawing/2014/main" id="{519FE315-96DD-1D77-9359-7178C2113448}"/>
                  </a:ext>
                </a:extLst>
              </p:cNvPr>
              <p:cNvSpPr txBox="1">
                <a:spLocks noChangeArrowheads="1"/>
              </p:cNvSpPr>
              <p:nvPr/>
            </p:nvSpPr>
            <p:spPr bwMode="auto">
              <a:xfrm>
                <a:off x="2500" y="3589"/>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3.00</a:t>
                </a:r>
                <a:endParaRPr lang="en-US" altLang="zh-CN" sz="2000">
                  <a:latin typeface="Times New Roman" panose="02020603050405020304" pitchFamily="18" charset="0"/>
                  <a:ea typeface="楷体_GB2312"/>
                </a:endParaRPr>
              </a:p>
            </p:txBody>
          </p:sp>
          <p:sp>
            <p:nvSpPr>
              <p:cNvPr id="102424" name="Text Box 156">
                <a:extLst>
                  <a:ext uri="{FF2B5EF4-FFF2-40B4-BE49-F238E27FC236}">
                    <a16:creationId xmlns:a16="http://schemas.microsoft.com/office/drawing/2014/main" id="{ACEC5B68-0F42-8014-1764-71DBA4BB9573}"/>
                  </a:ext>
                </a:extLst>
              </p:cNvPr>
              <p:cNvSpPr txBox="1">
                <a:spLocks noChangeArrowheads="1"/>
              </p:cNvSpPr>
              <p:nvPr/>
            </p:nvSpPr>
            <p:spPr bwMode="auto">
              <a:xfrm>
                <a:off x="2968" y="3589"/>
                <a:ext cx="2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a:t>
                </a:r>
                <a:endParaRPr lang="en-US" altLang="zh-CN" sz="2000">
                  <a:latin typeface="Times New Roman" panose="02020603050405020304" pitchFamily="18" charset="0"/>
                  <a:ea typeface="楷体_GB2312"/>
                </a:endParaRPr>
              </a:p>
            </p:txBody>
          </p:sp>
          <p:sp>
            <p:nvSpPr>
              <p:cNvPr id="102425" name="Text Box 157">
                <a:extLst>
                  <a:ext uri="{FF2B5EF4-FFF2-40B4-BE49-F238E27FC236}">
                    <a16:creationId xmlns:a16="http://schemas.microsoft.com/office/drawing/2014/main" id="{FB3139C7-17F8-90AA-5A6D-79D21176CB27}"/>
                  </a:ext>
                </a:extLst>
              </p:cNvPr>
              <p:cNvSpPr txBox="1">
                <a:spLocks noChangeArrowheads="1"/>
              </p:cNvSpPr>
              <p:nvPr/>
            </p:nvSpPr>
            <p:spPr bwMode="auto">
              <a:xfrm>
                <a:off x="994" y="2569"/>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8.00</a:t>
                </a:r>
                <a:endParaRPr lang="en-US" altLang="zh-CN" sz="2000">
                  <a:latin typeface="Times New Roman" panose="02020603050405020304" pitchFamily="18" charset="0"/>
                  <a:ea typeface="楷体_GB2312"/>
                </a:endParaRPr>
              </a:p>
            </p:txBody>
          </p:sp>
          <p:sp>
            <p:nvSpPr>
              <p:cNvPr id="102426" name="Text Box 158">
                <a:extLst>
                  <a:ext uri="{FF2B5EF4-FFF2-40B4-BE49-F238E27FC236}">
                    <a16:creationId xmlns:a16="http://schemas.microsoft.com/office/drawing/2014/main" id="{B0316E8F-8847-031B-AD7A-3B93F751111D}"/>
                  </a:ext>
                </a:extLst>
              </p:cNvPr>
              <p:cNvSpPr txBox="1">
                <a:spLocks noChangeArrowheads="1"/>
              </p:cNvSpPr>
              <p:nvPr/>
            </p:nvSpPr>
            <p:spPr bwMode="auto">
              <a:xfrm>
                <a:off x="994" y="3031"/>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4.00</a:t>
                </a:r>
                <a:endParaRPr lang="en-US" altLang="zh-CN" sz="2000">
                  <a:latin typeface="Times New Roman" panose="02020603050405020304" pitchFamily="18" charset="0"/>
                  <a:ea typeface="楷体_GB2312"/>
                </a:endParaRPr>
              </a:p>
            </p:txBody>
          </p:sp>
          <p:sp>
            <p:nvSpPr>
              <p:cNvPr id="102427" name="Text Box 159">
                <a:extLst>
                  <a:ext uri="{FF2B5EF4-FFF2-40B4-BE49-F238E27FC236}">
                    <a16:creationId xmlns:a16="http://schemas.microsoft.com/office/drawing/2014/main" id="{33ED9A87-9D88-5C80-0448-C0E6454989A7}"/>
                  </a:ext>
                </a:extLst>
              </p:cNvPr>
              <p:cNvSpPr txBox="1">
                <a:spLocks noChangeArrowheads="1"/>
              </p:cNvSpPr>
              <p:nvPr/>
            </p:nvSpPr>
            <p:spPr bwMode="auto">
              <a:xfrm>
                <a:off x="946" y="1129"/>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20.00</a:t>
                </a:r>
                <a:endParaRPr lang="en-US" altLang="zh-CN" sz="2000">
                  <a:latin typeface="Times New Roman" panose="02020603050405020304" pitchFamily="18" charset="0"/>
                  <a:ea typeface="楷体_GB2312"/>
                </a:endParaRPr>
              </a:p>
            </p:txBody>
          </p:sp>
          <p:sp>
            <p:nvSpPr>
              <p:cNvPr id="102428" name="Text Box 160">
                <a:extLst>
                  <a:ext uri="{FF2B5EF4-FFF2-40B4-BE49-F238E27FC236}">
                    <a16:creationId xmlns:a16="http://schemas.microsoft.com/office/drawing/2014/main" id="{2883BC63-2B88-58EC-B456-393184CA34CA}"/>
                  </a:ext>
                </a:extLst>
              </p:cNvPr>
              <p:cNvSpPr txBox="1">
                <a:spLocks noChangeArrowheads="1"/>
              </p:cNvSpPr>
              <p:nvPr/>
            </p:nvSpPr>
            <p:spPr bwMode="auto">
              <a:xfrm>
                <a:off x="946" y="159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16.00</a:t>
                </a:r>
                <a:endParaRPr lang="en-US" altLang="zh-CN" sz="2000">
                  <a:latin typeface="Times New Roman" panose="02020603050405020304" pitchFamily="18" charset="0"/>
                  <a:ea typeface="楷体_GB2312"/>
                </a:endParaRPr>
              </a:p>
            </p:txBody>
          </p:sp>
          <p:sp>
            <p:nvSpPr>
              <p:cNvPr id="102429" name="Text Box 161">
                <a:extLst>
                  <a:ext uri="{FF2B5EF4-FFF2-40B4-BE49-F238E27FC236}">
                    <a16:creationId xmlns:a16="http://schemas.microsoft.com/office/drawing/2014/main" id="{4DBD320B-DB9F-3EE9-399A-D2FF2BC6737C}"/>
                  </a:ext>
                </a:extLst>
              </p:cNvPr>
              <p:cNvSpPr txBox="1">
                <a:spLocks noChangeArrowheads="1"/>
              </p:cNvSpPr>
              <p:nvPr/>
            </p:nvSpPr>
            <p:spPr bwMode="auto">
              <a:xfrm>
                <a:off x="958" y="2077"/>
                <a:ext cx="24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12.00</a:t>
                </a:r>
                <a:endParaRPr lang="en-US" altLang="zh-CN" sz="2000">
                  <a:latin typeface="Times New Roman" panose="02020603050405020304" pitchFamily="18" charset="0"/>
                  <a:ea typeface="楷体_GB2312"/>
                </a:endParaRPr>
              </a:p>
            </p:txBody>
          </p:sp>
          <p:sp>
            <p:nvSpPr>
              <p:cNvPr id="102430" name="Line 162">
                <a:extLst>
                  <a:ext uri="{FF2B5EF4-FFF2-40B4-BE49-F238E27FC236}">
                    <a16:creationId xmlns:a16="http://schemas.microsoft.com/office/drawing/2014/main" id="{8BAFCC59-6A9E-F926-D61D-EDD299AA802A}"/>
                  </a:ext>
                </a:extLst>
              </p:cNvPr>
              <p:cNvSpPr>
                <a:spLocks noChangeShapeType="1"/>
              </p:cNvSpPr>
              <p:nvPr/>
            </p:nvSpPr>
            <p:spPr bwMode="auto">
              <a:xfrm rot="5400000">
                <a:off x="1238" y="1381"/>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1" name="Text Box 163">
                <a:extLst>
                  <a:ext uri="{FF2B5EF4-FFF2-40B4-BE49-F238E27FC236}">
                    <a16:creationId xmlns:a16="http://schemas.microsoft.com/office/drawing/2014/main" id="{240B43CC-F3CC-6DC7-6C47-C28EB2593EB2}"/>
                  </a:ext>
                </a:extLst>
              </p:cNvPr>
              <p:cNvSpPr txBox="1">
                <a:spLocks noChangeArrowheads="1"/>
              </p:cNvSpPr>
              <p:nvPr/>
            </p:nvSpPr>
            <p:spPr bwMode="auto">
              <a:xfrm>
                <a:off x="946" y="1363"/>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18.00</a:t>
                </a:r>
                <a:endParaRPr lang="en-US" altLang="zh-CN" sz="2000">
                  <a:latin typeface="Times New Roman" panose="02020603050405020304" pitchFamily="18" charset="0"/>
                  <a:ea typeface="楷体_GB2312"/>
                </a:endParaRPr>
              </a:p>
            </p:txBody>
          </p:sp>
          <p:sp>
            <p:nvSpPr>
              <p:cNvPr id="102432" name="Line 164">
                <a:extLst>
                  <a:ext uri="{FF2B5EF4-FFF2-40B4-BE49-F238E27FC236}">
                    <a16:creationId xmlns:a16="http://schemas.microsoft.com/office/drawing/2014/main" id="{8375C9F9-0B31-BA3D-FF3E-1BF7E8D924B3}"/>
                  </a:ext>
                </a:extLst>
              </p:cNvPr>
              <p:cNvSpPr>
                <a:spLocks noChangeShapeType="1"/>
              </p:cNvSpPr>
              <p:nvPr/>
            </p:nvSpPr>
            <p:spPr bwMode="auto">
              <a:xfrm rot="5400000">
                <a:off x="1238" y="1870"/>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3" name="Text Box 165">
                <a:extLst>
                  <a:ext uri="{FF2B5EF4-FFF2-40B4-BE49-F238E27FC236}">
                    <a16:creationId xmlns:a16="http://schemas.microsoft.com/office/drawing/2014/main" id="{F943D15F-F8A2-81CD-AF92-6C126D0723A6}"/>
                  </a:ext>
                </a:extLst>
              </p:cNvPr>
              <p:cNvSpPr txBox="1">
                <a:spLocks noChangeArrowheads="1"/>
              </p:cNvSpPr>
              <p:nvPr/>
            </p:nvSpPr>
            <p:spPr bwMode="auto">
              <a:xfrm>
                <a:off x="946" y="1837"/>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14.00</a:t>
                </a:r>
                <a:endParaRPr lang="en-US" altLang="zh-CN" sz="2000">
                  <a:latin typeface="Times New Roman" panose="02020603050405020304" pitchFamily="18" charset="0"/>
                  <a:ea typeface="楷体_GB2312"/>
                </a:endParaRPr>
              </a:p>
            </p:txBody>
          </p:sp>
          <p:sp>
            <p:nvSpPr>
              <p:cNvPr id="102434" name="Line 166">
                <a:extLst>
                  <a:ext uri="{FF2B5EF4-FFF2-40B4-BE49-F238E27FC236}">
                    <a16:creationId xmlns:a16="http://schemas.microsoft.com/office/drawing/2014/main" id="{8F9EF7DD-B8E8-2677-538A-A1E5E737D19B}"/>
                  </a:ext>
                </a:extLst>
              </p:cNvPr>
              <p:cNvSpPr>
                <a:spLocks noChangeShapeType="1"/>
              </p:cNvSpPr>
              <p:nvPr/>
            </p:nvSpPr>
            <p:spPr bwMode="auto">
              <a:xfrm rot="5400000">
                <a:off x="1238" y="2350"/>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5" name="Text Box 167">
                <a:extLst>
                  <a:ext uri="{FF2B5EF4-FFF2-40B4-BE49-F238E27FC236}">
                    <a16:creationId xmlns:a16="http://schemas.microsoft.com/office/drawing/2014/main" id="{D4D5C232-95CA-6095-0FC1-41A86806B353}"/>
                  </a:ext>
                </a:extLst>
              </p:cNvPr>
              <p:cNvSpPr txBox="1">
                <a:spLocks noChangeArrowheads="1"/>
              </p:cNvSpPr>
              <p:nvPr/>
            </p:nvSpPr>
            <p:spPr bwMode="auto">
              <a:xfrm>
                <a:off x="946" y="2323"/>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10.00</a:t>
                </a:r>
                <a:endParaRPr lang="en-US" altLang="zh-CN" sz="2000">
                  <a:latin typeface="Times New Roman" panose="02020603050405020304" pitchFamily="18" charset="0"/>
                  <a:ea typeface="楷体_GB2312"/>
                </a:endParaRPr>
              </a:p>
            </p:txBody>
          </p:sp>
          <p:sp>
            <p:nvSpPr>
              <p:cNvPr id="102436" name="Line 168">
                <a:extLst>
                  <a:ext uri="{FF2B5EF4-FFF2-40B4-BE49-F238E27FC236}">
                    <a16:creationId xmlns:a16="http://schemas.microsoft.com/office/drawing/2014/main" id="{0E9949EC-0D46-8F7C-DC7D-A455FB3E0BDF}"/>
                  </a:ext>
                </a:extLst>
              </p:cNvPr>
              <p:cNvSpPr>
                <a:spLocks noChangeShapeType="1"/>
              </p:cNvSpPr>
              <p:nvPr/>
            </p:nvSpPr>
            <p:spPr bwMode="auto">
              <a:xfrm rot="5400000">
                <a:off x="1238" y="2836"/>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7" name="Text Box 169">
                <a:extLst>
                  <a:ext uri="{FF2B5EF4-FFF2-40B4-BE49-F238E27FC236}">
                    <a16:creationId xmlns:a16="http://schemas.microsoft.com/office/drawing/2014/main" id="{6754BB23-5D45-D429-DB11-F9C2ADDDB0A8}"/>
                  </a:ext>
                </a:extLst>
              </p:cNvPr>
              <p:cNvSpPr txBox="1">
                <a:spLocks noChangeArrowheads="1"/>
              </p:cNvSpPr>
              <p:nvPr/>
            </p:nvSpPr>
            <p:spPr bwMode="auto">
              <a:xfrm>
                <a:off x="994" y="2815"/>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6.00</a:t>
                </a:r>
                <a:endParaRPr lang="en-US" altLang="zh-CN" sz="2000">
                  <a:latin typeface="Times New Roman" panose="02020603050405020304" pitchFamily="18" charset="0"/>
                  <a:ea typeface="楷体_GB2312"/>
                </a:endParaRPr>
              </a:p>
            </p:txBody>
          </p:sp>
          <p:sp>
            <p:nvSpPr>
              <p:cNvPr id="102438" name="Line 170">
                <a:extLst>
                  <a:ext uri="{FF2B5EF4-FFF2-40B4-BE49-F238E27FC236}">
                    <a16:creationId xmlns:a16="http://schemas.microsoft.com/office/drawing/2014/main" id="{D3E3F29D-0C94-D79A-D76F-DF34B0244406}"/>
                  </a:ext>
                </a:extLst>
              </p:cNvPr>
              <p:cNvSpPr>
                <a:spLocks noChangeShapeType="1"/>
              </p:cNvSpPr>
              <p:nvPr/>
            </p:nvSpPr>
            <p:spPr bwMode="auto">
              <a:xfrm rot="5400000">
                <a:off x="1238" y="3310"/>
                <a:ext cx="0"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9" name="Text Box 171">
                <a:extLst>
                  <a:ext uri="{FF2B5EF4-FFF2-40B4-BE49-F238E27FC236}">
                    <a16:creationId xmlns:a16="http://schemas.microsoft.com/office/drawing/2014/main" id="{F43DB02C-B6CC-B36B-4FB1-E959ED175964}"/>
                  </a:ext>
                </a:extLst>
              </p:cNvPr>
              <p:cNvSpPr txBox="1">
                <a:spLocks noChangeArrowheads="1"/>
              </p:cNvSpPr>
              <p:nvPr/>
            </p:nvSpPr>
            <p:spPr bwMode="auto">
              <a:xfrm>
                <a:off x="994" y="3283"/>
                <a:ext cx="2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en-US" altLang="zh-CN" sz="1200">
                    <a:latin typeface="Times New Roman" panose="02020603050405020304" pitchFamily="18" charset="0"/>
                    <a:ea typeface="楷体_GB2312"/>
                  </a:rPr>
                  <a:t>2.00</a:t>
                </a:r>
                <a:endParaRPr lang="en-US" altLang="zh-CN" sz="2000">
                  <a:latin typeface="Times New Roman" panose="02020603050405020304" pitchFamily="18" charset="0"/>
                  <a:ea typeface="楷体_GB2312"/>
                </a:endParaRPr>
              </a:p>
            </p:txBody>
          </p:sp>
          <p:sp>
            <p:nvSpPr>
              <p:cNvPr id="102440" name="Line 172">
                <a:extLst>
                  <a:ext uri="{FF2B5EF4-FFF2-40B4-BE49-F238E27FC236}">
                    <a16:creationId xmlns:a16="http://schemas.microsoft.com/office/drawing/2014/main" id="{E2385002-96D9-4BBB-4C39-F5C124BD57EC}"/>
                  </a:ext>
                </a:extLst>
              </p:cNvPr>
              <p:cNvSpPr>
                <a:spLocks noChangeShapeType="1"/>
              </p:cNvSpPr>
              <p:nvPr/>
            </p:nvSpPr>
            <p:spPr bwMode="auto">
              <a:xfrm flipV="1">
                <a:off x="1209" y="1578"/>
                <a:ext cx="1996" cy="19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2441" name="Group 173">
                <a:extLst>
                  <a:ext uri="{FF2B5EF4-FFF2-40B4-BE49-F238E27FC236}">
                    <a16:creationId xmlns:a16="http://schemas.microsoft.com/office/drawing/2014/main" id="{31FB5D05-A9C3-B988-E666-8EDC6C4ABDBD}"/>
                  </a:ext>
                </a:extLst>
              </p:cNvPr>
              <p:cNvGrpSpPr>
                <a:grpSpLocks/>
              </p:cNvGrpSpPr>
              <p:nvPr/>
            </p:nvGrpSpPr>
            <p:grpSpPr bwMode="auto">
              <a:xfrm>
                <a:off x="1426" y="3304"/>
                <a:ext cx="48" cy="48"/>
                <a:chOff x="4336" y="3047"/>
                <a:chExt cx="118" cy="118"/>
              </a:xfrm>
            </p:grpSpPr>
            <p:sp>
              <p:nvSpPr>
                <p:cNvPr id="102460" name="Line 174">
                  <a:extLst>
                    <a:ext uri="{FF2B5EF4-FFF2-40B4-BE49-F238E27FC236}">
                      <a16:creationId xmlns:a16="http://schemas.microsoft.com/office/drawing/2014/main" id="{DAB283E5-CEE2-9D51-F35F-3CA19636F4CF}"/>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61" name="Line 175">
                  <a:extLst>
                    <a:ext uri="{FF2B5EF4-FFF2-40B4-BE49-F238E27FC236}">
                      <a16:creationId xmlns:a16="http://schemas.microsoft.com/office/drawing/2014/main" id="{85DDD7EE-D28D-AADD-0B76-3BDBAC7717F0}"/>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2442" name="Group 176">
                <a:extLst>
                  <a:ext uri="{FF2B5EF4-FFF2-40B4-BE49-F238E27FC236}">
                    <a16:creationId xmlns:a16="http://schemas.microsoft.com/office/drawing/2014/main" id="{36D3A495-81F8-0261-93DD-043D0078666D}"/>
                  </a:ext>
                </a:extLst>
              </p:cNvPr>
              <p:cNvGrpSpPr>
                <a:grpSpLocks/>
              </p:cNvGrpSpPr>
              <p:nvPr/>
            </p:nvGrpSpPr>
            <p:grpSpPr bwMode="auto">
              <a:xfrm>
                <a:off x="1669" y="3063"/>
                <a:ext cx="48" cy="48"/>
                <a:chOff x="4336" y="3047"/>
                <a:chExt cx="118" cy="118"/>
              </a:xfrm>
            </p:grpSpPr>
            <p:sp>
              <p:nvSpPr>
                <p:cNvPr id="102458" name="Line 177">
                  <a:extLst>
                    <a:ext uri="{FF2B5EF4-FFF2-40B4-BE49-F238E27FC236}">
                      <a16:creationId xmlns:a16="http://schemas.microsoft.com/office/drawing/2014/main" id="{C3F3B971-C6C3-48B4-608F-A8ADB81885EE}"/>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9" name="Line 178">
                  <a:extLst>
                    <a:ext uri="{FF2B5EF4-FFF2-40B4-BE49-F238E27FC236}">
                      <a16:creationId xmlns:a16="http://schemas.microsoft.com/office/drawing/2014/main" id="{656437ED-1121-6155-A88D-D8A87A189F18}"/>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2443" name="Group 179">
                <a:extLst>
                  <a:ext uri="{FF2B5EF4-FFF2-40B4-BE49-F238E27FC236}">
                    <a16:creationId xmlns:a16="http://schemas.microsoft.com/office/drawing/2014/main" id="{0AF536B0-D9CF-54B4-B35D-8B00DC79098C}"/>
                  </a:ext>
                </a:extLst>
              </p:cNvPr>
              <p:cNvGrpSpPr>
                <a:grpSpLocks/>
              </p:cNvGrpSpPr>
              <p:nvPr/>
            </p:nvGrpSpPr>
            <p:grpSpPr bwMode="auto">
              <a:xfrm>
                <a:off x="1893" y="2830"/>
                <a:ext cx="48" cy="48"/>
                <a:chOff x="4336" y="3047"/>
                <a:chExt cx="118" cy="118"/>
              </a:xfrm>
            </p:grpSpPr>
            <p:sp>
              <p:nvSpPr>
                <p:cNvPr id="102456" name="Line 180">
                  <a:extLst>
                    <a:ext uri="{FF2B5EF4-FFF2-40B4-BE49-F238E27FC236}">
                      <a16:creationId xmlns:a16="http://schemas.microsoft.com/office/drawing/2014/main" id="{0FD9D40E-8FA8-63FC-3B98-67E533055033}"/>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7" name="Line 181">
                  <a:extLst>
                    <a:ext uri="{FF2B5EF4-FFF2-40B4-BE49-F238E27FC236}">
                      <a16:creationId xmlns:a16="http://schemas.microsoft.com/office/drawing/2014/main" id="{7B8830F6-E466-8A32-D11E-BB1544E9580F}"/>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2444" name="Group 182">
                <a:extLst>
                  <a:ext uri="{FF2B5EF4-FFF2-40B4-BE49-F238E27FC236}">
                    <a16:creationId xmlns:a16="http://schemas.microsoft.com/office/drawing/2014/main" id="{89AFDC84-121D-9770-8016-5C8672297D26}"/>
                  </a:ext>
                </a:extLst>
              </p:cNvPr>
              <p:cNvGrpSpPr>
                <a:grpSpLocks/>
              </p:cNvGrpSpPr>
              <p:nvPr/>
            </p:nvGrpSpPr>
            <p:grpSpPr bwMode="auto">
              <a:xfrm>
                <a:off x="2136" y="2588"/>
                <a:ext cx="48" cy="48"/>
                <a:chOff x="4336" y="3047"/>
                <a:chExt cx="118" cy="118"/>
              </a:xfrm>
            </p:grpSpPr>
            <p:sp>
              <p:nvSpPr>
                <p:cNvPr id="102454" name="Line 183">
                  <a:extLst>
                    <a:ext uri="{FF2B5EF4-FFF2-40B4-BE49-F238E27FC236}">
                      <a16:creationId xmlns:a16="http://schemas.microsoft.com/office/drawing/2014/main" id="{57EF61E6-6331-830C-5133-574FF5678D00}"/>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5" name="Line 184">
                  <a:extLst>
                    <a:ext uri="{FF2B5EF4-FFF2-40B4-BE49-F238E27FC236}">
                      <a16:creationId xmlns:a16="http://schemas.microsoft.com/office/drawing/2014/main" id="{FCFB5C1F-086D-77BE-DEDE-8B6BF002B3B0}"/>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2445" name="Group 185">
                <a:extLst>
                  <a:ext uri="{FF2B5EF4-FFF2-40B4-BE49-F238E27FC236}">
                    <a16:creationId xmlns:a16="http://schemas.microsoft.com/office/drawing/2014/main" id="{69A37294-9068-6632-0707-54F60A2B2149}"/>
                  </a:ext>
                </a:extLst>
              </p:cNvPr>
              <p:cNvGrpSpPr>
                <a:grpSpLocks/>
              </p:cNvGrpSpPr>
              <p:nvPr/>
            </p:nvGrpSpPr>
            <p:grpSpPr bwMode="auto">
              <a:xfrm>
                <a:off x="2378" y="2338"/>
                <a:ext cx="48" cy="48"/>
                <a:chOff x="4336" y="3047"/>
                <a:chExt cx="118" cy="118"/>
              </a:xfrm>
            </p:grpSpPr>
            <p:sp>
              <p:nvSpPr>
                <p:cNvPr id="102452" name="Line 186">
                  <a:extLst>
                    <a:ext uri="{FF2B5EF4-FFF2-40B4-BE49-F238E27FC236}">
                      <a16:creationId xmlns:a16="http://schemas.microsoft.com/office/drawing/2014/main" id="{8E11A95A-4571-A482-A4C9-128B99426E6E}"/>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3" name="Line 187">
                  <a:extLst>
                    <a:ext uri="{FF2B5EF4-FFF2-40B4-BE49-F238E27FC236}">
                      <a16:creationId xmlns:a16="http://schemas.microsoft.com/office/drawing/2014/main" id="{CEA6D496-3AB1-BDBD-8D4D-8BD1A1E471A4}"/>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2446" name="Group 188">
                <a:extLst>
                  <a:ext uri="{FF2B5EF4-FFF2-40B4-BE49-F238E27FC236}">
                    <a16:creationId xmlns:a16="http://schemas.microsoft.com/office/drawing/2014/main" id="{56FF13ED-8D4E-EA86-03A6-51E628D6D981}"/>
                  </a:ext>
                </a:extLst>
              </p:cNvPr>
              <p:cNvGrpSpPr>
                <a:grpSpLocks/>
              </p:cNvGrpSpPr>
              <p:nvPr/>
            </p:nvGrpSpPr>
            <p:grpSpPr bwMode="auto">
              <a:xfrm>
                <a:off x="2629" y="2100"/>
                <a:ext cx="48" cy="48"/>
                <a:chOff x="4336" y="3047"/>
                <a:chExt cx="118" cy="118"/>
              </a:xfrm>
            </p:grpSpPr>
            <p:sp>
              <p:nvSpPr>
                <p:cNvPr id="102450" name="Line 189">
                  <a:extLst>
                    <a:ext uri="{FF2B5EF4-FFF2-40B4-BE49-F238E27FC236}">
                      <a16:creationId xmlns:a16="http://schemas.microsoft.com/office/drawing/2014/main" id="{22041D0C-2FDD-BEB8-E34A-228FBF8EB376}"/>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1" name="Line 190">
                  <a:extLst>
                    <a:ext uri="{FF2B5EF4-FFF2-40B4-BE49-F238E27FC236}">
                      <a16:creationId xmlns:a16="http://schemas.microsoft.com/office/drawing/2014/main" id="{84AAEC0F-7D3A-D373-71DF-80E9694BEA42}"/>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2447" name="Group 191">
                <a:extLst>
                  <a:ext uri="{FF2B5EF4-FFF2-40B4-BE49-F238E27FC236}">
                    <a16:creationId xmlns:a16="http://schemas.microsoft.com/office/drawing/2014/main" id="{34671E2F-55AD-5E07-DC39-6F444050F4E8}"/>
                  </a:ext>
                </a:extLst>
              </p:cNvPr>
              <p:cNvGrpSpPr>
                <a:grpSpLocks/>
              </p:cNvGrpSpPr>
              <p:nvPr/>
            </p:nvGrpSpPr>
            <p:grpSpPr bwMode="auto">
              <a:xfrm>
                <a:off x="2856" y="1872"/>
                <a:ext cx="48" cy="48"/>
                <a:chOff x="4336" y="3047"/>
                <a:chExt cx="118" cy="118"/>
              </a:xfrm>
            </p:grpSpPr>
            <p:sp>
              <p:nvSpPr>
                <p:cNvPr id="102448" name="Line 192">
                  <a:extLst>
                    <a:ext uri="{FF2B5EF4-FFF2-40B4-BE49-F238E27FC236}">
                      <a16:creationId xmlns:a16="http://schemas.microsoft.com/office/drawing/2014/main" id="{C9665803-B978-7FB0-6DC4-9B78EA9495DB}"/>
                    </a:ext>
                  </a:extLst>
                </p:cNvPr>
                <p:cNvSpPr>
                  <a:spLocks noChangeShapeType="1"/>
                </p:cNvSpPr>
                <p:nvPr/>
              </p:nvSpPr>
              <p:spPr bwMode="auto">
                <a:xfrm>
                  <a:off x="4336" y="3100"/>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49" name="Line 193">
                  <a:extLst>
                    <a:ext uri="{FF2B5EF4-FFF2-40B4-BE49-F238E27FC236}">
                      <a16:creationId xmlns:a16="http://schemas.microsoft.com/office/drawing/2014/main" id="{45B50A3C-4E0A-4543-AAC5-70CE90C3445B}"/>
                    </a:ext>
                  </a:extLst>
                </p:cNvPr>
                <p:cNvSpPr>
                  <a:spLocks noChangeShapeType="1"/>
                </p:cNvSpPr>
                <p:nvPr/>
              </p:nvSpPr>
              <p:spPr bwMode="auto">
                <a:xfrm rot="5400000">
                  <a:off x="4342" y="310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02405" name="Rectangle 194">
              <a:extLst>
                <a:ext uri="{FF2B5EF4-FFF2-40B4-BE49-F238E27FC236}">
                  <a16:creationId xmlns:a16="http://schemas.microsoft.com/office/drawing/2014/main" id="{3ACD0B4C-C54E-4699-7912-67F03A878788}"/>
                </a:ext>
              </a:extLst>
            </p:cNvPr>
            <p:cNvSpPr>
              <a:spLocks noChangeArrowheads="1"/>
            </p:cNvSpPr>
            <p:nvPr/>
          </p:nvSpPr>
          <p:spPr bwMode="auto">
            <a:xfrm>
              <a:off x="1531" y="3726"/>
              <a:ext cx="17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en-US" sz="2000">
                  <a:solidFill>
                    <a:schemeClr val="accent2"/>
                  </a:solidFill>
                  <a:latin typeface="Times New Roman" panose="02020603050405020304" pitchFamily="18" charset="0"/>
                  <a:ea typeface="黑体" panose="02010609060101010101" pitchFamily="49" charset="-122"/>
                </a:rPr>
                <a:t>电学元件伏安特性曲线</a:t>
              </a:r>
            </a:p>
          </p:txBody>
        </p:sp>
      </p:grpSp>
      <p:sp>
        <p:nvSpPr>
          <p:cNvPr id="102403" name="Text Box 195">
            <a:extLst>
              <a:ext uri="{FF2B5EF4-FFF2-40B4-BE49-F238E27FC236}">
                <a16:creationId xmlns:a16="http://schemas.microsoft.com/office/drawing/2014/main" id="{E36A9030-0EE3-1351-0F0E-9D49EA91F91E}"/>
              </a:ext>
            </a:extLst>
          </p:cNvPr>
          <p:cNvSpPr txBox="1">
            <a:spLocks noChangeArrowheads="1"/>
          </p:cNvSpPr>
          <p:nvPr/>
        </p:nvSpPr>
        <p:spPr bwMode="auto">
          <a:xfrm>
            <a:off x="1182688" y="500063"/>
            <a:ext cx="1876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50000"/>
              <a:buFont typeface="Wingdings 2" panose="05020102010507070707" pitchFamily="18" charset="2"/>
              <a:buChar char=""/>
              <a:defRPr sz="3200">
                <a:solidFill>
                  <a:schemeClr val="tx1"/>
                </a:solidFill>
                <a:latin typeface="Cambria" panose="02040503050406030204" pitchFamily="18" charset="0"/>
                <a:ea typeface="华文楷体" panose="02010600040101010101" pitchFamily="2" charset="-122"/>
              </a:defRPr>
            </a:lvl1pPr>
            <a:lvl2pPr marL="742950" indent="-285750">
              <a:spcBef>
                <a:spcPct val="20000"/>
              </a:spcBef>
              <a:buClr>
                <a:schemeClr val="accent2"/>
              </a:buClr>
              <a:buSzPct val="50000"/>
              <a:buFont typeface="Wingdings 2" panose="05020102010507070707" pitchFamily="18" charset="2"/>
              <a:buChar char="³"/>
              <a:defRPr sz="2800">
                <a:solidFill>
                  <a:schemeClr val="tx1"/>
                </a:solidFill>
                <a:latin typeface="Cambria" panose="02040503050406030204" pitchFamily="18" charset="0"/>
                <a:ea typeface="华文楷体" panose="02010600040101010101" pitchFamily="2" charset="-122"/>
              </a:defRPr>
            </a:lvl2pPr>
            <a:lvl3pPr marL="1143000" indent="-228600">
              <a:spcBef>
                <a:spcPct val="20000"/>
              </a:spcBef>
              <a:buClr>
                <a:srgbClr val="7B9B57"/>
              </a:buClr>
              <a:buSzPct val="60000"/>
              <a:buFont typeface="Wingdings 2" panose="05020102010507070707" pitchFamily="18" charset="2"/>
              <a:buChar char="®"/>
              <a:defRPr sz="2400">
                <a:solidFill>
                  <a:schemeClr val="tx1"/>
                </a:solidFill>
                <a:latin typeface="Cambria" panose="02040503050406030204" pitchFamily="18" charset="0"/>
                <a:ea typeface="华文楷体" panose="02010600040101010101" pitchFamily="2" charset="-122"/>
              </a:defRPr>
            </a:lvl3pPr>
            <a:lvl4pPr marL="1600200" indent="-228600">
              <a:spcBef>
                <a:spcPct val="20000"/>
              </a:spcBef>
              <a:buClr>
                <a:srgbClr val="8B7396"/>
              </a:buClr>
              <a:buSzPct val="45000"/>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4pPr>
            <a:lvl5pPr marL="2057400" indent="-228600">
              <a:spcBef>
                <a:spcPct val="20000"/>
              </a:spcBef>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5pPr>
            <a:lvl6pPr marL="25146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6pPr>
            <a:lvl7pPr marL="29718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7pPr>
            <a:lvl8pPr marL="34290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8pPr>
            <a:lvl9pPr marL="3886200" indent="-228600" eaLnBrk="0" fontAlgn="base" hangingPunct="0">
              <a:spcBef>
                <a:spcPct val="20000"/>
              </a:spcBef>
              <a:spcAft>
                <a:spcPct val="0"/>
              </a:spcAft>
              <a:buClr>
                <a:srgbClr val="E89A53"/>
              </a:buClr>
              <a:buFont typeface="Wingdings 2" panose="05020102010507070707" pitchFamily="18" charset="2"/>
              <a:buChar char=""/>
              <a:defRPr sz="2000">
                <a:solidFill>
                  <a:schemeClr val="tx1"/>
                </a:solidFill>
                <a:latin typeface="Cambria" panose="02040503050406030204" pitchFamily="18" charset="0"/>
                <a:ea typeface="华文楷体" panose="02010600040101010101" pitchFamily="2" charset="-122"/>
              </a:defRPr>
            </a:lvl9pPr>
          </a:lstStyle>
          <a:p>
            <a:pPr algn="ctr">
              <a:spcBef>
                <a:spcPct val="50000"/>
              </a:spcBef>
              <a:buClrTx/>
              <a:buSzTx/>
              <a:buFont typeface="Arial" panose="020B0604020202020204" pitchFamily="34" charset="0"/>
              <a:buNone/>
            </a:pPr>
            <a:r>
              <a:rPr lang="zh-CN" altLang="en-US" sz="2000">
                <a:solidFill>
                  <a:schemeClr val="accent2"/>
                </a:solidFill>
                <a:latin typeface="Times New Roman" panose="02020603050405020304" pitchFamily="18" charset="0"/>
                <a:ea typeface="黑体" panose="02010609060101010101" pitchFamily="49" charset="-122"/>
              </a:rPr>
              <a:t>改正为：</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050">
            <a:extLst>
              <a:ext uri="{FF2B5EF4-FFF2-40B4-BE49-F238E27FC236}">
                <a16:creationId xmlns:a16="http://schemas.microsoft.com/office/drawing/2014/main" id="{D7525189-7A57-993C-1953-20EF8CBA783D}"/>
              </a:ext>
            </a:extLst>
          </p:cNvPr>
          <p:cNvSpPr>
            <a:spLocks noGrp="1" noChangeArrowheads="1"/>
          </p:cNvSpPr>
          <p:nvPr>
            <p:ph type="title"/>
          </p:nvPr>
        </p:nvSpPr>
        <p:spPr>
          <a:xfrm>
            <a:off x="457200" y="266700"/>
            <a:ext cx="8153400" cy="1104900"/>
          </a:xfrm>
        </p:spPr>
        <p:txBody>
          <a:bodyPr/>
          <a:lstStyle/>
          <a:p>
            <a:pPr eaLnBrk="1" hangingPunct="1"/>
            <a:r>
              <a:rPr lang="zh-CN" altLang="en-US">
                <a:solidFill>
                  <a:srgbClr val="FF0000"/>
                </a:solidFill>
                <a:latin typeface="隶书" panose="02010509060101010101" pitchFamily="49" charset="-122"/>
              </a:rPr>
              <a:t>错    图</a:t>
            </a:r>
            <a:endParaRPr lang="zh-CN" altLang="en-US">
              <a:solidFill>
                <a:srgbClr val="FF0000"/>
              </a:solidFill>
            </a:endParaRPr>
          </a:p>
        </p:txBody>
      </p:sp>
      <p:sp>
        <p:nvSpPr>
          <p:cNvPr id="103427" name="Rectangle 2051">
            <a:extLst>
              <a:ext uri="{FF2B5EF4-FFF2-40B4-BE49-F238E27FC236}">
                <a16:creationId xmlns:a16="http://schemas.microsoft.com/office/drawing/2014/main" id="{DF8459DA-73C1-2A7D-26EC-FD404F62E657}"/>
              </a:ext>
            </a:extLst>
          </p:cNvPr>
          <p:cNvSpPr>
            <a:spLocks noGrp="1" noChangeArrowheads="1"/>
          </p:cNvSpPr>
          <p:nvPr>
            <p:ph idx="1"/>
          </p:nvPr>
        </p:nvSpPr>
        <p:spPr/>
        <p:txBody>
          <a:bodyPr/>
          <a:lstStyle/>
          <a:p>
            <a:pPr eaLnBrk="1" hangingPunct="1">
              <a:buFontTx/>
              <a:buNone/>
            </a:pPr>
            <a:endParaRPr lang="zh-CN" altLang="zh-CN"/>
          </a:p>
        </p:txBody>
      </p:sp>
      <p:pic>
        <p:nvPicPr>
          <p:cNvPr id="103428" name="Picture 2052" descr="图示3">
            <a:extLst>
              <a:ext uri="{FF2B5EF4-FFF2-40B4-BE49-F238E27FC236}">
                <a16:creationId xmlns:a16="http://schemas.microsoft.com/office/drawing/2014/main" id="{0819BF99-348E-03B2-EC04-81B915A873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83820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026">
            <a:extLst>
              <a:ext uri="{FF2B5EF4-FFF2-40B4-BE49-F238E27FC236}">
                <a16:creationId xmlns:a16="http://schemas.microsoft.com/office/drawing/2014/main" id="{E27EC17B-BC2C-7437-81F3-359736972B25}"/>
              </a:ext>
            </a:extLst>
          </p:cNvPr>
          <p:cNvSpPr>
            <a:spLocks noGrp="1" noChangeArrowheads="1"/>
          </p:cNvSpPr>
          <p:nvPr>
            <p:ph type="title"/>
          </p:nvPr>
        </p:nvSpPr>
        <p:spPr>
          <a:xfrm>
            <a:off x="457200" y="228600"/>
            <a:ext cx="8153400" cy="1104900"/>
          </a:xfrm>
        </p:spPr>
        <p:txBody>
          <a:bodyPr/>
          <a:lstStyle/>
          <a:p>
            <a:pPr eaLnBrk="1" hangingPunct="1"/>
            <a:r>
              <a:rPr lang="zh-CN" altLang="en-US">
                <a:solidFill>
                  <a:srgbClr val="FF0000"/>
                </a:solidFill>
              </a:rPr>
              <a:t>指出错误</a:t>
            </a:r>
          </a:p>
        </p:txBody>
      </p:sp>
      <p:pic>
        <p:nvPicPr>
          <p:cNvPr id="278534" name="Picture 1030">
            <a:extLst>
              <a:ext uri="{FF2B5EF4-FFF2-40B4-BE49-F238E27FC236}">
                <a16:creationId xmlns:a16="http://schemas.microsoft.com/office/drawing/2014/main" id="{37F6F462-35D2-3910-C1D5-9D1EFBF6B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484313"/>
            <a:ext cx="5543550"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8537" name="Text Box 1033">
            <a:extLst>
              <a:ext uri="{FF2B5EF4-FFF2-40B4-BE49-F238E27FC236}">
                <a16:creationId xmlns:a16="http://schemas.microsoft.com/office/drawing/2014/main" id="{F4BC2A2C-5150-88F0-494D-5E760DEF6E1D}"/>
              </a:ext>
            </a:extLst>
          </p:cNvPr>
          <p:cNvSpPr txBox="1">
            <a:spLocks noChangeArrowheads="1"/>
          </p:cNvSpPr>
          <p:nvPr/>
        </p:nvSpPr>
        <p:spPr bwMode="auto">
          <a:xfrm>
            <a:off x="6084888" y="1557338"/>
            <a:ext cx="2771775" cy="457200"/>
          </a:xfrm>
          <a:prstGeom prst="rect">
            <a:avLst/>
          </a:prstGeom>
          <a:noFill/>
          <a:ln w="9525">
            <a:noFill/>
            <a:miter lim="800000"/>
          </a:ln>
          <a:effectLst/>
        </p:spPr>
        <p:txBody>
          <a:bodyPr>
            <a:spAutoFit/>
          </a:bodyPr>
          <a:lstStyle/>
          <a:p>
            <a:pPr eaLnBrk="1" hangingPunct="1">
              <a:spcBef>
                <a:spcPct val="50000"/>
              </a:spcBef>
              <a:buFont typeface="Arial" panose="020B0604020202020204" pitchFamily="34" charset="0"/>
              <a:buNone/>
              <a:defRPr/>
            </a:pPr>
            <a:r>
              <a:rPr lang="en-US" altLang="zh-CN">
                <a:effectLst>
                  <a:outerShdw blurRad="38100" dist="38100" dir="2700000" algn="tl">
                    <a:srgbClr val="000000"/>
                  </a:outerShdw>
                </a:effectLst>
                <a:ea typeface="宋体" panose="02010600030101010101" pitchFamily="2" charset="-122"/>
                <a:cs typeface="+mn-cs"/>
              </a:rPr>
              <a:t>1. X</a:t>
            </a:r>
            <a:r>
              <a:rPr lang="zh-CN" altLang="en-US">
                <a:effectLst>
                  <a:outerShdw blurRad="38100" dist="38100" dir="2700000" algn="tl">
                    <a:srgbClr val="000000"/>
                  </a:outerShdw>
                </a:effectLst>
                <a:ea typeface="宋体" panose="02010600030101010101" pitchFamily="2" charset="-122"/>
                <a:cs typeface="+mn-cs"/>
              </a:rPr>
              <a:t>坐标轴分度错</a:t>
            </a:r>
          </a:p>
        </p:txBody>
      </p:sp>
      <p:sp>
        <p:nvSpPr>
          <p:cNvPr id="278538" name="Text Box 1034">
            <a:extLst>
              <a:ext uri="{FF2B5EF4-FFF2-40B4-BE49-F238E27FC236}">
                <a16:creationId xmlns:a16="http://schemas.microsoft.com/office/drawing/2014/main" id="{F12C2EB0-0A00-B69C-09A2-C3C7C627A160}"/>
              </a:ext>
            </a:extLst>
          </p:cNvPr>
          <p:cNvSpPr txBox="1">
            <a:spLocks noChangeArrowheads="1"/>
          </p:cNvSpPr>
          <p:nvPr/>
        </p:nvSpPr>
        <p:spPr bwMode="auto">
          <a:xfrm>
            <a:off x="6084888" y="2205038"/>
            <a:ext cx="3059112" cy="822325"/>
          </a:xfrm>
          <a:prstGeom prst="rect">
            <a:avLst/>
          </a:prstGeom>
          <a:noFill/>
          <a:ln w="9525">
            <a:noFill/>
            <a:miter lim="800000"/>
          </a:ln>
          <a:effectLst/>
        </p:spPr>
        <p:txBody>
          <a:bodyPr>
            <a:spAutoFit/>
          </a:bodyPr>
          <a:lstStyle/>
          <a:p>
            <a:pPr eaLnBrk="1" hangingPunct="1">
              <a:spcBef>
                <a:spcPct val="50000"/>
              </a:spcBef>
              <a:buFont typeface="Arial" panose="020B0604020202020204" pitchFamily="34" charset="0"/>
              <a:buNone/>
              <a:defRPr/>
            </a:pPr>
            <a:r>
              <a:rPr lang="en-US" altLang="zh-CN">
                <a:effectLst>
                  <a:outerShdw blurRad="38100" dist="38100" dir="2700000" algn="tl">
                    <a:srgbClr val="000000"/>
                  </a:outerShdw>
                </a:effectLst>
                <a:ea typeface="宋体" panose="02010600030101010101" pitchFamily="2" charset="-122"/>
                <a:cs typeface="+mn-cs"/>
              </a:rPr>
              <a:t>2.X</a:t>
            </a:r>
            <a:r>
              <a:rPr lang="zh-CN" altLang="en-US">
                <a:effectLst>
                  <a:outerShdw blurRad="38100" dist="38100" dir="2700000" algn="tl">
                    <a:srgbClr val="000000"/>
                  </a:outerShdw>
                </a:effectLst>
                <a:ea typeface="宋体" panose="02010600030101010101" pitchFamily="2" charset="-122"/>
                <a:cs typeface="+mn-cs"/>
              </a:rPr>
              <a:t>轴起点位置不应是</a:t>
            </a:r>
            <a:r>
              <a:rPr lang="en-US" altLang="zh-CN">
                <a:effectLst>
                  <a:outerShdw blurRad="38100" dist="38100" dir="2700000" algn="tl">
                    <a:srgbClr val="000000"/>
                  </a:outerShdw>
                </a:effectLst>
                <a:ea typeface="宋体" panose="02010600030101010101" pitchFamily="2" charset="-122"/>
                <a:cs typeface="+mn-cs"/>
              </a:rPr>
              <a:t>0.00</a:t>
            </a:r>
          </a:p>
        </p:txBody>
      </p:sp>
      <p:sp>
        <p:nvSpPr>
          <p:cNvPr id="278539" name="Text Box 1035">
            <a:extLst>
              <a:ext uri="{FF2B5EF4-FFF2-40B4-BE49-F238E27FC236}">
                <a16:creationId xmlns:a16="http://schemas.microsoft.com/office/drawing/2014/main" id="{D59D38E0-0034-1DD5-91A9-6BD8E79BBD30}"/>
              </a:ext>
            </a:extLst>
          </p:cNvPr>
          <p:cNvSpPr txBox="1">
            <a:spLocks noChangeArrowheads="1"/>
          </p:cNvSpPr>
          <p:nvPr/>
        </p:nvSpPr>
        <p:spPr bwMode="auto">
          <a:xfrm>
            <a:off x="6084888" y="3141663"/>
            <a:ext cx="2519362" cy="457200"/>
          </a:xfrm>
          <a:prstGeom prst="rect">
            <a:avLst/>
          </a:prstGeom>
          <a:noFill/>
          <a:ln w="9525">
            <a:noFill/>
            <a:miter lim="800000"/>
          </a:ln>
          <a:effectLst/>
        </p:spPr>
        <p:txBody>
          <a:bodyPr>
            <a:spAutoFit/>
          </a:bodyPr>
          <a:lstStyle/>
          <a:p>
            <a:pPr eaLnBrk="1" hangingPunct="1">
              <a:spcBef>
                <a:spcPct val="50000"/>
              </a:spcBef>
              <a:buFont typeface="Arial" panose="020B0604020202020204" pitchFamily="34" charset="0"/>
              <a:buNone/>
              <a:defRPr/>
            </a:pPr>
            <a:r>
              <a:rPr lang="en-US" altLang="zh-CN">
                <a:effectLst>
                  <a:outerShdw blurRad="38100" dist="38100" dir="2700000" algn="tl">
                    <a:srgbClr val="000000"/>
                  </a:outerShdw>
                </a:effectLst>
                <a:ea typeface="宋体" panose="02010600030101010101" pitchFamily="2" charset="-122"/>
                <a:cs typeface="+mn-cs"/>
              </a:rPr>
              <a:t>3.</a:t>
            </a:r>
            <a:r>
              <a:rPr lang="zh-CN" altLang="en-US">
                <a:effectLst>
                  <a:outerShdw blurRad="38100" dist="38100" dir="2700000" algn="tl">
                    <a:srgbClr val="000000"/>
                  </a:outerShdw>
                </a:effectLst>
                <a:ea typeface="宋体" panose="02010600030101010101" pitchFamily="2" charset="-122"/>
                <a:cs typeface="+mn-cs"/>
              </a:rPr>
              <a:t>解析点</a:t>
            </a:r>
            <a:r>
              <a:rPr lang="en-US" altLang="zh-CN">
                <a:effectLst>
                  <a:outerShdw blurRad="38100" dist="38100" dir="2700000" algn="tl">
                    <a:srgbClr val="000000"/>
                  </a:outerShdw>
                </a:effectLst>
                <a:ea typeface="宋体" panose="02010600030101010101" pitchFamily="2" charset="-122"/>
                <a:cs typeface="+mn-cs"/>
              </a:rPr>
              <a:t>A</a:t>
            </a:r>
            <a:r>
              <a:rPr lang="zh-CN" altLang="en-US">
                <a:effectLst>
                  <a:outerShdw blurRad="38100" dist="38100" dir="2700000" algn="tl">
                    <a:srgbClr val="000000"/>
                  </a:outerShdw>
                </a:effectLst>
                <a:ea typeface="宋体" panose="02010600030101010101" pitchFamily="2" charset="-122"/>
                <a:cs typeface="+mn-cs"/>
              </a:rPr>
              <a:t>位置错</a:t>
            </a:r>
          </a:p>
        </p:txBody>
      </p:sp>
      <p:sp>
        <p:nvSpPr>
          <p:cNvPr id="278540" name="Text Box 1036">
            <a:extLst>
              <a:ext uri="{FF2B5EF4-FFF2-40B4-BE49-F238E27FC236}">
                <a16:creationId xmlns:a16="http://schemas.microsoft.com/office/drawing/2014/main" id="{44BD201C-B7AF-2664-0F51-773E57A87C59}"/>
              </a:ext>
            </a:extLst>
          </p:cNvPr>
          <p:cNvSpPr txBox="1">
            <a:spLocks noChangeArrowheads="1"/>
          </p:cNvSpPr>
          <p:nvPr/>
        </p:nvSpPr>
        <p:spPr bwMode="auto">
          <a:xfrm>
            <a:off x="6084888" y="3789363"/>
            <a:ext cx="2808287" cy="822325"/>
          </a:xfrm>
          <a:prstGeom prst="rect">
            <a:avLst/>
          </a:prstGeom>
          <a:noFill/>
          <a:ln w="9525">
            <a:noFill/>
            <a:miter lim="800000"/>
          </a:ln>
          <a:effectLst/>
        </p:spPr>
        <p:txBody>
          <a:bodyPr>
            <a:spAutoFit/>
          </a:bodyPr>
          <a:lstStyle/>
          <a:p>
            <a:pPr eaLnBrk="1" hangingPunct="1">
              <a:spcBef>
                <a:spcPct val="50000"/>
              </a:spcBef>
              <a:buFont typeface="Arial" panose="020B0604020202020204" pitchFamily="34" charset="0"/>
              <a:buNone/>
              <a:defRPr/>
            </a:pPr>
            <a:r>
              <a:rPr lang="en-US" altLang="zh-CN" dirty="0">
                <a:effectLst>
                  <a:outerShdw blurRad="38100" dist="38100" dir="2700000" algn="tl">
                    <a:srgbClr val="000000"/>
                  </a:outerShdw>
                </a:effectLst>
                <a:ea typeface="宋体" panose="02010600030101010101" pitchFamily="2" charset="-122"/>
                <a:cs typeface="+mn-cs"/>
              </a:rPr>
              <a:t>4.</a:t>
            </a:r>
            <a:r>
              <a:rPr lang="zh-CN" altLang="en-US" dirty="0">
                <a:effectLst>
                  <a:outerShdw blurRad="38100" dist="38100" dir="2700000" algn="tl">
                    <a:srgbClr val="000000"/>
                  </a:outerShdw>
                </a:effectLst>
                <a:ea typeface="宋体" panose="02010600030101010101" pitchFamily="2" charset="-122"/>
                <a:cs typeface="+mn-cs"/>
              </a:rPr>
              <a:t>解析点坐标有效数字错</a:t>
            </a:r>
          </a:p>
        </p:txBody>
      </p:sp>
      <p:sp>
        <p:nvSpPr>
          <p:cNvPr id="278541" name="Text Box 1037">
            <a:extLst>
              <a:ext uri="{FF2B5EF4-FFF2-40B4-BE49-F238E27FC236}">
                <a16:creationId xmlns:a16="http://schemas.microsoft.com/office/drawing/2014/main" id="{DAA0A082-40FB-B0C9-C187-5B05662CA839}"/>
              </a:ext>
            </a:extLst>
          </p:cNvPr>
          <p:cNvSpPr txBox="1">
            <a:spLocks noChangeArrowheads="1"/>
          </p:cNvSpPr>
          <p:nvPr/>
        </p:nvSpPr>
        <p:spPr bwMode="auto">
          <a:xfrm>
            <a:off x="6084888" y="4797425"/>
            <a:ext cx="2879725" cy="457200"/>
          </a:xfrm>
          <a:prstGeom prst="rect">
            <a:avLst/>
          </a:prstGeom>
          <a:noFill/>
          <a:ln w="9525">
            <a:noFill/>
            <a:miter lim="800000"/>
          </a:ln>
          <a:effectLst/>
        </p:spPr>
        <p:txBody>
          <a:bodyPr>
            <a:spAutoFit/>
          </a:bodyPr>
          <a:lstStyle/>
          <a:p>
            <a:pPr eaLnBrk="1" hangingPunct="1">
              <a:spcBef>
                <a:spcPct val="50000"/>
              </a:spcBef>
              <a:buFont typeface="Arial" panose="020B0604020202020204" pitchFamily="34" charset="0"/>
              <a:buNone/>
              <a:defRPr/>
            </a:pPr>
            <a:r>
              <a:rPr lang="en-US" altLang="zh-CN">
                <a:effectLst>
                  <a:outerShdw blurRad="38100" dist="38100" dir="2700000" algn="tl">
                    <a:srgbClr val="000000"/>
                  </a:outerShdw>
                </a:effectLst>
                <a:ea typeface="宋体" panose="02010600030101010101" pitchFamily="2" charset="-122"/>
                <a:cs typeface="+mn-cs"/>
              </a:rPr>
              <a:t>5.</a:t>
            </a:r>
            <a:r>
              <a:rPr lang="zh-CN" altLang="en-US">
                <a:effectLst>
                  <a:outerShdw blurRad="38100" dist="38100" dir="2700000" algn="tl">
                    <a:srgbClr val="000000"/>
                  </a:outerShdw>
                </a:effectLst>
                <a:ea typeface="宋体" panose="02010600030101010101" pitchFamily="2" charset="-122"/>
                <a:cs typeface="+mn-cs"/>
              </a:rPr>
              <a:t>坐标轴无单位</a:t>
            </a:r>
          </a:p>
        </p:txBody>
      </p:sp>
      <p:sp>
        <p:nvSpPr>
          <p:cNvPr id="278542" name="Text Box 1038">
            <a:extLst>
              <a:ext uri="{FF2B5EF4-FFF2-40B4-BE49-F238E27FC236}">
                <a16:creationId xmlns:a16="http://schemas.microsoft.com/office/drawing/2014/main" id="{90696DC6-F6E4-F1C2-E000-A0B17D6FEC83}"/>
              </a:ext>
            </a:extLst>
          </p:cNvPr>
          <p:cNvSpPr txBox="1">
            <a:spLocks noChangeArrowheads="1"/>
          </p:cNvSpPr>
          <p:nvPr/>
        </p:nvSpPr>
        <p:spPr bwMode="auto">
          <a:xfrm>
            <a:off x="6084888" y="5445125"/>
            <a:ext cx="2303462" cy="822325"/>
          </a:xfrm>
          <a:prstGeom prst="rect">
            <a:avLst/>
          </a:prstGeom>
          <a:noFill/>
          <a:ln w="9525">
            <a:noFill/>
            <a:miter lim="800000"/>
          </a:ln>
          <a:effectLst/>
        </p:spPr>
        <p:txBody>
          <a:bodyPr>
            <a:spAutoFit/>
          </a:bodyPr>
          <a:lstStyle/>
          <a:p>
            <a:pPr eaLnBrk="1" hangingPunct="1">
              <a:spcBef>
                <a:spcPct val="50000"/>
              </a:spcBef>
              <a:buFont typeface="Arial" panose="020B0604020202020204" pitchFamily="34" charset="0"/>
              <a:buNone/>
              <a:defRPr/>
            </a:pPr>
            <a:r>
              <a:rPr lang="en-US" altLang="zh-CN">
                <a:effectLst>
                  <a:outerShdw blurRad="38100" dist="38100" dir="2700000" algn="tl">
                    <a:srgbClr val="000000"/>
                  </a:outerShdw>
                </a:effectLst>
                <a:ea typeface="宋体" panose="02010600030101010101" pitchFamily="2" charset="-122"/>
                <a:cs typeface="+mn-cs"/>
              </a:rPr>
              <a:t>6.</a:t>
            </a:r>
            <a:r>
              <a:rPr lang="zh-CN" altLang="en-US">
                <a:effectLst>
                  <a:outerShdw blurRad="38100" dist="38100" dir="2700000" algn="tl">
                    <a:srgbClr val="000000"/>
                  </a:outerShdw>
                </a:effectLst>
                <a:ea typeface="宋体" panose="02010600030101010101" pitchFamily="2" charset="-122"/>
                <a:cs typeface="+mn-cs"/>
              </a:rPr>
              <a:t>无图名、作者名、日期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8534"/>
                                        </p:tgtEl>
                                        <p:attrNameLst>
                                          <p:attrName>style.visibility</p:attrName>
                                        </p:attrNameLst>
                                      </p:cBhvr>
                                      <p:to>
                                        <p:strVal val="visible"/>
                                      </p:to>
                                    </p:set>
                                    <p:anim calcmode="lin" valueType="num">
                                      <p:cBhvr additive="base">
                                        <p:cTn id="7" dur="500" fill="hold"/>
                                        <p:tgtEl>
                                          <p:spTgt spid="278534"/>
                                        </p:tgtEl>
                                        <p:attrNameLst>
                                          <p:attrName>ppt_x</p:attrName>
                                        </p:attrNameLst>
                                      </p:cBhvr>
                                      <p:tavLst>
                                        <p:tav tm="0">
                                          <p:val>
                                            <p:strVal val="#ppt_x"/>
                                          </p:val>
                                        </p:tav>
                                        <p:tav tm="100000">
                                          <p:val>
                                            <p:strVal val="#ppt_x"/>
                                          </p:val>
                                        </p:tav>
                                      </p:tavLst>
                                    </p:anim>
                                    <p:anim calcmode="lin" valueType="num">
                                      <p:cBhvr additive="base">
                                        <p:cTn id="8" dur="500" fill="hold"/>
                                        <p:tgtEl>
                                          <p:spTgt spid="27853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8537"/>
                                        </p:tgtEl>
                                        <p:attrNameLst>
                                          <p:attrName>style.visibility</p:attrName>
                                        </p:attrNameLst>
                                      </p:cBhvr>
                                      <p:to>
                                        <p:strVal val="visible"/>
                                      </p:to>
                                    </p:set>
                                    <p:anim calcmode="lin" valueType="num">
                                      <p:cBhvr additive="base">
                                        <p:cTn id="13" dur="500" fill="hold"/>
                                        <p:tgtEl>
                                          <p:spTgt spid="278537"/>
                                        </p:tgtEl>
                                        <p:attrNameLst>
                                          <p:attrName>ppt_x</p:attrName>
                                        </p:attrNameLst>
                                      </p:cBhvr>
                                      <p:tavLst>
                                        <p:tav tm="0">
                                          <p:val>
                                            <p:strVal val="#ppt_x"/>
                                          </p:val>
                                        </p:tav>
                                        <p:tav tm="100000">
                                          <p:val>
                                            <p:strVal val="#ppt_x"/>
                                          </p:val>
                                        </p:tav>
                                      </p:tavLst>
                                    </p:anim>
                                    <p:anim calcmode="lin" valueType="num">
                                      <p:cBhvr additive="base">
                                        <p:cTn id="14" dur="500" fill="hold"/>
                                        <p:tgtEl>
                                          <p:spTgt spid="27853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78538"/>
                                        </p:tgtEl>
                                        <p:attrNameLst>
                                          <p:attrName>style.visibility</p:attrName>
                                        </p:attrNameLst>
                                      </p:cBhvr>
                                      <p:to>
                                        <p:strVal val="visible"/>
                                      </p:to>
                                    </p:set>
                                    <p:anim calcmode="lin" valueType="num">
                                      <p:cBhvr additive="base">
                                        <p:cTn id="19" dur="500" fill="hold"/>
                                        <p:tgtEl>
                                          <p:spTgt spid="278538"/>
                                        </p:tgtEl>
                                        <p:attrNameLst>
                                          <p:attrName>ppt_x</p:attrName>
                                        </p:attrNameLst>
                                      </p:cBhvr>
                                      <p:tavLst>
                                        <p:tav tm="0">
                                          <p:val>
                                            <p:strVal val="#ppt_x"/>
                                          </p:val>
                                        </p:tav>
                                        <p:tav tm="100000">
                                          <p:val>
                                            <p:strVal val="#ppt_x"/>
                                          </p:val>
                                        </p:tav>
                                      </p:tavLst>
                                    </p:anim>
                                    <p:anim calcmode="lin" valueType="num">
                                      <p:cBhvr additive="base">
                                        <p:cTn id="20" dur="500" fill="hold"/>
                                        <p:tgtEl>
                                          <p:spTgt spid="27853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78539"/>
                                        </p:tgtEl>
                                        <p:attrNameLst>
                                          <p:attrName>style.visibility</p:attrName>
                                        </p:attrNameLst>
                                      </p:cBhvr>
                                      <p:to>
                                        <p:strVal val="visible"/>
                                      </p:to>
                                    </p:set>
                                    <p:anim calcmode="lin" valueType="num">
                                      <p:cBhvr additive="base">
                                        <p:cTn id="25" dur="500" fill="hold"/>
                                        <p:tgtEl>
                                          <p:spTgt spid="278539"/>
                                        </p:tgtEl>
                                        <p:attrNameLst>
                                          <p:attrName>ppt_x</p:attrName>
                                        </p:attrNameLst>
                                      </p:cBhvr>
                                      <p:tavLst>
                                        <p:tav tm="0">
                                          <p:val>
                                            <p:strVal val="#ppt_x"/>
                                          </p:val>
                                        </p:tav>
                                        <p:tav tm="100000">
                                          <p:val>
                                            <p:strVal val="#ppt_x"/>
                                          </p:val>
                                        </p:tav>
                                      </p:tavLst>
                                    </p:anim>
                                    <p:anim calcmode="lin" valueType="num">
                                      <p:cBhvr additive="base">
                                        <p:cTn id="26" dur="500" fill="hold"/>
                                        <p:tgtEl>
                                          <p:spTgt spid="27853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78540"/>
                                        </p:tgtEl>
                                        <p:attrNameLst>
                                          <p:attrName>style.visibility</p:attrName>
                                        </p:attrNameLst>
                                      </p:cBhvr>
                                      <p:to>
                                        <p:strVal val="visible"/>
                                      </p:to>
                                    </p:set>
                                    <p:anim calcmode="lin" valueType="num">
                                      <p:cBhvr additive="base">
                                        <p:cTn id="31" dur="500" fill="hold"/>
                                        <p:tgtEl>
                                          <p:spTgt spid="278540"/>
                                        </p:tgtEl>
                                        <p:attrNameLst>
                                          <p:attrName>ppt_x</p:attrName>
                                        </p:attrNameLst>
                                      </p:cBhvr>
                                      <p:tavLst>
                                        <p:tav tm="0">
                                          <p:val>
                                            <p:strVal val="#ppt_x"/>
                                          </p:val>
                                        </p:tav>
                                        <p:tav tm="100000">
                                          <p:val>
                                            <p:strVal val="#ppt_x"/>
                                          </p:val>
                                        </p:tav>
                                      </p:tavLst>
                                    </p:anim>
                                    <p:anim calcmode="lin" valueType="num">
                                      <p:cBhvr additive="base">
                                        <p:cTn id="32" dur="500" fill="hold"/>
                                        <p:tgtEl>
                                          <p:spTgt spid="278540"/>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78541"/>
                                        </p:tgtEl>
                                        <p:attrNameLst>
                                          <p:attrName>style.visibility</p:attrName>
                                        </p:attrNameLst>
                                      </p:cBhvr>
                                      <p:to>
                                        <p:strVal val="visible"/>
                                      </p:to>
                                    </p:set>
                                    <p:anim calcmode="lin" valueType="num">
                                      <p:cBhvr additive="base">
                                        <p:cTn id="37" dur="500" fill="hold"/>
                                        <p:tgtEl>
                                          <p:spTgt spid="278541"/>
                                        </p:tgtEl>
                                        <p:attrNameLst>
                                          <p:attrName>ppt_x</p:attrName>
                                        </p:attrNameLst>
                                      </p:cBhvr>
                                      <p:tavLst>
                                        <p:tav tm="0">
                                          <p:val>
                                            <p:strVal val="#ppt_x"/>
                                          </p:val>
                                        </p:tav>
                                        <p:tav tm="100000">
                                          <p:val>
                                            <p:strVal val="#ppt_x"/>
                                          </p:val>
                                        </p:tav>
                                      </p:tavLst>
                                    </p:anim>
                                    <p:anim calcmode="lin" valueType="num">
                                      <p:cBhvr additive="base">
                                        <p:cTn id="38" dur="500" fill="hold"/>
                                        <p:tgtEl>
                                          <p:spTgt spid="278541"/>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78542"/>
                                        </p:tgtEl>
                                        <p:attrNameLst>
                                          <p:attrName>style.visibility</p:attrName>
                                        </p:attrNameLst>
                                      </p:cBhvr>
                                      <p:to>
                                        <p:strVal val="visible"/>
                                      </p:to>
                                    </p:set>
                                    <p:anim calcmode="lin" valueType="num">
                                      <p:cBhvr additive="base">
                                        <p:cTn id="43" dur="500" fill="hold"/>
                                        <p:tgtEl>
                                          <p:spTgt spid="278542"/>
                                        </p:tgtEl>
                                        <p:attrNameLst>
                                          <p:attrName>ppt_x</p:attrName>
                                        </p:attrNameLst>
                                      </p:cBhvr>
                                      <p:tavLst>
                                        <p:tav tm="0">
                                          <p:val>
                                            <p:strVal val="#ppt_x"/>
                                          </p:val>
                                        </p:tav>
                                        <p:tav tm="100000">
                                          <p:val>
                                            <p:strVal val="#ppt_x"/>
                                          </p:val>
                                        </p:tav>
                                      </p:tavLst>
                                    </p:anim>
                                    <p:anim calcmode="lin" valueType="num">
                                      <p:cBhvr additive="base">
                                        <p:cTn id="44" dur="500" fill="hold"/>
                                        <p:tgtEl>
                                          <p:spTgt spid="2785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7" grpId="0" bldLvl="0" animBg="1"/>
      <p:bldP spid="278538" grpId="0" bldLvl="0" animBg="1"/>
      <p:bldP spid="278539" grpId="0" bldLvl="0" animBg="1"/>
      <p:bldP spid="278540" grpId="0" bldLvl="0" animBg="1"/>
      <p:bldP spid="278541" grpId="0" bldLvl="0" animBg="1"/>
      <p:bldP spid="278542"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a:extLst>
              <a:ext uri="{FF2B5EF4-FFF2-40B4-BE49-F238E27FC236}">
                <a16:creationId xmlns:a16="http://schemas.microsoft.com/office/drawing/2014/main" id="{A1FF3970-D04C-5D44-C4E8-1583B49C57A6}"/>
              </a:ext>
            </a:extLst>
          </p:cNvPr>
          <p:cNvSpPr>
            <a:spLocks noGrp="1" noChangeArrowheads="1"/>
          </p:cNvSpPr>
          <p:nvPr>
            <p:ph idx="1"/>
          </p:nvPr>
        </p:nvSpPr>
        <p:spPr>
          <a:xfrm>
            <a:off x="0" y="0"/>
            <a:ext cx="9144000" cy="6858000"/>
          </a:xfrm>
        </p:spPr>
        <p:txBody>
          <a:bodyPr/>
          <a:lstStyle/>
          <a:p>
            <a:pPr eaLnBrk="1" hangingPunct="1"/>
            <a:r>
              <a:rPr lang="zh-CN" altLang="en-US" sz="3600" b="1"/>
              <a:t>三、逐差法</a:t>
            </a:r>
            <a:endParaRPr lang="zh-CN" altLang="en-US"/>
          </a:p>
          <a:p>
            <a:pPr eaLnBrk="1" hangingPunct="1"/>
            <a:r>
              <a:rPr lang="zh-CN" altLang="en-US" sz="2400">
                <a:ea typeface="楷体_GB2312"/>
                <a:cs typeface="楷体_GB2312"/>
              </a:rPr>
              <a:t>逐差法是对等间距测量的有序数据进行逐项或等间隔项相减得到的结果。它计算简便、可以充分利用测量数据，及时发现差错、总结规律。</a:t>
            </a:r>
            <a:endParaRPr lang="zh-CN" altLang="en-US" sz="2400"/>
          </a:p>
          <a:p>
            <a:pPr eaLnBrk="1" hangingPunct="1"/>
            <a:r>
              <a:rPr lang="zh-CN" altLang="zh-CN" b="1">
                <a:solidFill>
                  <a:srgbClr val="CC3300"/>
                </a:solidFill>
              </a:rPr>
              <a:t>1</a:t>
            </a:r>
            <a:r>
              <a:rPr lang="zh-CN" altLang="en-US" b="1">
                <a:solidFill>
                  <a:srgbClr val="CC3300"/>
                </a:solidFill>
              </a:rPr>
              <a:t>，逐差法的使用条件</a:t>
            </a:r>
            <a:endParaRPr lang="zh-CN" altLang="en-US"/>
          </a:p>
          <a:p>
            <a:pPr eaLnBrk="1" hangingPunct="1"/>
            <a:r>
              <a:rPr lang="zh-CN" altLang="en-US"/>
              <a:t>（</a:t>
            </a:r>
            <a:r>
              <a:rPr lang="zh-CN" altLang="zh-CN"/>
              <a:t>1</a:t>
            </a:r>
            <a:r>
              <a:rPr lang="zh-CN" altLang="en-US"/>
              <a:t>）自变量是等间距变化的。</a:t>
            </a:r>
          </a:p>
          <a:p>
            <a:pPr eaLnBrk="1" hangingPunct="1">
              <a:lnSpc>
                <a:spcPts val="5000"/>
              </a:lnSpc>
            </a:pPr>
            <a:r>
              <a:rPr lang="zh-CN" altLang="en-US"/>
              <a:t>（</a:t>
            </a:r>
            <a:r>
              <a:rPr lang="zh-CN" altLang="zh-CN"/>
              <a:t>2</a:t>
            </a:r>
            <a:r>
              <a:rPr lang="zh-CN" altLang="en-US"/>
              <a:t>）被测的物理量之间的函数形式可以写成</a:t>
            </a:r>
            <a:r>
              <a:rPr lang="zh-CN" altLang="zh-CN" i="1"/>
              <a:t>x</a:t>
            </a:r>
            <a:r>
              <a:rPr lang="zh-CN" altLang="en-US"/>
              <a:t>的多项式                                。</a:t>
            </a:r>
          </a:p>
          <a:p>
            <a:pPr eaLnBrk="1" hangingPunct="1">
              <a:lnSpc>
                <a:spcPts val="5000"/>
              </a:lnSpc>
            </a:pPr>
            <a:endParaRPr lang="zh-CN" altLang="zh-CN"/>
          </a:p>
          <a:p>
            <a:pPr eaLnBrk="1" hangingPunct="1">
              <a:lnSpc>
                <a:spcPts val="5000"/>
              </a:lnSpc>
            </a:pPr>
            <a:r>
              <a:rPr lang="en-US" altLang="zh-CN"/>
              <a:t>    </a:t>
            </a:r>
            <a:r>
              <a:rPr lang="zh-CN" altLang="en-US"/>
              <a:t>一般为线性关系：</a:t>
            </a:r>
            <a:r>
              <a:rPr lang="zh-CN" altLang="zh-CN" i="1"/>
              <a:t>y=a</a:t>
            </a:r>
            <a:r>
              <a:rPr lang="zh-CN" altLang="zh-CN" sz="1600" i="1"/>
              <a:t>0</a:t>
            </a:r>
            <a:r>
              <a:rPr lang="zh-CN" altLang="zh-CN" i="1"/>
              <a:t> + a</a:t>
            </a:r>
            <a:r>
              <a:rPr lang="zh-CN" altLang="zh-CN" sz="1600" i="1"/>
              <a:t>1</a:t>
            </a:r>
            <a:r>
              <a:rPr lang="zh-CN" altLang="zh-CN" i="1"/>
              <a:t>x</a:t>
            </a:r>
            <a:endParaRPr lang="zh-CN" altLang="zh-CN"/>
          </a:p>
        </p:txBody>
      </p:sp>
      <p:pic>
        <p:nvPicPr>
          <p:cNvPr id="105475" name="Picture 4">
            <a:extLst>
              <a:ext uri="{FF2B5EF4-FFF2-40B4-BE49-F238E27FC236}">
                <a16:creationId xmlns:a16="http://schemas.microsoft.com/office/drawing/2014/main" id="{B8B817E7-3602-8BB9-122B-C88691FCC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6587" y="4005064"/>
            <a:ext cx="266541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id="{02A993FE-A528-B145-0556-2F469F5FB892}"/>
              </a:ext>
            </a:extLst>
          </p:cNvPr>
          <p:cNvSpPr>
            <a:spLocks noGrp="1" noChangeArrowheads="1"/>
          </p:cNvSpPr>
          <p:nvPr>
            <p:ph idx="1"/>
          </p:nvPr>
        </p:nvSpPr>
        <p:spPr>
          <a:xfrm>
            <a:off x="0" y="285750"/>
            <a:ext cx="9144000" cy="5715000"/>
          </a:xfrm>
        </p:spPr>
        <p:txBody>
          <a:bodyPr/>
          <a:lstStyle/>
          <a:p>
            <a:pPr eaLnBrk="1" hangingPunct="1"/>
            <a:r>
              <a:rPr lang="zh-CN" altLang="en-US" sz="4000" b="1">
                <a:solidFill>
                  <a:srgbClr val="CC3300"/>
                </a:solidFill>
              </a:rPr>
              <a:t>2，逐差法的应用</a:t>
            </a:r>
            <a:endParaRPr lang="zh-CN" altLang="en-US" sz="4000"/>
          </a:p>
          <a:p>
            <a:pPr eaLnBrk="1" hangingPunct="1">
              <a:lnSpc>
                <a:spcPts val="4500"/>
              </a:lnSpc>
            </a:pPr>
            <a:r>
              <a:rPr lang="zh-CN" altLang="en-US" b="1"/>
              <a:t>（1）验证函数形式是线性关系</a:t>
            </a:r>
            <a:endParaRPr lang="zh-CN" altLang="en-US"/>
          </a:p>
          <a:p>
            <a:pPr eaLnBrk="1" hangingPunct="1">
              <a:lnSpc>
                <a:spcPts val="4500"/>
              </a:lnSpc>
            </a:pPr>
            <a:r>
              <a:rPr lang="zh-CN" altLang="en-US"/>
              <a:t>如：测量弹簧的倔强系数实验中，让外力</a:t>
            </a:r>
            <a:r>
              <a:rPr lang="zh-CN" altLang="en-US" i="1"/>
              <a:t>F</a:t>
            </a:r>
            <a:r>
              <a:rPr lang="zh-CN" altLang="en-US"/>
              <a:t>等间隔变化9次，分别记录弹簧下端的位置：</a:t>
            </a:r>
          </a:p>
          <a:p>
            <a:pPr eaLnBrk="1" hangingPunct="1">
              <a:lnSpc>
                <a:spcPts val="4500"/>
              </a:lnSpc>
            </a:pPr>
            <a:r>
              <a:rPr lang="zh-CN" altLang="en-US" i="1"/>
              <a:t>L</a:t>
            </a:r>
            <a:r>
              <a:rPr lang="zh-CN" altLang="en-US" sz="1800" i="1"/>
              <a:t>0</a:t>
            </a:r>
            <a:r>
              <a:rPr lang="zh-CN" altLang="en-US" i="1"/>
              <a:t>，L</a:t>
            </a:r>
            <a:r>
              <a:rPr lang="zh-CN" altLang="en-US" sz="1800" i="1"/>
              <a:t>1</a:t>
            </a:r>
            <a:r>
              <a:rPr lang="zh-CN" altLang="en-US" i="1"/>
              <a:t>，L</a:t>
            </a:r>
            <a:r>
              <a:rPr lang="zh-CN" altLang="en-US" sz="1800" i="1"/>
              <a:t>2</a:t>
            </a:r>
            <a:r>
              <a:rPr lang="zh-CN" altLang="en-US" i="1"/>
              <a:t>，…，L</a:t>
            </a:r>
            <a:r>
              <a:rPr lang="zh-CN" altLang="en-US" sz="1800" i="1"/>
              <a:t>9</a:t>
            </a:r>
            <a:r>
              <a:rPr lang="zh-CN" altLang="en-US"/>
              <a:t>。把所测的数据逐项相减得：</a:t>
            </a:r>
          </a:p>
          <a:p>
            <a:pPr eaLnBrk="1" hangingPunct="1">
              <a:lnSpc>
                <a:spcPts val="4500"/>
              </a:lnSpc>
            </a:pPr>
            <a:r>
              <a:rPr lang="ru-RU" altLang="en-US">
                <a:latin typeface="Arial" panose="020B0604020202020204" pitchFamily="34" charset="0"/>
                <a:ea typeface="黑体" panose="02010609060101010101" pitchFamily="49" charset="-122"/>
                <a:sym typeface="Symbol" panose="05050102010706020507" pitchFamily="18" charset="2"/>
              </a:rPr>
              <a:t>△</a:t>
            </a:r>
            <a:r>
              <a:rPr lang="zh-CN" altLang="en-US" i="1">
                <a:sym typeface="Symbol" panose="05050102010706020507" pitchFamily="18" charset="2"/>
              </a:rPr>
              <a:t> </a:t>
            </a:r>
            <a:r>
              <a:rPr lang="zh-CN" altLang="en-US" i="1"/>
              <a:t>L</a:t>
            </a:r>
            <a:r>
              <a:rPr lang="zh-CN" altLang="en-US" sz="1800" i="1"/>
              <a:t>1</a:t>
            </a:r>
            <a:r>
              <a:rPr lang="zh-CN" altLang="en-US" i="1">
                <a:sym typeface="Symbol" panose="05050102010706020507" pitchFamily="18" charset="2"/>
              </a:rPr>
              <a:t> = </a:t>
            </a:r>
            <a:r>
              <a:rPr lang="zh-CN" altLang="en-US" i="1"/>
              <a:t>L</a:t>
            </a:r>
            <a:r>
              <a:rPr lang="zh-CN" altLang="en-US" sz="1800" i="1"/>
              <a:t>1</a:t>
            </a:r>
            <a:r>
              <a:rPr lang="zh-CN" altLang="en-US" i="1">
                <a:sym typeface="Symbol" panose="05050102010706020507" pitchFamily="18" charset="2"/>
              </a:rPr>
              <a:t> - </a:t>
            </a:r>
            <a:r>
              <a:rPr lang="zh-CN" altLang="en-US" i="1"/>
              <a:t>L</a:t>
            </a:r>
            <a:r>
              <a:rPr lang="zh-CN" altLang="en-US" sz="1800" i="1"/>
              <a:t>0</a:t>
            </a:r>
            <a:r>
              <a:rPr lang="zh-CN" altLang="en-US" i="1">
                <a:sym typeface="Symbol" panose="05050102010706020507" pitchFamily="18" charset="2"/>
              </a:rPr>
              <a:t> ， </a:t>
            </a:r>
            <a:r>
              <a:rPr lang="ru-RU" altLang="en-US">
                <a:latin typeface="Arial" panose="020B0604020202020204" pitchFamily="34" charset="0"/>
                <a:ea typeface="黑体" panose="02010609060101010101" pitchFamily="49" charset="-122"/>
                <a:sym typeface="Symbol" panose="05050102010706020507" pitchFamily="18" charset="2"/>
              </a:rPr>
              <a:t>△</a:t>
            </a:r>
            <a:r>
              <a:rPr lang="zh-CN" altLang="en-US" i="1">
                <a:sym typeface="Symbol" panose="05050102010706020507" pitchFamily="18" charset="2"/>
              </a:rPr>
              <a:t> </a:t>
            </a:r>
            <a:r>
              <a:rPr lang="zh-CN" altLang="en-US" i="1"/>
              <a:t>L</a:t>
            </a:r>
            <a:r>
              <a:rPr lang="zh-CN" altLang="en-US" sz="1800" i="1"/>
              <a:t>2</a:t>
            </a:r>
            <a:r>
              <a:rPr lang="zh-CN" altLang="en-US" i="1">
                <a:sym typeface="Symbol" panose="05050102010706020507" pitchFamily="18" charset="2"/>
              </a:rPr>
              <a:t> = </a:t>
            </a:r>
            <a:r>
              <a:rPr lang="zh-CN" altLang="en-US" i="1"/>
              <a:t>L</a:t>
            </a:r>
            <a:r>
              <a:rPr lang="zh-CN" altLang="en-US" sz="1800" i="1"/>
              <a:t>2</a:t>
            </a:r>
            <a:r>
              <a:rPr lang="zh-CN" altLang="en-US" i="1">
                <a:sym typeface="Symbol" panose="05050102010706020507" pitchFamily="18" charset="2"/>
              </a:rPr>
              <a:t> - </a:t>
            </a:r>
            <a:r>
              <a:rPr lang="zh-CN" altLang="en-US" i="1"/>
              <a:t>L</a:t>
            </a:r>
            <a:r>
              <a:rPr lang="zh-CN" altLang="en-US" sz="1800" i="1"/>
              <a:t>1</a:t>
            </a:r>
            <a:r>
              <a:rPr lang="zh-CN" altLang="en-US" i="1">
                <a:sym typeface="Symbol" panose="05050102010706020507" pitchFamily="18" charset="2"/>
              </a:rPr>
              <a:t> </a:t>
            </a:r>
            <a:r>
              <a:rPr lang="en-US" altLang="zh-CN" i="1">
                <a:sym typeface="Symbol" panose="05050102010706020507" pitchFamily="18" charset="2"/>
              </a:rPr>
              <a:t>……</a:t>
            </a:r>
            <a:r>
              <a:rPr lang="zh-CN" altLang="en-US" i="1"/>
              <a:t> </a:t>
            </a:r>
            <a:r>
              <a:rPr lang="ru-RU" altLang="en-US">
                <a:latin typeface="Arial" panose="020B0604020202020204" pitchFamily="34" charset="0"/>
                <a:ea typeface="黑体" panose="02010609060101010101" pitchFamily="49" charset="-122"/>
                <a:sym typeface="Symbol" panose="05050102010706020507" pitchFamily="18" charset="2"/>
              </a:rPr>
              <a:t>△</a:t>
            </a:r>
            <a:r>
              <a:rPr lang="zh-CN" altLang="en-US" i="1">
                <a:sym typeface="Symbol" panose="05050102010706020507" pitchFamily="18" charset="2"/>
              </a:rPr>
              <a:t> </a:t>
            </a:r>
            <a:r>
              <a:rPr lang="zh-CN" altLang="en-US" i="1"/>
              <a:t>L</a:t>
            </a:r>
            <a:r>
              <a:rPr lang="zh-CN" altLang="en-US" sz="1800" i="1"/>
              <a:t>9</a:t>
            </a:r>
            <a:r>
              <a:rPr lang="zh-CN" altLang="en-US" i="1">
                <a:sym typeface="Symbol" panose="05050102010706020507" pitchFamily="18" charset="2"/>
              </a:rPr>
              <a:t> = </a:t>
            </a:r>
            <a:r>
              <a:rPr lang="zh-CN" altLang="en-US" i="1"/>
              <a:t>L</a:t>
            </a:r>
            <a:r>
              <a:rPr lang="zh-CN" altLang="en-US" sz="1800" i="1"/>
              <a:t>9</a:t>
            </a:r>
            <a:r>
              <a:rPr lang="zh-CN" altLang="en-US" i="1">
                <a:sym typeface="Symbol" panose="05050102010706020507" pitchFamily="18" charset="2"/>
              </a:rPr>
              <a:t> -</a:t>
            </a:r>
            <a:r>
              <a:rPr lang="zh-CN" altLang="en-US">
                <a:sym typeface="Symbol" panose="05050102010706020507" pitchFamily="18" charset="2"/>
              </a:rPr>
              <a:t> </a:t>
            </a:r>
            <a:r>
              <a:rPr lang="zh-CN" altLang="en-US"/>
              <a:t>L</a:t>
            </a:r>
            <a:r>
              <a:rPr lang="zh-CN" altLang="en-US" sz="1800"/>
              <a:t>8</a:t>
            </a:r>
            <a:r>
              <a:rPr lang="zh-CN" altLang="en-US">
                <a:sym typeface="Symbol" panose="05050102010706020507" pitchFamily="18" charset="2"/>
              </a:rPr>
              <a:t> </a:t>
            </a:r>
            <a:endParaRPr lang="zh-CN" altLang="en-US" i="1"/>
          </a:p>
          <a:p>
            <a:pPr eaLnBrk="1" hangingPunct="1">
              <a:lnSpc>
                <a:spcPts val="4500"/>
              </a:lnSpc>
            </a:pPr>
            <a:r>
              <a:rPr lang="ru-RU" altLang="en-US">
                <a:latin typeface="Arial" panose="020B0604020202020204" pitchFamily="34" charset="0"/>
                <a:ea typeface="黑体" panose="02010609060101010101" pitchFamily="49" charset="-122"/>
                <a:sym typeface="Symbol" panose="05050102010706020507" pitchFamily="18" charset="2"/>
              </a:rPr>
              <a:t>△</a:t>
            </a:r>
            <a:r>
              <a:rPr lang="zh-CN" altLang="en-US">
                <a:sym typeface="Symbol" panose="05050102010706020507" pitchFamily="18" charset="2"/>
              </a:rPr>
              <a:t> </a:t>
            </a:r>
            <a:r>
              <a:rPr lang="zh-CN" altLang="en-US"/>
              <a:t>L</a:t>
            </a:r>
            <a:r>
              <a:rPr lang="zh-CN" altLang="en-US">
                <a:sym typeface="Symbol" panose="05050102010706020507" pitchFamily="18" charset="2"/>
              </a:rPr>
              <a:t> = (</a:t>
            </a:r>
            <a:r>
              <a:rPr lang="ru-RU" altLang="en-US">
                <a:latin typeface="Arial" panose="020B0604020202020204" pitchFamily="34" charset="0"/>
                <a:ea typeface="黑体" panose="02010609060101010101" pitchFamily="49" charset="-122"/>
                <a:sym typeface="Symbol" panose="05050102010706020507" pitchFamily="18" charset="2"/>
              </a:rPr>
              <a:t>△</a:t>
            </a:r>
            <a:r>
              <a:rPr lang="zh-CN" altLang="en-US">
                <a:sym typeface="Symbol" panose="05050102010706020507" pitchFamily="18" charset="2"/>
              </a:rPr>
              <a:t> </a:t>
            </a:r>
            <a:r>
              <a:rPr lang="zh-CN" altLang="en-US"/>
              <a:t>L</a:t>
            </a:r>
            <a:r>
              <a:rPr lang="zh-CN" altLang="en-US" sz="1800"/>
              <a:t>1</a:t>
            </a:r>
            <a:r>
              <a:rPr lang="zh-CN" altLang="en-US">
                <a:sym typeface="Symbol" panose="05050102010706020507" pitchFamily="18" charset="2"/>
              </a:rPr>
              <a:t> + </a:t>
            </a:r>
            <a:r>
              <a:rPr lang="ru-RU" altLang="en-US">
                <a:latin typeface="Arial" panose="020B0604020202020204" pitchFamily="34" charset="0"/>
                <a:ea typeface="黑体" panose="02010609060101010101" pitchFamily="49" charset="-122"/>
                <a:sym typeface="Symbol" panose="05050102010706020507" pitchFamily="18" charset="2"/>
              </a:rPr>
              <a:t>△</a:t>
            </a:r>
            <a:r>
              <a:rPr lang="zh-CN" altLang="en-US">
                <a:sym typeface="Symbol" panose="05050102010706020507" pitchFamily="18" charset="2"/>
              </a:rPr>
              <a:t> </a:t>
            </a:r>
            <a:r>
              <a:rPr lang="zh-CN" altLang="en-US"/>
              <a:t>L</a:t>
            </a:r>
            <a:r>
              <a:rPr lang="zh-CN" altLang="en-US" sz="1800"/>
              <a:t>2</a:t>
            </a:r>
            <a:r>
              <a:rPr lang="zh-CN" altLang="en-US">
                <a:sym typeface="Symbol" panose="05050102010706020507" pitchFamily="18" charset="2"/>
              </a:rPr>
              <a:t> +</a:t>
            </a:r>
            <a:r>
              <a:rPr lang="zh-CN" altLang="en-US"/>
              <a:t>…+ </a:t>
            </a:r>
            <a:r>
              <a:rPr lang="ru-RU" altLang="en-US">
                <a:latin typeface="Arial" panose="020B0604020202020204" pitchFamily="34" charset="0"/>
                <a:ea typeface="黑体" panose="02010609060101010101" pitchFamily="49" charset="-122"/>
                <a:sym typeface="Symbol" panose="05050102010706020507" pitchFamily="18" charset="2"/>
              </a:rPr>
              <a:t>△</a:t>
            </a:r>
            <a:r>
              <a:rPr lang="zh-CN" altLang="en-US">
                <a:sym typeface="Symbol" panose="05050102010706020507" pitchFamily="18" charset="2"/>
              </a:rPr>
              <a:t> </a:t>
            </a:r>
            <a:r>
              <a:rPr lang="zh-CN" altLang="en-US"/>
              <a:t>L</a:t>
            </a:r>
            <a:r>
              <a:rPr lang="zh-CN" altLang="en-US" sz="1800"/>
              <a:t>9</a:t>
            </a:r>
            <a:r>
              <a:rPr lang="zh-CN" altLang="en-US">
                <a:sym typeface="Symbol" panose="05050102010706020507" pitchFamily="18" charset="2"/>
              </a:rPr>
              <a:t> )/9 = [( </a:t>
            </a:r>
            <a:r>
              <a:rPr lang="zh-CN" altLang="en-US"/>
              <a:t>L</a:t>
            </a:r>
            <a:r>
              <a:rPr lang="zh-CN" altLang="en-US" sz="1800"/>
              <a:t>1</a:t>
            </a:r>
            <a:r>
              <a:rPr lang="zh-CN" altLang="en-US">
                <a:sym typeface="Symbol" panose="05050102010706020507" pitchFamily="18" charset="2"/>
              </a:rPr>
              <a:t> - </a:t>
            </a:r>
            <a:r>
              <a:rPr lang="zh-CN" altLang="en-US"/>
              <a:t>L</a:t>
            </a:r>
            <a:r>
              <a:rPr lang="zh-CN" altLang="en-US" sz="1800"/>
              <a:t>0</a:t>
            </a:r>
            <a:r>
              <a:rPr lang="zh-CN" altLang="en-US">
                <a:sym typeface="Symbol" panose="05050102010706020507" pitchFamily="18" charset="2"/>
              </a:rPr>
              <a:t> )+( </a:t>
            </a:r>
            <a:r>
              <a:rPr lang="zh-CN" altLang="en-US"/>
              <a:t>L</a:t>
            </a:r>
            <a:r>
              <a:rPr lang="zh-CN" altLang="en-US" sz="1800"/>
              <a:t>2</a:t>
            </a:r>
            <a:r>
              <a:rPr lang="zh-CN" altLang="en-US">
                <a:sym typeface="Symbol" panose="05050102010706020507" pitchFamily="18" charset="2"/>
              </a:rPr>
              <a:t> - </a:t>
            </a:r>
            <a:r>
              <a:rPr lang="zh-CN" altLang="en-US"/>
              <a:t>L</a:t>
            </a:r>
            <a:r>
              <a:rPr lang="zh-CN" altLang="en-US" sz="1800"/>
              <a:t>1</a:t>
            </a:r>
            <a:r>
              <a:rPr lang="zh-CN" altLang="en-US">
                <a:sym typeface="Symbol" panose="05050102010706020507" pitchFamily="18" charset="2"/>
              </a:rPr>
              <a:t> )+</a:t>
            </a:r>
            <a:r>
              <a:rPr lang="zh-CN" altLang="en-US"/>
              <a:t>…+(L</a:t>
            </a:r>
            <a:r>
              <a:rPr lang="zh-CN" altLang="en-US" sz="1800"/>
              <a:t>9</a:t>
            </a:r>
            <a:r>
              <a:rPr lang="zh-CN" altLang="en-US">
                <a:sym typeface="Symbol" panose="05050102010706020507" pitchFamily="18" charset="2"/>
              </a:rPr>
              <a:t> - </a:t>
            </a:r>
            <a:r>
              <a:rPr lang="zh-CN" altLang="en-US"/>
              <a:t>L</a:t>
            </a:r>
            <a:r>
              <a:rPr lang="zh-CN" altLang="en-US" sz="1800"/>
              <a:t>8</a:t>
            </a:r>
            <a:r>
              <a:rPr lang="zh-CN" altLang="en-US">
                <a:sym typeface="Symbol" panose="05050102010706020507" pitchFamily="18" charset="2"/>
              </a:rPr>
              <a:t> )]/9 =(</a:t>
            </a:r>
            <a:r>
              <a:rPr lang="zh-CN" altLang="en-US"/>
              <a:t>L</a:t>
            </a:r>
            <a:r>
              <a:rPr lang="zh-CN" altLang="en-US" sz="1800"/>
              <a:t>9</a:t>
            </a:r>
            <a:r>
              <a:rPr lang="zh-CN" altLang="en-US">
                <a:sym typeface="Symbol" panose="05050102010706020507" pitchFamily="18" charset="2"/>
              </a:rPr>
              <a:t> - </a:t>
            </a:r>
            <a:r>
              <a:rPr lang="zh-CN" altLang="en-US"/>
              <a:t>L</a:t>
            </a:r>
            <a:r>
              <a:rPr lang="zh-CN" altLang="en-US" sz="1800"/>
              <a:t>0</a:t>
            </a:r>
            <a:r>
              <a:rPr lang="zh-CN" altLang="en-US">
                <a:sym typeface="Symbol" panose="05050102010706020507" pitchFamily="18" charset="2"/>
              </a:rPr>
              <a:t> )/9</a:t>
            </a:r>
            <a:endParaRPr lang="zh-CN" altLang="en-US"/>
          </a:p>
        </p:txBody>
      </p:sp>
      <p:graphicFrame>
        <p:nvGraphicFramePr>
          <p:cNvPr id="106499" name="Object 4">
            <a:extLst>
              <a:ext uri="{FF2B5EF4-FFF2-40B4-BE49-F238E27FC236}">
                <a16:creationId xmlns:a16="http://schemas.microsoft.com/office/drawing/2014/main" id="{03C62D38-8C6C-7B66-7184-118105A4D8ED}"/>
              </a:ext>
            </a:extLst>
          </p:cNvPr>
          <p:cNvGraphicFramePr>
            <a:graphicFrameLocks noChangeAspect="1"/>
          </p:cNvGraphicFramePr>
          <p:nvPr/>
        </p:nvGraphicFramePr>
        <p:xfrm>
          <a:off x="7740650" y="5300663"/>
          <a:ext cx="914400" cy="1235075"/>
        </p:xfrm>
        <a:graphic>
          <a:graphicData uri="http://schemas.openxmlformats.org/presentationml/2006/ole">
            <mc:AlternateContent xmlns:mc="http://schemas.openxmlformats.org/markup-compatibility/2006">
              <mc:Choice xmlns:v="urn:schemas-microsoft-com:vml" Requires="v">
                <p:oleObj r:id="rId2" imgW="1857375" imgH="3995738" progId="">
                  <p:embed/>
                </p:oleObj>
              </mc:Choice>
              <mc:Fallback>
                <p:oleObj r:id="rId2" imgW="1857375" imgH="3995738"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650" y="5300663"/>
                        <a:ext cx="9144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0" name="Rectangle 3">
            <a:extLst>
              <a:ext uri="{FF2B5EF4-FFF2-40B4-BE49-F238E27FC236}">
                <a16:creationId xmlns:a16="http://schemas.microsoft.com/office/drawing/2014/main" id="{1AD52F07-D2E8-BBD2-1374-79848B30EC17}"/>
              </a:ext>
            </a:extLst>
          </p:cNvPr>
          <p:cNvSpPr>
            <a:spLocks noGrp="1" noChangeArrowheads="1"/>
          </p:cNvSpPr>
          <p:nvPr>
            <p:ph idx="1"/>
          </p:nvPr>
        </p:nvSpPr>
        <p:spPr>
          <a:xfrm>
            <a:off x="0" y="571500"/>
            <a:ext cx="9144000" cy="5486400"/>
          </a:xfrm>
        </p:spPr>
        <p:txBody>
          <a:bodyPr/>
          <a:lstStyle/>
          <a:p>
            <a:pPr eaLnBrk="1" hangingPunct="1"/>
            <a:r>
              <a:rPr lang="zh-CN" altLang="en-US" b="1"/>
              <a:t>（2）求物理量的数值</a:t>
            </a:r>
            <a:endParaRPr lang="zh-CN" altLang="en-US"/>
          </a:p>
          <a:p>
            <a:pPr eaLnBrk="1" hangingPunct="1">
              <a:buFontTx/>
              <a:buNone/>
            </a:pPr>
            <a:r>
              <a:rPr lang="zh-CN" altLang="en-US"/>
              <a:t>   为了保证多次测量的优点可以采用逐差法：把等间隔所测量的数据对半分成两组：</a:t>
            </a:r>
          </a:p>
          <a:p>
            <a:pPr eaLnBrk="1" hangingPunct="1">
              <a:buFontTx/>
              <a:buNone/>
            </a:pPr>
            <a:r>
              <a:rPr lang="zh-CN" altLang="en-US"/>
              <a:t>             L</a:t>
            </a:r>
            <a:r>
              <a:rPr lang="zh-CN" altLang="en-US" sz="1800"/>
              <a:t>0</a:t>
            </a:r>
            <a:r>
              <a:rPr lang="zh-CN" altLang="en-US"/>
              <a:t>,  L</a:t>
            </a:r>
            <a:r>
              <a:rPr lang="zh-CN" altLang="en-US" sz="1800"/>
              <a:t>1</a:t>
            </a:r>
            <a:r>
              <a:rPr lang="zh-CN" altLang="en-US"/>
              <a:t>,  L</a:t>
            </a:r>
            <a:r>
              <a:rPr lang="zh-CN" altLang="en-US" sz="1800"/>
              <a:t>2</a:t>
            </a:r>
            <a:r>
              <a:rPr lang="zh-CN" altLang="en-US"/>
              <a:t>,  L</a:t>
            </a:r>
            <a:r>
              <a:rPr lang="zh-CN" altLang="en-US" sz="1800"/>
              <a:t>3</a:t>
            </a:r>
            <a:r>
              <a:rPr lang="zh-CN" altLang="en-US"/>
              <a:t>,  L</a:t>
            </a:r>
            <a:r>
              <a:rPr lang="zh-CN" altLang="en-US" sz="1800"/>
              <a:t>4</a:t>
            </a:r>
            <a:endParaRPr lang="en-US" altLang="zh-CN"/>
          </a:p>
          <a:p>
            <a:pPr eaLnBrk="1" hangingPunct="1">
              <a:buFontTx/>
              <a:buNone/>
            </a:pPr>
            <a:r>
              <a:rPr lang="en-US" altLang="zh-CN"/>
              <a:t>             </a:t>
            </a:r>
            <a:r>
              <a:rPr lang="zh-CN" altLang="en-US"/>
              <a:t>L</a:t>
            </a:r>
            <a:r>
              <a:rPr lang="zh-CN" altLang="en-US" sz="1800"/>
              <a:t>5</a:t>
            </a:r>
            <a:r>
              <a:rPr lang="zh-CN" altLang="en-US"/>
              <a:t>,  L</a:t>
            </a:r>
            <a:r>
              <a:rPr lang="zh-CN" altLang="en-US" sz="1800"/>
              <a:t>6</a:t>
            </a:r>
            <a:r>
              <a:rPr lang="zh-CN" altLang="en-US"/>
              <a:t>,  L</a:t>
            </a:r>
            <a:r>
              <a:rPr lang="zh-CN" altLang="en-US" sz="1800"/>
              <a:t>7</a:t>
            </a:r>
            <a:r>
              <a:rPr lang="zh-CN" altLang="en-US"/>
              <a:t>,  L</a:t>
            </a:r>
            <a:r>
              <a:rPr lang="zh-CN" altLang="en-US" sz="1800"/>
              <a:t>8</a:t>
            </a:r>
            <a:r>
              <a:rPr lang="zh-CN" altLang="en-US"/>
              <a:t>,  L</a:t>
            </a:r>
            <a:r>
              <a:rPr lang="zh-CN" altLang="en-US" sz="1800"/>
              <a:t>9</a:t>
            </a:r>
            <a:endParaRPr lang="zh-CN" altLang="en-US" sz="1800" i="1"/>
          </a:p>
          <a:p>
            <a:pPr eaLnBrk="1" hangingPunct="1">
              <a:buFontTx/>
              <a:buNone/>
            </a:pPr>
            <a:endParaRPr lang="en-US" altLang="zh-CN"/>
          </a:p>
          <a:p>
            <a:pPr eaLnBrk="1" hangingPunct="1">
              <a:buFontTx/>
              <a:buNone/>
            </a:pPr>
            <a:endParaRPr lang="en-US" altLang="zh-CN"/>
          </a:p>
          <a:p>
            <a:pPr eaLnBrk="1" hangingPunct="1">
              <a:buFontTx/>
              <a:buNone/>
            </a:pPr>
            <a:endParaRPr lang="en-US" altLang="zh-CN"/>
          </a:p>
          <a:p>
            <a:pPr eaLnBrk="1" hangingPunct="1">
              <a:buFontTx/>
              <a:buNone/>
            </a:pPr>
            <a:endParaRPr lang="zh-CN" altLang="en-US"/>
          </a:p>
        </p:txBody>
      </p:sp>
      <p:pic>
        <p:nvPicPr>
          <p:cNvPr id="25611" name="Picture 4">
            <a:extLst>
              <a:ext uri="{FF2B5EF4-FFF2-40B4-BE49-F238E27FC236}">
                <a16:creationId xmlns:a16="http://schemas.microsoft.com/office/drawing/2014/main" id="{A9290237-C6A1-3461-146C-67898475F5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3022600"/>
            <a:ext cx="4103688"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7524" name="Object 5">
            <a:extLst>
              <a:ext uri="{FF2B5EF4-FFF2-40B4-BE49-F238E27FC236}">
                <a16:creationId xmlns:a16="http://schemas.microsoft.com/office/drawing/2014/main" id="{ACCA440A-0915-1033-0392-A3B3AECBFACE}"/>
              </a:ext>
            </a:extLst>
          </p:cNvPr>
          <p:cNvGraphicFramePr>
            <a:graphicFrameLocks noChangeAspect="1"/>
          </p:cNvGraphicFramePr>
          <p:nvPr/>
        </p:nvGraphicFramePr>
        <p:xfrm>
          <a:off x="7019925" y="5300663"/>
          <a:ext cx="1676400" cy="936625"/>
        </p:xfrm>
        <a:graphic>
          <a:graphicData uri="http://schemas.openxmlformats.org/presentationml/2006/ole">
            <mc:AlternateContent xmlns:mc="http://schemas.openxmlformats.org/markup-compatibility/2006">
              <mc:Choice xmlns:v="urn:schemas-microsoft-com:vml" Requires="v">
                <p:oleObj r:id="rId3" imgW="5715000" imgH="3192463" progId="">
                  <p:embed/>
                </p:oleObj>
              </mc:Choice>
              <mc:Fallback>
                <p:oleObj r:id="rId3" imgW="5715000" imgH="3192463"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9925" y="5300663"/>
                        <a:ext cx="16764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3" name="Object 6">
            <a:extLst>
              <a:ext uri="{FF2B5EF4-FFF2-40B4-BE49-F238E27FC236}">
                <a16:creationId xmlns:a16="http://schemas.microsoft.com/office/drawing/2014/main" id="{B58776CA-E854-3588-7607-7002A94D1D0D}"/>
              </a:ext>
            </a:extLst>
          </p:cNvPr>
          <p:cNvGraphicFramePr>
            <a:graphicFrameLocks noChangeAspect="1"/>
          </p:cNvGraphicFramePr>
          <p:nvPr/>
        </p:nvGraphicFramePr>
        <p:xfrm>
          <a:off x="1042988" y="3355975"/>
          <a:ext cx="2016125" cy="504825"/>
        </p:xfrm>
        <a:graphic>
          <a:graphicData uri="http://schemas.openxmlformats.org/presentationml/2006/ole">
            <mc:AlternateContent xmlns:mc="http://schemas.openxmlformats.org/markup-compatibility/2006">
              <mc:Choice xmlns:v="urn:schemas-microsoft-com:vml" Requires="v">
                <p:oleObj r:id="rId5" imgW="926698" imgH="241195" progId="">
                  <p:embed/>
                </p:oleObj>
              </mc:Choice>
              <mc:Fallback>
                <p:oleObj r:id="rId5" imgW="926698" imgH="241195" progId="">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3355975"/>
                        <a:ext cx="20161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4" name="Object 7">
            <a:extLst>
              <a:ext uri="{FF2B5EF4-FFF2-40B4-BE49-F238E27FC236}">
                <a16:creationId xmlns:a16="http://schemas.microsoft.com/office/drawing/2014/main" id="{03EC3939-2AAD-4D21-C661-0633F02DB0E2}"/>
              </a:ext>
            </a:extLst>
          </p:cNvPr>
          <p:cNvGraphicFramePr>
            <a:graphicFrameLocks noChangeAspect="1"/>
          </p:cNvGraphicFramePr>
          <p:nvPr/>
        </p:nvGraphicFramePr>
        <p:xfrm>
          <a:off x="1028700" y="5014913"/>
          <a:ext cx="2117725" cy="358775"/>
        </p:xfrm>
        <a:graphic>
          <a:graphicData uri="http://schemas.openxmlformats.org/presentationml/2006/ole">
            <mc:AlternateContent xmlns:mc="http://schemas.openxmlformats.org/markup-compatibility/2006">
              <mc:Choice xmlns:v="urn:schemas-microsoft-com:vml" Requires="v">
                <p:oleObj r:id="rId7" imgW="939392" imgH="241195" progId="">
                  <p:embed/>
                </p:oleObj>
              </mc:Choice>
              <mc:Fallback>
                <p:oleObj r:id="rId7" imgW="939392" imgH="241195" progId="">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8700" y="5014913"/>
                        <a:ext cx="21177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5" name="Object 8">
            <a:extLst>
              <a:ext uri="{FF2B5EF4-FFF2-40B4-BE49-F238E27FC236}">
                <a16:creationId xmlns:a16="http://schemas.microsoft.com/office/drawing/2014/main" id="{C5C7CCE6-0B0E-335D-F4C1-B44813992002}"/>
              </a:ext>
            </a:extLst>
          </p:cNvPr>
          <p:cNvGraphicFramePr>
            <a:graphicFrameLocks noChangeAspect="1"/>
          </p:cNvGraphicFramePr>
          <p:nvPr/>
        </p:nvGraphicFramePr>
        <p:xfrm>
          <a:off x="1016000" y="4437063"/>
          <a:ext cx="2071688" cy="431800"/>
        </p:xfrm>
        <a:graphic>
          <a:graphicData uri="http://schemas.openxmlformats.org/presentationml/2006/ole">
            <mc:AlternateContent xmlns:mc="http://schemas.openxmlformats.org/markup-compatibility/2006">
              <mc:Choice xmlns:v="urn:schemas-microsoft-com:vml" Requires="v">
                <p:oleObj r:id="rId9" imgW="952087" imgH="241195" progId="">
                  <p:embed/>
                </p:oleObj>
              </mc:Choice>
              <mc:Fallback>
                <p:oleObj r:id="rId9" imgW="952087" imgH="241195" progId="">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6000" y="4437063"/>
                        <a:ext cx="20716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6" name="Object 9">
            <a:extLst>
              <a:ext uri="{FF2B5EF4-FFF2-40B4-BE49-F238E27FC236}">
                <a16:creationId xmlns:a16="http://schemas.microsoft.com/office/drawing/2014/main" id="{4FAA2C38-CD2A-DD23-D3FC-D54F0D253FA2}"/>
              </a:ext>
            </a:extLst>
          </p:cNvPr>
          <p:cNvGraphicFramePr>
            <a:graphicFrameLocks noChangeAspect="1"/>
          </p:cNvGraphicFramePr>
          <p:nvPr/>
        </p:nvGraphicFramePr>
        <p:xfrm>
          <a:off x="1030288" y="3932238"/>
          <a:ext cx="2043112" cy="433387"/>
        </p:xfrm>
        <a:graphic>
          <a:graphicData uri="http://schemas.openxmlformats.org/presentationml/2006/ole">
            <mc:AlternateContent xmlns:mc="http://schemas.openxmlformats.org/markup-compatibility/2006">
              <mc:Choice xmlns:v="urn:schemas-microsoft-com:vml" Requires="v">
                <p:oleObj r:id="rId11" imgW="939392" imgH="241195" progId="">
                  <p:embed/>
                </p:oleObj>
              </mc:Choice>
              <mc:Fallback>
                <p:oleObj r:id="rId11" imgW="939392" imgH="241195" progId="">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0288" y="3932238"/>
                        <a:ext cx="204311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7" name="Object 10">
            <a:extLst>
              <a:ext uri="{FF2B5EF4-FFF2-40B4-BE49-F238E27FC236}">
                <a16:creationId xmlns:a16="http://schemas.microsoft.com/office/drawing/2014/main" id="{83B61676-4792-6644-B72C-0D840493C0B8}"/>
              </a:ext>
            </a:extLst>
          </p:cNvPr>
          <p:cNvGraphicFramePr>
            <a:graphicFrameLocks noChangeAspect="1"/>
          </p:cNvGraphicFramePr>
          <p:nvPr/>
        </p:nvGraphicFramePr>
        <p:xfrm>
          <a:off x="1016000" y="5516563"/>
          <a:ext cx="2071688" cy="504825"/>
        </p:xfrm>
        <a:graphic>
          <a:graphicData uri="http://schemas.openxmlformats.org/presentationml/2006/ole">
            <mc:AlternateContent xmlns:mc="http://schemas.openxmlformats.org/markup-compatibility/2006">
              <mc:Choice xmlns:v="urn:schemas-microsoft-com:vml" Requires="v">
                <p:oleObj r:id="rId13" imgW="952087" imgH="241195" progId="">
                  <p:embed/>
                </p:oleObj>
              </mc:Choice>
              <mc:Fallback>
                <p:oleObj r:id="rId13" imgW="952087" imgH="241195" progId="">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16000" y="5516563"/>
                        <a:ext cx="20716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8" name="Object 11">
            <a:extLst>
              <a:ext uri="{FF2B5EF4-FFF2-40B4-BE49-F238E27FC236}">
                <a16:creationId xmlns:a16="http://schemas.microsoft.com/office/drawing/2014/main" id="{D1794A32-E50B-233D-3E72-C17E0360FEB3}"/>
              </a:ext>
            </a:extLst>
          </p:cNvPr>
          <p:cNvGraphicFramePr>
            <a:graphicFrameLocks noChangeAspect="1"/>
          </p:cNvGraphicFramePr>
          <p:nvPr/>
        </p:nvGraphicFramePr>
        <p:xfrm>
          <a:off x="4356100" y="4994275"/>
          <a:ext cx="2016125" cy="955675"/>
        </p:xfrm>
        <a:graphic>
          <a:graphicData uri="http://schemas.openxmlformats.org/presentationml/2006/ole">
            <mc:AlternateContent xmlns:mc="http://schemas.openxmlformats.org/markup-compatibility/2006">
              <mc:Choice xmlns:v="urn:schemas-microsoft-com:vml" Requires="v">
                <p:oleObj r:id="rId15" imgW="825500" imgH="457200" progId="">
                  <p:embed/>
                </p:oleObj>
              </mc:Choice>
              <mc:Fallback>
                <p:oleObj r:id="rId15" imgW="825500" imgH="457200" progId="">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56100" y="4994275"/>
                        <a:ext cx="2016125"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5610">
                                            <p:txEl>
                                              <p:pRg st="2" end="2"/>
                                            </p:txEl>
                                          </p:spTgt>
                                        </p:tgtEl>
                                        <p:attrNameLst>
                                          <p:attrName>style.visibility</p:attrName>
                                        </p:attrNameLst>
                                      </p:cBhvr>
                                      <p:to>
                                        <p:strVal val="visible"/>
                                      </p:to>
                                    </p:set>
                                    <p:animEffect transition="in" filter="box(in)">
                                      <p:cBhvr>
                                        <p:cTn id="7" dur="500"/>
                                        <p:tgtEl>
                                          <p:spTgt spid="25610">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5610">
                                            <p:txEl>
                                              <p:pRg st="3" end="3"/>
                                            </p:txEl>
                                          </p:spTgt>
                                        </p:tgtEl>
                                        <p:attrNameLst>
                                          <p:attrName>style.visibility</p:attrName>
                                        </p:attrNameLst>
                                      </p:cBhvr>
                                      <p:to>
                                        <p:strVal val="visible"/>
                                      </p:to>
                                    </p:set>
                                    <p:animEffect transition="in" filter="box(in)">
                                      <p:cBhvr>
                                        <p:cTn id="10" dur="500"/>
                                        <p:tgtEl>
                                          <p:spTgt spid="25610">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25603"/>
                                        </p:tgtEl>
                                        <p:attrNameLst>
                                          <p:attrName>style.visibility</p:attrName>
                                        </p:attrNameLst>
                                      </p:cBhvr>
                                      <p:to>
                                        <p:strVal val="visible"/>
                                      </p:to>
                                    </p:set>
                                    <p:animEffect transition="in" filter="box(in)">
                                      <p:cBhvr>
                                        <p:cTn id="15" dur="500"/>
                                        <p:tgtEl>
                                          <p:spTgt spid="2560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25604"/>
                                        </p:tgtEl>
                                        <p:attrNameLst>
                                          <p:attrName>style.visibility</p:attrName>
                                        </p:attrNameLst>
                                      </p:cBhvr>
                                      <p:to>
                                        <p:strVal val="visible"/>
                                      </p:to>
                                    </p:set>
                                    <p:animEffect transition="in" filter="box(in)">
                                      <p:cBhvr>
                                        <p:cTn id="20" dur="500"/>
                                        <p:tgtEl>
                                          <p:spTgt spid="25604"/>
                                        </p:tgtEl>
                                      </p:cBhvr>
                                    </p:animEffect>
                                  </p:childTnLst>
                                </p:cTn>
                              </p:par>
                              <p:par>
                                <p:cTn id="21" presetID="4" presetClass="entr" presetSubtype="16" fill="hold" nodeType="withEffect">
                                  <p:stCondLst>
                                    <p:cond delay="0"/>
                                  </p:stCondLst>
                                  <p:childTnLst>
                                    <p:set>
                                      <p:cBhvr>
                                        <p:cTn id="22" dur="1" fill="hold">
                                          <p:stCondLst>
                                            <p:cond delay="0"/>
                                          </p:stCondLst>
                                        </p:cTn>
                                        <p:tgtEl>
                                          <p:spTgt spid="25605"/>
                                        </p:tgtEl>
                                        <p:attrNameLst>
                                          <p:attrName>style.visibility</p:attrName>
                                        </p:attrNameLst>
                                      </p:cBhvr>
                                      <p:to>
                                        <p:strVal val="visible"/>
                                      </p:to>
                                    </p:set>
                                    <p:animEffect transition="in" filter="box(in)">
                                      <p:cBhvr>
                                        <p:cTn id="23" dur="500"/>
                                        <p:tgtEl>
                                          <p:spTgt spid="25605"/>
                                        </p:tgtEl>
                                      </p:cBhvr>
                                    </p:animEffect>
                                  </p:childTnLst>
                                </p:cTn>
                              </p:par>
                              <p:par>
                                <p:cTn id="24" presetID="4" presetClass="entr" presetSubtype="16" fill="hold" nodeType="withEffect">
                                  <p:stCondLst>
                                    <p:cond delay="0"/>
                                  </p:stCondLst>
                                  <p:childTnLst>
                                    <p:set>
                                      <p:cBhvr>
                                        <p:cTn id="25" dur="1" fill="hold">
                                          <p:stCondLst>
                                            <p:cond delay="0"/>
                                          </p:stCondLst>
                                        </p:cTn>
                                        <p:tgtEl>
                                          <p:spTgt spid="25606"/>
                                        </p:tgtEl>
                                        <p:attrNameLst>
                                          <p:attrName>style.visibility</p:attrName>
                                        </p:attrNameLst>
                                      </p:cBhvr>
                                      <p:to>
                                        <p:strVal val="visible"/>
                                      </p:to>
                                    </p:set>
                                    <p:animEffect transition="in" filter="box(in)">
                                      <p:cBhvr>
                                        <p:cTn id="26" dur="500"/>
                                        <p:tgtEl>
                                          <p:spTgt spid="25606"/>
                                        </p:tgtEl>
                                      </p:cBhvr>
                                    </p:animEffect>
                                  </p:childTnLst>
                                </p:cTn>
                              </p:par>
                              <p:par>
                                <p:cTn id="27" presetID="4" presetClass="entr" presetSubtype="16" fill="hold" nodeType="withEffect">
                                  <p:stCondLst>
                                    <p:cond delay="0"/>
                                  </p:stCondLst>
                                  <p:childTnLst>
                                    <p:set>
                                      <p:cBhvr>
                                        <p:cTn id="28" dur="1" fill="hold">
                                          <p:stCondLst>
                                            <p:cond delay="0"/>
                                          </p:stCondLst>
                                        </p:cTn>
                                        <p:tgtEl>
                                          <p:spTgt spid="25607"/>
                                        </p:tgtEl>
                                        <p:attrNameLst>
                                          <p:attrName>style.visibility</p:attrName>
                                        </p:attrNameLst>
                                      </p:cBhvr>
                                      <p:to>
                                        <p:strVal val="visible"/>
                                      </p:to>
                                    </p:set>
                                    <p:animEffect transition="in" filter="box(in)">
                                      <p:cBhvr>
                                        <p:cTn id="29" dur="500"/>
                                        <p:tgtEl>
                                          <p:spTgt spid="2560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16" fill="hold" nodeType="clickEffect">
                                  <p:stCondLst>
                                    <p:cond delay="0"/>
                                  </p:stCondLst>
                                  <p:childTnLst>
                                    <p:set>
                                      <p:cBhvr>
                                        <p:cTn id="33" dur="1" fill="hold">
                                          <p:stCondLst>
                                            <p:cond delay="0"/>
                                          </p:stCondLst>
                                        </p:cTn>
                                        <p:tgtEl>
                                          <p:spTgt spid="25611"/>
                                        </p:tgtEl>
                                        <p:attrNameLst>
                                          <p:attrName>style.visibility</p:attrName>
                                        </p:attrNameLst>
                                      </p:cBhvr>
                                      <p:to>
                                        <p:strVal val="visible"/>
                                      </p:to>
                                    </p:set>
                                    <p:animEffect transition="in" filter="box(in)">
                                      <p:cBhvr>
                                        <p:cTn id="34" dur="500"/>
                                        <p:tgtEl>
                                          <p:spTgt spid="2561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16" fill="hold" nodeType="clickEffect">
                                  <p:stCondLst>
                                    <p:cond delay="0"/>
                                  </p:stCondLst>
                                  <p:childTnLst>
                                    <p:set>
                                      <p:cBhvr>
                                        <p:cTn id="38" dur="1" fill="hold">
                                          <p:stCondLst>
                                            <p:cond delay="0"/>
                                          </p:stCondLst>
                                        </p:cTn>
                                        <p:tgtEl>
                                          <p:spTgt spid="25608"/>
                                        </p:tgtEl>
                                        <p:attrNameLst>
                                          <p:attrName>style.visibility</p:attrName>
                                        </p:attrNameLst>
                                      </p:cBhvr>
                                      <p:to>
                                        <p:strVal val="visible"/>
                                      </p:to>
                                    </p:set>
                                    <p:animEffect transition="in" filter="box(in)">
                                      <p:cBhvr>
                                        <p:cTn id="39" dur="500"/>
                                        <p:tgtEl>
                                          <p:spTgt spid="25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a:extLst>
              <a:ext uri="{FF2B5EF4-FFF2-40B4-BE49-F238E27FC236}">
                <a16:creationId xmlns:a16="http://schemas.microsoft.com/office/drawing/2014/main" id="{B9ABB681-A8FB-A415-E52C-C2EA1DEE55C0}"/>
              </a:ext>
            </a:extLst>
          </p:cNvPr>
          <p:cNvSpPr>
            <a:spLocks noGrp="1" noChangeArrowheads="1"/>
          </p:cNvSpPr>
          <p:nvPr>
            <p:ph idx="1"/>
          </p:nvPr>
        </p:nvSpPr>
        <p:spPr>
          <a:xfrm>
            <a:off x="142875" y="214313"/>
            <a:ext cx="8610600" cy="6400800"/>
          </a:xfrm>
        </p:spPr>
        <p:txBody>
          <a:bodyPr rtlCol="0">
            <a:normAutofit/>
          </a:bodyPr>
          <a:lstStyle/>
          <a:p>
            <a:pPr marL="365760" indent="-255905" eaLnBrk="1" fontAlgn="auto" hangingPunct="1">
              <a:spcAft>
                <a:spcPts val="0"/>
              </a:spcAft>
              <a:buFont typeface="Wingdings 3" panose="05040102010807070707"/>
              <a:buChar char=""/>
              <a:defRPr/>
            </a:pPr>
            <a:r>
              <a:rPr lang="zh-CN" sz="4000" b="1">
                <a:solidFill>
                  <a:srgbClr val="CC3300"/>
                </a:solidFill>
                <a:effectLst>
                  <a:outerShdw blurRad="38100" dist="38100" dir="2700000" algn="tl">
                    <a:srgbClr val="C0C0C0"/>
                  </a:outerShdw>
                </a:effectLst>
                <a:latin typeface="黑体" panose="02010609060101010101" pitchFamily="49" charset="-122"/>
                <a:ea typeface="黑体" panose="02010609060101010101" pitchFamily="49" charset="-122"/>
              </a:rPr>
              <a:t>四、最小二乘法</a:t>
            </a:r>
            <a:endParaRPr lang="zh-CN" sz="4000" b="1">
              <a:latin typeface="黑体" panose="02010609060101010101" pitchFamily="49" charset="-122"/>
              <a:ea typeface="黑体" panose="02010609060101010101" pitchFamily="49" charset="-122"/>
            </a:endParaRPr>
          </a:p>
          <a:p>
            <a:pPr marL="365760" indent="-255905" eaLnBrk="1" fontAlgn="auto" hangingPunct="1">
              <a:spcAft>
                <a:spcPts val="0"/>
              </a:spcAft>
              <a:buFont typeface="Wingdings 3" panose="05040102010807070707"/>
              <a:buChar char=""/>
              <a:defRPr/>
            </a:pPr>
            <a:r>
              <a:rPr lang="zh-CN" altLang="zh-CN" b="1">
                <a:latin typeface="楷体_GB2312" pitchFamily="1" charset="-122"/>
                <a:ea typeface="楷体_GB2312" pitchFamily="1" charset="-122"/>
              </a:rPr>
              <a:t>1</a:t>
            </a:r>
            <a:r>
              <a:rPr lang="zh-CN" b="1">
                <a:latin typeface="楷体_GB2312" pitchFamily="1" charset="-122"/>
                <a:ea typeface="楷体_GB2312" pitchFamily="1" charset="-122"/>
              </a:rPr>
              <a:t>，一元线性回归</a:t>
            </a:r>
            <a:endParaRPr lang="zh-CN"/>
          </a:p>
          <a:p>
            <a:pPr marL="365760" indent="-255905" eaLnBrk="1" fontAlgn="auto" hangingPunct="1">
              <a:spcAft>
                <a:spcPts val="0"/>
              </a:spcAft>
              <a:buFont typeface="Wingdings 3" panose="05040102010807070707"/>
              <a:buChar char=""/>
              <a:defRPr/>
            </a:pPr>
            <a:r>
              <a:rPr lang="zh-CN"/>
              <a:t>最小二乘法根据的原理是：</a:t>
            </a:r>
            <a:r>
              <a:rPr lang="zh-CN">
                <a:solidFill>
                  <a:srgbClr val="CC3300"/>
                </a:solidFill>
                <a:ea typeface="楷体_GB2312" pitchFamily="1" charset="-122"/>
              </a:rPr>
              <a:t>在最佳拟合直线上，各相应点的值与测量值之差的平方和应比其他的拟合直线上的都要小。</a:t>
            </a:r>
            <a:endParaRPr lang="zh-CN">
              <a:ea typeface="楷体_GB2312" pitchFamily="1" charset="-122"/>
            </a:endParaRPr>
          </a:p>
          <a:p>
            <a:pPr marL="365760" indent="-255905" eaLnBrk="1" fontAlgn="auto" hangingPunct="1">
              <a:spcAft>
                <a:spcPts val="0"/>
              </a:spcAft>
              <a:buFont typeface="Wingdings 3" panose="05040102010807070707"/>
              <a:buChar char=""/>
              <a:defRPr/>
            </a:pPr>
            <a:r>
              <a:rPr lang="zh-CN"/>
              <a:t>假设所研究的两个变量为</a:t>
            </a:r>
            <a:r>
              <a:rPr lang="zh-CN" altLang="zh-CN"/>
              <a:t>x</a:t>
            </a:r>
            <a:r>
              <a:rPr lang="zh-CN"/>
              <a:t>和</a:t>
            </a:r>
            <a:r>
              <a:rPr lang="zh-CN" altLang="zh-CN"/>
              <a:t>y</a:t>
            </a:r>
            <a:r>
              <a:rPr lang="zh-CN"/>
              <a:t>，且有以下线性关系：</a:t>
            </a:r>
            <a:r>
              <a:rPr lang="zh-CN" altLang="zh-CN"/>
              <a:t>y = A</a:t>
            </a:r>
            <a:r>
              <a:rPr lang="zh-CN" altLang="zh-CN" sz="1600"/>
              <a:t>0</a:t>
            </a:r>
            <a:r>
              <a:rPr lang="zh-CN" altLang="zh-CN"/>
              <a:t> + A</a:t>
            </a:r>
            <a:r>
              <a:rPr lang="zh-CN" altLang="zh-CN" sz="1600"/>
              <a:t>1</a:t>
            </a:r>
            <a:r>
              <a:rPr lang="zh-CN" altLang="zh-CN"/>
              <a:t>x</a:t>
            </a:r>
          </a:p>
          <a:p>
            <a:pPr marL="365760" indent="-255905" eaLnBrk="1" fontAlgn="auto" hangingPunct="1">
              <a:spcAft>
                <a:spcPts val="0"/>
              </a:spcAft>
              <a:buFont typeface="Wingdings 3" panose="05040102010807070707"/>
              <a:buChar char=""/>
              <a:defRPr/>
            </a:pPr>
            <a:r>
              <a:rPr lang="zh-CN"/>
              <a:t>实验测得的一组数据为：</a:t>
            </a:r>
          </a:p>
          <a:p>
            <a:pPr marL="365760" indent="-255905" eaLnBrk="1" fontAlgn="auto" hangingPunct="1">
              <a:spcAft>
                <a:spcPts val="0"/>
              </a:spcAft>
              <a:buFont typeface="Wingdings 3" panose="05040102010807070707"/>
              <a:buChar char=""/>
              <a:defRPr/>
            </a:pPr>
            <a:r>
              <a:rPr lang="zh-CN" altLang="zh-CN"/>
              <a:t>x</a:t>
            </a:r>
            <a:r>
              <a:rPr lang="zh-CN"/>
              <a:t>：</a:t>
            </a:r>
            <a:r>
              <a:rPr lang="zh-CN" altLang="zh-CN"/>
              <a:t>x</a:t>
            </a:r>
            <a:r>
              <a:rPr lang="zh-CN" altLang="zh-CN" sz="1600"/>
              <a:t>1</a:t>
            </a:r>
            <a:r>
              <a:rPr lang="zh-CN"/>
              <a:t>，</a:t>
            </a:r>
            <a:r>
              <a:rPr lang="zh-CN" altLang="zh-CN"/>
              <a:t>x</a:t>
            </a:r>
            <a:r>
              <a:rPr lang="zh-CN" altLang="zh-CN" sz="1600"/>
              <a:t>2</a:t>
            </a:r>
            <a:r>
              <a:rPr lang="zh-CN"/>
              <a:t>，</a:t>
            </a:r>
            <a:r>
              <a:rPr lang="zh-CN" altLang="zh-CN"/>
              <a:t>…</a:t>
            </a:r>
            <a:r>
              <a:rPr lang="zh-CN"/>
              <a:t>，</a:t>
            </a:r>
            <a:r>
              <a:rPr lang="zh-CN" altLang="zh-CN"/>
              <a:t>x</a:t>
            </a:r>
            <a:r>
              <a:rPr lang="zh-CN" altLang="zh-CN" sz="1800"/>
              <a:t>n</a:t>
            </a:r>
            <a:endParaRPr lang="zh-CN" altLang="zh-CN"/>
          </a:p>
          <a:p>
            <a:pPr marL="365760" indent="-255905" eaLnBrk="1" fontAlgn="auto" hangingPunct="1">
              <a:spcAft>
                <a:spcPts val="0"/>
              </a:spcAft>
              <a:buFont typeface="Wingdings 3" panose="05040102010807070707"/>
              <a:buChar char=""/>
              <a:defRPr/>
            </a:pPr>
            <a:r>
              <a:rPr lang="zh-CN" altLang="zh-CN"/>
              <a:t>y</a:t>
            </a:r>
            <a:r>
              <a:rPr lang="zh-CN"/>
              <a:t>：</a:t>
            </a:r>
            <a:r>
              <a:rPr lang="zh-CN" altLang="zh-CN"/>
              <a:t>y</a:t>
            </a:r>
            <a:r>
              <a:rPr lang="zh-CN" altLang="zh-CN" sz="1600"/>
              <a:t>1</a:t>
            </a:r>
            <a:r>
              <a:rPr lang="zh-CN"/>
              <a:t>，</a:t>
            </a:r>
            <a:r>
              <a:rPr lang="zh-CN" altLang="zh-CN"/>
              <a:t>y</a:t>
            </a:r>
            <a:r>
              <a:rPr lang="zh-CN" altLang="zh-CN" sz="1600"/>
              <a:t>2</a:t>
            </a:r>
            <a:r>
              <a:rPr lang="zh-CN"/>
              <a:t>，</a:t>
            </a:r>
            <a:r>
              <a:rPr lang="zh-CN" altLang="zh-CN"/>
              <a:t>…</a:t>
            </a:r>
            <a:r>
              <a:rPr lang="zh-CN"/>
              <a:t>，</a:t>
            </a:r>
            <a:r>
              <a:rPr lang="zh-CN" altLang="zh-CN"/>
              <a:t>y</a:t>
            </a:r>
            <a:r>
              <a:rPr lang="zh-CN" altLang="zh-CN" sz="1800"/>
              <a:t>n</a:t>
            </a:r>
            <a:endParaRPr lang="zh-CN" altLang="zh-C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Rectangle 3">
            <a:extLst>
              <a:ext uri="{FF2B5EF4-FFF2-40B4-BE49-F238E27FC236}">
                <a16:creationId xmlns:a16="http://schemas.microsoft.com/office/drawing/2014/main" id="{483E9DA2-B997-1954-6C5B-FB367E334466}"/>
              </a:ext>
            </a:extLst>
          </p:cNvPr>
          <p:cNvSpPr>
            <a:spLocks noGrp="1" noChangeArrowheads="1"/>
          </p:cNvSpPr>
          <p:nvPr>
            <p:ph idx="1"/>
          </p:nvPr>
        </p:nvSpPr>
        <p:spPr>
          <a:xfrm>
            <a:off x="250825" y="685800"/>
            <a:ext cx="8458200" cy="6172200"/>
          </a:xfrm>
        </p:spPr>
        <p:txBody>
          <a:bodyPr/>
          <a:lstStyle/>
          <a:p>
            <a:pPr eaLnBrk="1" hangingPunct="1">
              <a:buFontTx/>
              <a:buNone/>
            </a:pPr>
            <a:endParaRPr lang="zh-CN" altLang="zh-CN"/>
          </a:p>
          <a:p>
            <a:pPr eaLnBrk="1" hangingPunct="1"/>
            <a:endParaRPr lang="zh-CN" altLang="zh-CN"/>
          </a:p>
          <a:p>
            <a:pPr eaLnBrk="1" hangingPunct="1"/>
            <a:endParaRPr lang="zh-CN" altLang="zh-CN"/>
          </a:p>
          <a:p>
            <a:pPr eaLnBrk="1" hangingPunct="1"/>
            <a:endParaRPr lang="zh-CN" altLang="zh-CN"/>
          </a:p>
          <a:p>
            <a:pPr eaLnBrk="1" hangingPunct="1">
              <a:buFontTx/>
              <a:buNone/>
            </a:pPr>
            <a:r>
              <a:rPr lang="zh-CN" altLang="en-US"/>
              <a:t>公式中的</a:t>
            </a:r>
          </a:p>
        </p:txBody>
      </p:sp>
      <p:pic>
        <p:nvPicPr>
          <p:cNvPr id="24583" name="Picture 4">
            <a:extLst>
              <a:ext uri="{FF2B5EF4-FFF2-40B4-BE49-F238E27FC236}">
                <a16:creationId xmlns:a16="http://schemas.microsoft.com/office/drawing/2014/main" id="{A0767EFB-C883-1B36-6BEC-7C11F8760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620713"/>
            <a:ext cx="287972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Picture 5">
            <a:extLst>
              <a:ext uri="{FF2B5EF4-FFF2-40B4-BE49-F238E27FC236}">
                <a16:creationId xmlns:a16="http://schemas.microsoft.com/office/drawing/2014/main" id="{46BE7D84-BA3B-3B40-AD71-34D176B801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3357563"/>
            <a:ext cx="6781800"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9573" name="Object 6">
            <a:extLst>
              <a:ext uri="{FF2B5EF4-FFF2-40B4-BE49-F238E27FC236}">
                <a16:creationId xmlns:a16="http://schemas.microsoft.com/office/drawing/2014/main" id="{8B8C8EC0-6FDD-33CE-A89D-A51DCB97E536}"/>
              </a:ext>
            </a:extLst>
          </p:cNvPr>
          <p:cNvGraphicFramePr>
            <a:graphicFrameLocks noChangeAspect="1"/>
          </p:cNvGraphicFramePr>
          <p:nvPr/>
        </p:nvGraphicFramePr>
        <p:xfrm>
          <a:off x="6096000" y="1371600"/>
          <a:ext cx="933450" cy="876300"/>
        </p:xfrm>
        <a:graphic>
          <a:graphicData uri="http://schemas.openxmlformats.org/presentationml/2006/ole">
            <mc:AlternateContent xmlns:mc="http://schemas.openxmlformats.org/markup-compatibility/2006">
              <mc:Choice xmlns:v="urn:schemas-microsoft-com:vml" Requires="v">
                <p:oleObj r:id="rId4" imgW="3695700" imgH="3467100" progId="">
                  <p:embed/>
                </p:oleObj>
              </mc:Choice>
              <mc:Fallback>
                <p:oleObj r:id="rId4" imgW="3695700" imgH="346710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371600"/>
                        <a:ext cx="933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9574" name="Object 7">
            <a:extLst>
              <a:ext uri="{FF2B5EF4-FFF2-40B4-BE49-F238E27FC236}">
                <a16:creationId xmlns:a16="http://schemas.microsoft.com/office/drawing/2014/main" id="{EB8B2AD2-77BB-6055-DC92-4184DE80ADA5}"/>
              </a:ext>
            </a:extLst>
          </p:cNvPr>
          <p:cNvGraphicFramePr>
            <a:graphicFrameLocks noChangeAspect="1"/>
          </p:cNvGraphicFramePr>
          <p:nvPr/>
        </p:nvGraphicFramePr>
        <p:xfrm>
          <a:off x="5943600" y="1524000"/>
          <a:ext cx="933450" cy="876300"/>
        </p:xfrm>
        <a:graphic>
          <a:graphicData uri="http://schemas.openxmlformats.org/presentationml/2006/ole">
            <mc:AlternateContent xmlns:mc="http://schemas.openxmlformats.org/markup-compatibility/2006">
              <mc:Choice xmlns:v="urn:schemas-microsoft-com:vml" Requires="v">
                <p:oleObj r:id="rId6" imgW="3695700" imgH="3467100" progId="">
                  <p:embed/>
                </p:oleObj>
              </mc:Choice>
              <mc:Fallback>
                <p:oleObj r:id="rId6" imgW="3695700" imgH="3467100" progId="">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1524000"/>
                        <a:ext cx="933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9575" name="Object 8">
            <a:extLst>
              <a:ext uri="{FF2B5EF4-FFF2-40B4-BE49-F238E27FC236}">
                <a16:creationId xmlns:a16="http://schemas.microsoft.com/office/drawing/2014/main" id="{3181F542-A094-A889-BCDE-79ED2F7F0A30}"/>
              </a:ext>
            </a:extLst>
          </p:cNvPr>
          <p:cNvGraphicFramePr>
            <a:graphicFrameLocks noChangeAspect="1"/>
          </p:cNvGraphicFramePr>
          <p:nvPr/>
        </p:nvGraphicFramePr>
        <p:xfrm>
          <a:off x="5791200" y="1676400"/>
          <a:ext cx="933450" cy="876300"/>
        </p:xfrm>
        <a:graphic>
          <a:graphicData uri="http://schemas.openxmlformats.org/presentationml/2006/ole">
            <mc:AlternateContent xmlns:mc="http://schemas.openxmlformats.org/markup-compatibility/2006">
              <mc:Choice xmlns:v="urn:schemas-microsoft-com:vml" Requires="v">
                <p:oleObj r:id="rId7" imgW="3695700" imgH="3467100" progId="">
                  <p:embed/>
                </p:oleObj>
              </mc:Choice>
              <mc:Fallback>
                <p:oleObj r:id="rId7" imgW="3695700" imgH="3467100" progId="">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676400"/>
                        <a:ext cx="933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4583"/>
                                        </p:tgtEl>
                                        <p:attrNameLst>
                                          <p:attrName>style.visibility</p:attrName>
                                        </p:attrNameLst>
                                      </p:cBhvr>
                                      <p:to>
                                        <p:strVal val="visible"/>
                                      </p:to>
                                    </p:set>
                                    <p:animEffect transition="in" filter="box(in)">
                                      <p:cBhvr>
                                        <p:cTn id="7" dur="500"/>
                                        <p:tgtEl>
                                          <p:spTgt spid="245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4582">
                                            <p:txEl>
                                              <p:pRg st="4" end="4"/>
                                            </p:txEl>
                                          </p:spTgt>
                                        </p:tgtEl>
                                        <p:attrNameLst>
                                          <p:attrName>style.visibility</p:attrName>
                                        </p:attrNameLst>
                                      </p:cBhvr>
                                      <p:to>
                                        <p:strVal val="visible"/>
                                      </p:to>
                                    </p:set>
                                    <p:anim calcmode="lin" valueType="num">
                                      <p:cBhvr additive="base">
                                        <p:cTn id="12" dur="500" fill="hold"/>
                                        <p:tgtEl>
                                          <p:spTgt spid="24582">
                                            <p:txEl>
                                              <p:pRg st="4" end="4"/>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458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nodeType="clickEffect">
                                  <p:stCondLst>
                                    <p:cond delay="0"/>
                                  </p:stCondLst>
                                  <p:childTnLst>
                                    <p:set>
                                      <p:cBhvr>
                                        <p:cTn id="17" dur="1" fill="hold">
                                          <p:stCondLst>
                                            <p:cond delay="0"/>
                                          </p:stCondLst>
                                        </p:cTn>
                                        <p:tgtEl>
                                          <p:spTgt spid="24584"/>
                                        </p:tgtEl>
                                        <p:attrNameLst>
                                          <p:attrName>style.visibility</p:attrName>
                                        </p:attrNameLst>
                                      </p:cBhvr>
                                      <p:to>
                                        <p:strVal val="visible"/>
                                      </p:to>
                                    </p:set>
                                    <p:animEffect transition="in" filter="diamond(in)">
                                      <p:cBhvr>
                                        <p:cTn id="18" dur="2000"/>
                                        <p:tgtEl>
                                          <p:spTgt spid="24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a:extLst>
              <a:ext uri="{FF2B5EF4-FFF2-40B4-BE49-F238E27FC236}">
                <a16:creationId xmlns:a16="http://schemas.microsoft.com/office/drawing/2014/main" id="{E5A6B950-8C89-E4FA-801E-769D43D162BC}"/>
              </a:ext>
            </a:extLst>
          </p:cNvPr>
          <p:cNvSpPr>
            <a:spLocks noGrp="1" noChangeArrowheads="1"/>
          </p:cNvSpPr>
          <p:nvPr>
            <p:ph idx="1"/>
          </p:nvPr>
        </p:nvSpPr>
        <p:spPr>
          <a:xfrm>
            <a:off x="228600" y="609600"/>
            <a:ext cx="8610600" cy="5486400"/>
          </a:xfrm>
        </p:spPr>
        <p:txBody>
          <a:bodyPr/>
          <a:lstStyle/>
          <a:p>
            <a:pPr eaLnBrk="1" hangingPunct="1">
              <a:lnSpc>
                <a:spcPts val="4800"/>
              </a:lnSpc>
            </a:pPr>
            <a:r>
              <a:rPr lang="zh-CN" altLang="en-US" sz="3600" b="1">
                <a:latin typeface="楷体_GB2312"/>
                <a:ea typeface="楷体_GB2312"/>
                <a:cs typeface="楷体_GB2312"/>
              </a:rPr>
              <a:t>2，</a:t>
            </a:r>
            <a:r>
              <a:rPr lang="zh-CN" altLang="en-US" b="1">
                <a:latin typeface="楷体_GB2312"/>
                <a:ea typeface="楷体_GB2312"/>
                <a:cs typeface="楷体_GB2312"/>
              </a:rPr>
              <a:t>把非线性相关问题转化成线性相关问题</a:t>
            </a:r>
            <a:endParaRPr lang="zh-CN" altLang="en-US"/>
          </a:p>
          <a:p>
            <a:pPr eaLnBrk="1" hangingPunct="1">
              <a:lnSpc>
                <a:spcPts val="4800"/>
              </a:lnSpc>
            </a:pPr>
            <a:r>
              <a:rPr lang="zh-CN" altLang="en-US" sz="3000"/>
              <a:t>在实际问题中，可以通过适当的变量变换把非线性相关问题转化成线性相关问题。如：</a:t>
            </a:r>
          </a:p>
          <a:p>
            <a:pPr eaLnBrk="1" hangingPunct="1">
              <a:lnSpc>
                <a:spcPts val="4800"/>
              </a:lnSpc>
            </a:pPr>
            <a:r>
              <a:rPr lang="zh-CN" altLang="en-US" i="1"/>
              <a:t>y</a:t>
            </a:r>
            <a:r>
              <a:rPr lang="zh-CN" altLang="en-US"/>
              <a:t>=Aln</a:t>
            </a:r>
            <a:r>
              <a:rPr lang="zh-CN" altLang="en-US" i="1"/>
              <a:t>x，</a:t>
            </a:r>
            <a:r>
              <a:rPr lang="zh-CN" altLang="en-US"/>
              <a:t>可以令</a:t>
            </a:r>
            <a:r>
              <a:rPr lang="zh-CN" altLang="en-US" i="1"/>
              <a:t>z</a:t>
            </a:r>
            <a:r>
              <a:rPr lang="zh-CN" altLang="en-US"/>
              <a:t>=ln</a:t>
            </a:r>
            <a:r>
              <a:rPr lang="zh-CN" altLang="en-US" i="1"/>
              <a:t>x</a:t>
            </a:r>
            <a:r>
              <a:rPr lang="zh-CN" altLang="en-US"/>
              <a:t>，从而有：</a:t>
            </a:r>
            <a:r>
              <a:rPr lang="zh-CN" altLang="en-US" i="1"/>
              <a:t>y</a:t>
            </a:r>
            <a:r>
              <a:rPr lang="zh-CN" altLang="en-US"/>
              <a:t>=A</a:t>
            </a:r>
            <a:r>
              <a:rPr lang="zh-CN" altLang="en-US" i="1"/>
              <a:t>z</a:t>
            </a:r>
          </a:p>
          <a:p>
            <a:pPr eaLnBrk="1" hangingPunct="1"/>
            <a:r>
              <a:rPr lang="zh-CN" altLang="en-US" sz="3600" b="1">
                <a:latin typeface="楷体_GB2312"/>
                <a:ea typeface="楷体_GB2312"/>
                <a:cs typeface="楷体_GB2312"/>
              </a:rPr>
              <a:t>3，相关系数</a:t>
            </a:r>
            <a:r>
              <a:rPr lang="el-GR" altLang="en-US">
                <a:ea typeface="黑体" panose="02010609060101010101" pitchFamily="49" charset="-122"/>
                <a:sym typeface="Symbol" panose="05050102010706020507" pitchFamily="18" charset="2"/>
              </a:rPr>
              <a:t>γ</a:t>
            </a:r>
            <a:r>
              <a:rPr lang="en-US" altLang="zh-CN">
                <a:ea typeface="黑体" panose="02010609060101010101" pitchFamily="49" charset="-122"/>
                <a:sym typeface="Symbol" panose="05050102010706020507" pitchFamily="18" charset="2"/>
              </a:rPr>
              <a:t>定义</a:t>
            </a:r>
            <a:r>
              <a:rPr lang="zh-CN" altLang="en-US">
                <a:ea typeface="黑体" panose="02010609060101010101" pitchFamily="49" charset="-122"/>
                <a:sym typeface="Symbol" panose="05050102010706020507" pitchFamily="18" charset="2"/>
              </a:rPr>
              <a:t>为</a:t>
            </a:r>
            <a:endParaRPr lang="zh-CN" altLang="en-US">
              <a:sym typeface="Symbol" panose="05050102010706020507" pitchFamily="18" charset="2"/>
            </a:endParaRPr>
          </a:p>
          <a:p>
            <a:pPr eaLnBrk="1" hangingPunct="1"/>
            <a:endParaRPr lang="zh-CN" altLang="en-US"/>
          </a:p>
        </p:txBody>
      </p:sp>
      <p:pic>
        <p:nvPicPr>
          <p:cNvPr id="27653" name="Picture 4">
            <a:extLst>
              <a:ext uri="{FF2B5EF4-FFF2-40B4-BE49-F238E27FC236}">
                <a16:creationId xmlns:a16="http://schemas.microsoft.com/office/drawing/2014/main" id="{53AEFA15-4CDC-92F6-ADF6-CBDAE2A713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4221163"/>
            <a:ext cx="624840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0596" name="Object 5">
            <a:extLst>
              <a:ext uri="{FF2B5EF4-FFF2-40B4-BE49-F238E27FC236}">
                <a16:creationId xmlns:a16="http://schemas.microsoft.com/office/drawing/2014/main" id="{F6AF9D5B-B0C1-E45A-CB64-30A1873FF27E}"/>
              </a:ext>
            </a:extLst>
          </p:cNvPr>
          <p:cNvGraphicFramePr>
            <a:graphicFrameLocks noChangeAspect="1"/>
          </p:cNvGraphicFramePr>
          <p:nvPr/>
        </p:nvGraphicFramePr>
        <p:xfrm>
          <a:off x="7620000" y="5486400"/>
          <a:ext cx="781050" cy="733425"/>
        </p:xfrm>
        <a:graphic>
          <a:graphicData uri="http://schemas.openxmlformats.org/presentationml/2006/ole">
            <mc:AlternateContent xmlns:mc="http://schemas.openxmlformats.org/markup-compatibility/2006">
              <mc:Choice xmlns:v="urn:schemas-microsoft-com:vml" Requires="v">
                <p:oleObj r:id="rId3" imgW="3695700" imgH="3467100" progId="">
                  <p:embed/>
                </p:oleObj>
              </mc:Choice>
              <mc:Fallback>
                <p:oleObj r:id="rId3" imgW="3695700" imgH="3467100"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5486400"/>
                        <a:ext cx="78105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animEffect transition="in" filter="box(in)">
                                      <p:cBhvr>
                                        <p:cTn id="7" dur="500"/>
                                        <p:tgtEl>
                                          <p:spTgt spid="27652">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7652">
                                            <p:txEl>
                                              <p:pRg st="1" end="1"/>
                                            </p:txEl>
                                          </p:spTgt>
                                        </p:tgtEl>
                                        <p:attrNameLst>
                                          <p:attrName>style.visibility</p:attrName>
                                        </p:attrNameLst>
                                      </p:cBhvr>
                                      <p:to>
                                        <p:strVal val="visible"/>
                                      </p:to>
                                    </p:set>
                                    <p:animEffect transition="in" filter="box(in)">
                                      <p:cBhvr>
                                        <p:cTn id="10" dur="500"/>
                                        <p:tgtEl>
                                          <p:spTgt spid="27652">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27652">
                                            <p:txEl>
                                              <p:pRg st="2" end="2"/>
                                            </p:txEl>
                                          </p:spTgt>
                                        </p:tgtEl>
                                        <p:attrNameLst>
                                          <p:attrName>style.visibility</p:attrName>
                                        </p:attrNameLst>
                                      </p:cBhvr>
                                      <p:to>
                                        <p:strVal val="visible"/>
                                      </p:to>
                                    </p:set>
                                    <p:animEffect transition="in" filter="box(in)">
                                      <p:cBhvr>
                                        <p:cTn id="15" dur="500"/>
                                        <p:tgtEl>
                                          <p:spTgt spid="27652">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27652">
                                            <p:txEl>
                                              <p:pRg st="3" end="3"/>
                                            </p:txEl>
                                          </p:spTgt>
                                        </p:tgtEl>
                                        <p:attrNameLst>
                                          <p:attrName>style.visibility</p:attrName>
                                        </p:attrNameLst>
                                      </p:cBhvr>
                                      <p:to>
                                        <p:strVal val="visible"/>
                                      </p:to>
                                    </p:set>
                                    <p:anim calcmode="lin" valueType="num">
                                      <p:cBhvr additive="base">
                                        <p:cTn id="20" dur="500" fill="hold"/>
                                        <p:tgtEl>
                                          <p:spTgt spid="27652">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765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nodeType="clickEffect">
                                  <p:stCondLst>
                                    <p:cond delay="0"/>
                                  </p:stCondLst>
                                  <p:childTnLst>
                                    <p:set>
                                      <p:cBhvr>
                                        <p:cTn id="25" dur="1" fill="hold">
                                          <p:stCondLst>
                                            <p:cond delay="0"/>
                                          </p:stCondLst>
                                        </p:cTn>
                                        <p:tgtEl>
                                          <p:spTgt spid="27653"/>
                                        </p:tgtEl>
                                        <p:attrNameLst>
                                          <p:attrName>style.visibility</p:attrName>
                                        </p:attrNameLst>
                                      </p:cBhvr>
                                      <p:to>
                                        <p:strVal val="visible"/>
                                      </p:to>
                                    </p:set>
                                    <p:anim calcmode="lin" valueType="num">
                                      <p:cBhvr additive="base">
                                        <p:cTn id="26" dur="500" fill="hold"/>
                                        <p:tgtEl>
                                          <p:spTgt spid="27653"/>
                                        </p:tgtEl>
                                        <p:attrNameLst>
                                          <p:attrName>ppt_x</p:attrName>
                                        </p:attrNameLst>
                                      </p:cBhvr>
                                      <p:tavLst>
                                        <p:tav tm="0">
                                          <p:val>
                                            <p:strVal val="#ppt_x"/>
                                          </p:val>
                                        </p:tav>
                                        <p:tav tm="100000">
                                          <p:val>
                                            <p:strVal val="#ppt_x"/>
                                          </p:val>
                                        </p:tav>
                                      </p:tavLst>
                                    </p:anim>
                                    <p:anim calcmode="lin" valueType="num">
                                      <p:cBhvr additive="base">
                                        <p:cTn id="27" dur="500" fill="hold"/>
                                        <p:tgtEl>
                                          <p:spTgt spid="276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a:extLst>
              <a:ext uri="{FF2B5EF4-FFF2-40B4-BE49-F238E27FC236}">
                <a16:creationId xmlns:a16="http://schemas.microsoft.com/office/drawing/2014/main" id="{E8004E90-5831-C121-22C2-B1EA7D6AE6E8}"/>
              </a:ext>
            </a:extLst>
          </p:cNvPr>
          <p:cNvSpPr>
            <a:spLocks noGrp="1" noChangeArrowheads="1"/>
          </p:cNvSpPr>
          <p:nvPr>
            <p:ph idx="1"/>
          </p:nvPr>
        </p:nvSpPr>
        <p:spPr>
          <a:xfrm>
            <a:off x="357188" y="357188"/>
            <a:ext cx="7772400" cy="5643562"/>
          </a:xfrm>
        </p:spPr>
        <p:txBody>
          <a:bodyPr/>
          <a:lstStyle/>
          <a:p>
            <a:pPr eaLnBrk="1" hangingPunct="1">
              <a:lnSpc>
                <a:spcPts val="4800"/>
              </a:lnSpc>
            </a:pPr>
            <a:r>
              <a:rPr lang="zh-CN" altLang="en-US"/>
              <a:t>相关系数</a:t>
            </a:r>
            <a:r>
              <a:rPr lang="el-GR" altLang="en-US">
                <a:ea typeface="黑体" panose="02010609060101010101" pitchFamily="49" charset="-122"/>
                <a:sym typeface="Symbol" panose="05050102010706020507" pitchFamily="18" charset="2"/>
              </a:rPr>
              <a:t>γ</a:t>
            </a:r>
            <a:r>
              <a:rPr lang="zh-CN" altLang="en-US"/>
              <a:t>的数值大小反映了相关程度的好坏。 </a:t>
            </a:r>
            <a:r>
              <a:rPr lang="el-GR" altLang="en-US">
                <a:ea typeface="黑体" panose="02010609060101010101" pitchFamily="49" charset="-122"/>
                <a:sym typeface="Symbol" panose="05050102010706020507" pitchFamily="18" charset="2"/>
              </a:rPr>
              <a:t>γ</a:t>
            </a:r>
            <a:r>
              <a:rPr lang="zh-CN" altLang="en-US"/>
              <a:t>介于0和1之间， </a:t>
            </a:r>
            <a:r>
              <a:rPr lang="el-GR" altLang="en-US">
                <a:ea typeface="黑体" panose="02010609060101010101" pitchFamily="49" charset="-122"/>
                <a:sym typeface="Symbol" panose="05050102010706020507" pitchFamily="18" charset="2"/>
              </a:rPr>
              <a:t>γ</a:t>
            </a:r>
            <a:r>
              <a:rPr lang="zh-CN" altLang="en-US"/>
              <a:t>越接近于1，x和y之间的线性关系越好，用线性函数进行回归就越合理。相反， </a:t>
            </a:r>
            <a:r>
              <a:rPr lang="el-GR" altLang="en-US">
                <a:ea typeface="黑体" panose="02010609060101010101" pitchFamily="49" charset="-122"/>
                <a:sym typeface="Symbol" panose="05050102010706020507" pitchFamily="18" charset="2"/>
              </a:rPr>
              <a:t>γ</a:t>
            </a:r>
            <a:r>
              <a:rPr lang="zh-CN" altLang="en-US"/>
              <a:t>接近于0， x和y之间就不存在线性关系，用线性函数进行回归就不合理。</a:t>
            </a:r>
          </a:p>
          <a:p>
            <a:pPr eaLnBrk="1" hangingPunct="1">
              <a:lnSpc>
                <a:spcPts val="4800"/>
              </a:lnSpc>
            </a:pPr>
            <a:r>
              <a:rPr lang="zh-CN" altLang="en-US" sz="3600" b="1">
                <a:solidFill>
                  <a:srgbClr val="CC3300"/>
                </a:solidFill>
                <a:latin typeface="楷体_GB2312"/>
                <a:ea typeface="楷体_GB2312"/>
                <a:cs typeface="楷体_GB2312"/>
              </a:rPr>
              <a:t>在大学物理实验中，一般当</a:t>
            </a:r>
            <a:r>
              <a:rPr lang="el-GR" altLang="en-US">
                <a:ea typeface="黑体" panose="02010609060101010101" pitchFamily="49" charset="-122"/>
                <a:sym typeface="Symbol" panose="05050102010706020507" pitchFamily="18" charset="2"/>
              </a:rPr>
              <a:t>γ</a:t>
            </a:r>
            <a:r>
              <a:rPr lang="zh-CN" altLang="en-US" sz="3600" b="1">
                <a:solidFill>
                  <a:srgbClr val="CC3300"/>
                </a:solidFill>
                <a:latin typeface="楷体_GB2312"/>
                <a:ea typeface="楷体_GB2312"/>
                <a:cs typeface="楷体_GB2312"/>
                <a:sym typeface="Symbol" panose="05050102010706020507" pitchFamily="18" charset="2"/>
              </a:rPr>
              <a:t> 大于0.9时，就可以认为两个物理量之间存在比较密切的线性关系。</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581</TotalTime>
  <Words>6617</Words>
  <Application>Microsoft Office PowerPoint</Application>
  <PresentationFormat>全屏显示(4:3)</PresentationFormat>
  <Paragraphs>799</Paragraphs>
  <Slides>99</Slides>
  <Notes>3</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0</vt:i4>
      </vt:variant>
      <vt:variant>
        <vt:lpstr>幻灯片标题</vt:lpstr>
      </vt:variant>
      <vt:variant>
        <vt:i4>99</vt:i4>
      </vt:variant>
    </vt:vector>
  </HeadingPairs>
  <TitlesOfParts>
    <vt:vector size="120" baseType="lpstr">
      <vt:lpstr>Monotype Sorts</vt:lpstr>
      <vt:lpstr>RomanC</vt:lpstr>
      <vt:lpstr>方正粗宋简体</vt:lpstr>
      <vt:lpstr>黑体</vt:lpstr>
      <vt:lpstr>华文楷体</vt:lpstr>
      <vt:lpstr>华文新魏</vt:lpstr>
      <vt:lpstr>楷体_GB2312</vt:lpstr>
      <vt:lpstr>隶书</vt:lpstr>
      <vt:lpstr>宋体</vt:lpstr>
      <vt:lpstr>幼圆</vt:lpstr>
      <vt:lpstr>Arial</vt:lpstr>
      <vt:lpstr>Calibri</vt:lpstr>
      <vt:lpstr>Cambria</vt:lpstr>
      <vt:lpstr>Courier New</vt:lpstr>
      <vt:lpstr>Maiandra GD</vt:lpstr>
      <vt:lpstr>Symbol</vt:lpstr>
      <vt:lpstr>Times New Roman</vt:lpstr>
      <vt:lpstr>Wingdings 2</vt:lpstr>
      <vt:lpstr>Wingdings 3</vt:lpstr>
      <vt:lpstr>龙腾四海</vt:lpstr>
      <vt:lpstr>1_龙腾四海</vt:lpstr>
      <vt:lpstr>PowerPoint 演示文稿</vt:lpstr>
      <vt:lpstr>PowerPoint 演示文稿</vt:lpstr>
      <vt:lpstr>与大学物理实验相关的竞赛</vt:lpstr>
      <vt:lpstr>我校学生获得的相关奖项</vt:lpstr>
      <vt:lpstr>全国大学物理实验（教学赛）照片</vt:lpstr>
      <vt:lpstr>2020年cupt2队风采</vt:lpstr>
      <vt:lpstr>2022年cupt团队风采</vt:lpstr>
      <vt:lpstr>2023年cupt团队风采</vt:lpstr>
      <vt:lpstr>2024年cupt团队风采</vt:lpstr>
      <vt:lpstr>实验课表及上课模式</vt:lpstr>
      <vt:lpstr>PowerPoint 演示文稿</vt:lpstr>
      <vt:lpstr>PowerPoint 演示文稿</vt:lpstr>
      <vt:lpstr>实验内容</vt:lpstr>
      <vt:lpstr>PowerPoint 演示文稿</vt:lpstr>
      <vt:lpstr>PowerPoint 演示文稿</vt:lpstr>
      <vt:lpstr>PowerPoint 演示文稿</vt:lpstr>
      <vt:lpstr>PowerPoint 演示文稿</vt:lpstr>
      <vt:lpstr>PowerPoint 演示文稿</vt:lpstr>
      <vt:lpstr>PowerPoint 演示文稿</vt:lpstr>
      <vt:lpstr> 缺做实验处理方法及课程的考核要求 </vt:lpstr>
      <vt:lpstr>本学期需要完成的实验内容</vt:lpstr>
      <vt:lpstr>误差与数据处理基础（2019年40分） </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2、随机误差的处理</vt:lpstr>
      <vt:lpstr>PowerPoint 演示文稿</vt:lpstr>
      <vt:lpstr>PowerPoint 演示文稿</vt:lpstr>
      <vt:lpstr>PowerPoint 演示文稿</vt:lpstr>
      <vt:lpstr>PowerPoint 演示文稿</vt:lpstr>
      <vt:lpstr>四、测量的不确定度</vt:lpstr>
      <vt:lpstr>PowerPoint 演示文稿</vt:lpstr>
      <vt:lpstr>PowerPoint 演示文稿</vt:lpstr>
      <vt:lpstr>PowerPoint 演示文稿</vt:lpstr>
      <vt:lpstr>PowerPoint 演示文稿</vt:lpstr>
      <vt:lpstr>PowerPoint 演示文稿</vt:lpstr>
      <vt:lpstr>PowerPoint 演示文稿</vt:lpstr>
      <vt:lpstr>五，直接测量结果的不确定度表示</vt:lpstr>
      <vt:lpstr>PowerPoint 演示文稿</vt:lpstr>
      <vt:lpstr>PowerPoint 演示文稿</vt:lpstr>
      <vt:lpstr>PowerPoint 演示文稿</vt:lpstr>
      <vt:lpstr>PowerPoint 演示文稿</vt:lpstr>
      <vt:lpstr>六、间接测量结果的不确定度表述</vt:lpstr>
      <vt:lpstr>PowerPoint 演示文稿</vt:lpstr>
      <vt:lpstr>PowerPoint 演示文稿</vt:lpstr>
      <vt:lpstr>小    结</vt:lpstr>
      <vt:lpstr>PowerPoint 演示文稿</vt:lpstr>
      <vt:lpstr>PowerPoint 演示文稿</vt:lpstr>
      <vt:lpstr>PowerPoint 演示文稿</vt:lpstr>
      <vt:lpstr>PowerPoint 演示文稿</vt:lpstr>
      <vt:lpstr>PowerPoint 演示文稿</vt:lpstr>
      <vt:lpstr>二、有效数字在实际中的应用 </vt:lpstr>
      <vt:lpstr>PowerPoint 演示文稿</vt:lpstr>
      <vt:lpstr>PowerPoint 演示文稿</vt:lpstr>
      <vt:lpstr>例：试分析下列各组数据是否正确</vt:lpstr>
      <vt:lpstr>PowerPoint 演示文稿</vt:lpstr>
      <vt:lpstr>PowerPoint 演示文稿</vt:lpstr>
      <vt:lpstr>有效数字的运算规则 </vt:lpstr>
      <vt:lpstr>有效数字的运算规则 </vt:lpstr>
      <vt:lpstr>例1：判断下列运算有几位有效数字</vt:lpstr>
      <vt:lpstr> 例2：求 d= c ( a + b ) ,已知a为常数1 ,   b = 0.0020 , c = 2.312594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错    图</vt:lpstr>
      <vt:lpstr>指出错误</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cp:lastModifiedBy>meixia chen</cp:lastModifiedBy>
  <cp:revision>224</cp:revision>
  <dcterms:created xsi:type="dcterms:W3CDTF">2019-09-17T14:04:00Z</dcterms:created>
  <dcterms:modified xsi:type="dcterms:W3CDTF">2024-09-22T08:45:01Z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